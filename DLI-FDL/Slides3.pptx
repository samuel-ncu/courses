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3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1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28" r:id="rId5"/>
    <p:sldMasterId id="2147483750" r:id="rId6"/>
    <p:sldMasterId id="2147483782" r:id="rId7"/>
  </p:sldMasterIdLst>
  <p:notesMasterIdLst>
    <p:notesMasterId r:id="rId36"/>
  </p:notesMasterIdLst>
  <p:handoutMasterIdLst>
    <p:handoutMasterId r:id="rId37"/>
  </p:handoutMasterIdLst>
  <p:sldIdLst>
    <p:sldId id="256" r:id="rId8"/>
    <p:sldId id="550145299" r:id="rId9"/>
    <p:sldId id="550145317" r:id="rId10"/>
    <p:sldId id="862" r:id="rId11"/>
    <p:sldId id="550145318" r:id="rId12"/>
    <p:sldId id="550145322" r:id="rId13"/>
    <p:sldId id="1108" r:id="rId14"/>
    <p:sldId id="1109" r:id="rId15"/>
    <p:sldId id="1110" r:id="rId16"/>
    <p:sldId id="1111" r:id="rId17"/>
    <p:sldId id="1113" r:id="rId18"/>
    <p:sldId id="1114" r:id="rId19"/>
    <p:sldId id="1115" r:id="rId20"/>
    <p:sldId id="1116" r:id="rId21"/>
    <p:sldId id="550145319" r:id="rId22"/>
    <p:sldId id="1118" r:id="rId23"/>
    <p:sldId id="1119" r:id="rId24"/>
    <p:sldId id="1120" r:id="rId25"/>
    <p:sldId id="1122" r:id="rId26"/>
    <p:sldId id="1106" r:id="rId27"/>
    <p:sldId id="550145320" r:id="rId28"/>
    <p:sldId id="550145321" r:id="rId29"/>
    <p:sldId id="1103" r:id="rId30"/>
    <p:sldId id="1098" r:id="rId31"/>
    <p:sldId id="1104" r:id="rId32"/>
    <p:sldId id="1099" r:id="rId33"/>
    <p:sldId id="1125" r:id="rId34"/>
    <p:sldId id="550145292" r:id="rId35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B900"/>
    <a:srgbClr val="676767"/>
    <a:srgbClr val="00FF00"/>
    <a:srgbClr val="FF0000"/>
    <a:srgbClr val="FFFFFF"/>
    <a:srgbClr val="D1D1D1"/>
    <a:srgbClr val="C0C0C0"/>
    <a:srgbClr val="B8B8B8"/>
    <a:srgbClr val="151617"/>
    <a:srgbClr val="FAC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B425E6-99D8-49FF-B322-48EC6605C0F3}" v="6" dt="2023-09-22T13:25:53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092" autoAdjust="0"/>
  </p:normalViewPr>
  <p:slideViewPr>
    <p:cSldViewPr snapToGrid="0">
      <p:cViewPr>
        <p:scale>
          <a:sx n="25" d="100"/>
          <a:sy n="25" d="100"/>
        </p:scale>
        <p:origin x="950" y="-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viewProps" Target="view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4D6827-BBEB-4F43-AF00-6E05872AB0AE}" type="doc">
      <dgm:prSet loTypeId="urn:microsoft.com/office/officeart/2005/8/layout/vProcess5" loCatId="process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492170F-0CCE-43C5-8DF4-F0B6F06428C7}">
      <dgm:prSet/>
      <dgm:spPr>
        <a:solidFill>
          <a:schemeClr val="tx2">
            <a:lumMod val="20000"/>
            <a:lumOff val="80000"/>
          </a:schemeClr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zh-TW" altLang="en-US" dirty="0">
              <a:solidFill>
                <a:schemeClr val="bg1"/>
              </a:solidFill>
            </a:rPr>
            <a:t>訓練了一個密集神經網路模型</a:t>
          </a:r>
          <a:r>
            <a:rPr lang="en-US" altLang="zh-TW" dirty="0">
              <a:solidFill>
                <a:schemeClr val="bg1"/>
              </a:solidFill>
            </a:rPr>
            <a:t>(dense neural network model)</a:t>
          </a:r>
          <a:endParaRPr lang="en-US" dirty="0">
            <a:solidFill>
              <a:schemeClr val="bg1"/>
            </a:solidFill>
          </a:endParaRPr>
        </a:p>
      </dgm:t>
    </dgm:pt>
    <dgm:pt modelId="{C5450C8D-15F7-4D01-BDB7-F0C0A60434D3}" type="parTrans" cxnId="{AFBABF1E-4255-4FE7-8128-FC64E324BC14}">
      <dgm:prSet/>
      <dgm:spPr/>
      <dgm:t>
        <a:bodyPr/>
        <a:lstStyle/>
        <a:p>
          <a:endParaRPr lang="en-US"/>
        </a:p>
      </dgm:t>
    </dgm:pt>
    <dgm:pt modelId="{EF0EBBCF-484E-4FA8-83BF-91B7E8798C54}" type="sibTrans" cxnId="{AFBABF1E-4255-4FE7-8128-FC64E324BC14}">
      <dgm:prSet/>
      <dgm:spPr>
        <a:solidFill>
          <a:srgbClr val="76B900"/>
        </a:solidFill>
      </dgm:spPr>
      <dgm:t>
        <a:bodyPr/>
        <a:lstStyle/>
        <a:p>
          <a:endParaRPr lang="en-US"/>
        </a:p>
      </dgm:t>
    </dgm:pt>
    <dgm:pt modelId="{BDBE3C9B-DD74-49DF-B9AC-A98A916CD9B6}">
      <dgm:prSet/>
      <dgm:spPr>
        <a:solidFill>
          <a:schemeClr val="tx2">
            <a:lumMod val="20000"/>
            <a:lumOff val="80000"/>
          </a:schemeClr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zh-TW" altLang="en-US" dirty="0">
              <a:solidFill>
                <a:schemeClr val="bg1"/>
              </a:solidFill>
            </a:rPr>
            <a:t>訓練準確度</a:t>
          </a:r>
          <a:r>
            <a:rPr lang="en-US" altLang="zh-TW" dirty="0">
              <a:solidFill>
                <a:schemeClr val="bg1"/>
              </a:solidFill>
            </a:rPr>
            <a:t>(accuracy)</a:t>
          </a:r>
          <a:r>
            <a:rPr lang="zh-TW" altLang="en-US" dirty="0">
              <a:solidFill>
                <a:schemeClr val="bg1"/>
              </a:solidFill>
            </a:rPr>
            <a:t>很高</a:t>
          </a:r>
          <a:endParaRPr lang="en-US" dirty="0">
            <a:solidFill>
              <a:schemeClr val="bg1"/>
            </a:solidFill>
          </a:endParaRPr>
        </a:p>
      </dgm:t>
    </dgm:pt>
    <dgm:pt modelId="{2DC3FC80-076D-411D-A823-183827C12C92}" type="parTrans" cxnId="{05A53A07-3029-438B-BEBF-0A9C84DF56BD}">
      <dgm:prSet/>
      <dgm:spPr/>
      <dgm:t>
        <a:bodyPr/>
        <a:lstStyle/>
        <a:p>
          <a:endParaRPr lang="en-US"/>
        </a:p>
      </dgm:t>
    </dgm:pt>
    <dgm:pt modelId="{BEA3E119-8F69-4D17-B938-2138ABDA7751}" type="sibTrans" cxnId="{05A53A07-3029-438B-BEBF-0A9C84DF56BD}">
      <dgm:prSet/>
      <dgm:spPr>
        <a:solidFill>
          <a:srgbClr val="76B900"/>
        </a:solidFill>
      </dgm:spPr>
      <dgm:t>
        <a:bodyPr/>
        <a:lstStyle/>
        <a:p>
          <a:endParaRPr lang="en-US"/>
        </a:p>
      </dgm:t>
    </dgm:pt>
    <dgm:pt modelId="{EE2186DF-3CA7-4FEE-94C6-7BF17F3C97FE}">
      <dgm:prSet/>
      <dgm:spPr>
        <a:solidFill>
          <a:schemeClr val="tx2">
            <a:lumMod val="20000"/>
            <a:lumOff val="80000"/>
          </a:schemeClr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zh-TW" altLang="en-US" dirty="0">
              <a:solidFill>
                <a:schemeClr val="bg1"/>
              </a:solidFill>
            </a:rPr>
            <a:t>驗證</a:t>
          </a:r>
          <a:r>
            <a:rPr lang="en-US" altLang="zh-TW" dirty="0">
              <a:solidFill>
                <a:schemeClr val="bg1"/>
              </a:solidFill>
            </a:rPr>
            <a:t>(Validation)</a:t>
          </a:r>
          <a:r>
            <a:rPr lang="zh-TW" altLang="en-US" dirty="0">
              <a:solidFill>
                <a:schemeClr val="bg1"/>
              </a:solidFill>
            </a:rPr>
            <a:t>準確度</a:t>
          </a:r>
          <a:r>
            <a:rPr lang="en-US" altLang="zh-TW" dirty="0">
              <a:solidFill>
                <a:schemeClr val="bg1"/>
              </a:solidFill>
            </a:rPr>
            <a:t>(accuracy)</a:t>
          </a:r>
          <a:r>
            <a:rPr lang="zh-TW" altLang="en-US" dirty="0">
              <a:solidFill>
                <a:schemeClr val="bg1"/>
              </a:solidFill>
            </a:rPr>
            <a:t>很低</a:t>
          </a:r>
          <a:endParaRPr lang="en-US" dirty="0">
            <a:solidFill>
              <a:schemeClr val="bg1"/>
            </a:solidFill>
          </a:endParaRPr>
        </a:p>
      </dgm:t>
    </dgm:pt>
    <dgm:pt modelId="{639B6050-0391-4A86-93A0-2DEF443685B3}" type="parTrans" cxnId="{A8BB01A3-0DC5-4778-A241-1C2782871D63}">
      <dgm:prSet/>
      <dgm:spPr/>
      <dgm:t>
        <a:bodyPr/>
        <a:lstStyle/>
        <a:p>
          <a:endParaRPr lang="en-US"/>
        </a:p>
      </dgm:t>
    </dgm:pt>
    <dgm:pt modelId="{37689B4A-F8C7-4183-9EF5-85B3CF4E1938}" type="sibTrans" cxnId="{A8BB01A3-0DC5-4778-A241-1C2782871D63}">
      <dgm:prSet/>
      <dgm:spPr>
        <a:solidFill>
          <a:srgbClr val="76B900"/>
        </a:solidFill>
      </dgm:spPr>
      <dgm:t>
        <a:bodyPr/>
        <a:lstStyle/>
        <a:p>
          <a:endParaRPr lang="en-US"/>
        </a:p>
      </dgm:t>
    </dgm:pt>
    <dgm:pt modelId="{B43425EF-6952-4AC7-97C0-A2EE26F3B4CB}">
      <dgm:prSet/>
      <dgm:spPr>
        <a:solidFill>
          <a:schemeClr val="tx2">
            <a:lumMod val="20000"/>
            <a:lumOff val="80000"/>
          </a:schemeClr>
        </a:solidFill>
        <a:ln>
          <a:solidFill>
            <a:schemeClr val="tx2">
              <a:lumMod val="75000"/>
            </a:schemeClr>
          </a:solidFill>
        </a:ln>
        <a:effectLst/>
      </dgm:spPr>
      <dgm:t>
        <a:bodyPr/>
        <a:lstStyle/>
        <a:p>
          <a:r>
            <a:rPr lang="zh-TW" altLang="en-US" dirty="0">
              <a:solidFill>
                <a:schemeClr val="bg1"/>
              </a:solidFill>
            </a:rPr>
            <a:t>有過度擬合</a:t>
          </a:r>
          <a:r>
            <a:rPr lang="en-US" altLang="zh-TW" dirty="0">
              <a:solidFill>
                <a:schemeClr val="bg1"/>
              </a:solidFill>
            </a:rPr>
            <a:t>(overfitting)</a:t>
          </a:r>
          <a:r>
            <a:rPr lang="zh-TW" altLang="en-US" dirty="0">
              <a:solidFill>
                <a:schemeClr val="bg1"/>
              </a:solidFill>
            </a:rPr>
            <a:t>的跡象</a:t>
          </a:r>
          <a:endParaRPr lang="en-US" dirty="0">
            <a:solidFill>
              <a:schemeClr val="bg1"/>
            </a:solidFill>
          </a:endParaRPr>
        </a:p>
      </dgm:t>
    </dgm:pt>
    <dgm:pt modelId="{2B79B1F4-3CE6-4493-B610-6361F2C3D35F}" type="parTrans" cxnId="{D47F611A-9A1A-4B3E-84AD-7E6BE19786F5}">
      <dgm:prSet/>
      <dgm:spPr/>
      <dgm:t>
        <a:bodyPr/>
        <a:lstStyle/>
        <a:p>
          <a:endParaRPr lang="en-US"/>
        </a:p>
      </dgm:t>
    </dgm:pt>
    <dgm:pt modelId="{29DA821A-DC73-4150-B8E3-2246A27235BB}" type="sibTrans" cxnId="{D47F611A-9A1A-4B3E-84AD-7E6BE19786F5}">
      <dgm:prSet/>
      <dgm:spPr/>
      <dgm:t>
        <a:bodyPr/>
        <a:lstStyle/>
        <a:p>
          <a:endParaRPr lang="en-US"/>
        </a:p>
      </dgm:t>
    </dgm:pt>
    <dgm:pt modelId="{4E2FFBAA-98F3-44BB-B0DB-323C5B347C2F}" type="pres">
      <dgm:prSet presAssocID="{264D6827-BBEB-4F43-AF00-6E05872AB0AE}" presName="outerComposite" presStyleCnt="0">
        <dgm:presLayoutVars>
          <dgm:chMax val="5"/>
          <dgm:dir/>
          <dgm:resizeHandles val="exact"/>
        </dgm:presLayoutVars>
      </dgm:prSet>
      <dgm:spPr/>
    </dgm:pt>
    <dgm:pt modelId="{4475296E-B530-48DC-AEDE-C028D9628EBB}" type="pres">
      <dgm:prSet presAssocID="{264D6827-BBEB-4F43-AF00-6E05872AB0AE}" presName="dummyMaxCanvas" presStyleCnt="0">
        <dgm:presLayoutVars/>
      </dgm:prSet>
      <dgm:spPr/>
    </dgm:pt>
    <dgm:pt modelId="{A3E80143-4FF9-4C0D-BBA9-194E5F3E16AB}" type="pres">
      <dgm:prSet presAssocID="{264D6827-BBEB-4F43-AF00-6E05872AB0AE}" presName="FourNodes_1" presStyleLbl="node1" presStyleIdx="0" presStyleCnt="4">
        <dgm:presLayoutVars>
          <dgm:bulletEnabled val="1"/>
        </dgm:presLayoutVars>
      </dgm:prSet>
      <dgm:spPr/>
    </dgm:pt>
    <dgm:pt modelId="{10A64044-2D13-4C03-86AF-42FE0760A50A}" type="pres">
      <dgm:prSet presAssocID="{264D6827-BBEB-4F43-AF00-6E05872AB0AE}" presName="FourNodes_2" presStyleLbl="node1" presStyleIdx="1" presStyleCnt="4">
        <dgm:presLayoutVars>
          <dgm:bulletEnabled val="1"/>
        </dgm:presLayoutVars>
      </dgm:prSet>
      <dgm:spPr/>
    </dgm:pt>
    <dgm:pt modelId="{7A32556B-9995-4068-A5DD-FCAE22AD0486}" type="pres">
      <dgm:prSet presAssocID="{264D6827-BBEB-4F43-AF00-6E05872AB0AE}" presName="FourNodes_3" presStyleLbl="node1" presStyleIdx="2" presStyleCnt="4">
        <dgm:presLayoutVars>
          <dgm:bulletEnabled val="1"/>
        </dgm:presLayoutVars>
      </dgm:prSet>
      <dgm:spPr/>
    </dgm:pt>
    <dgm:pt modelId="{EB00C2C8-D32B-4263-8284-5095A6798132}" type="pres">
      <dgm:prSet presAssocID="{264D6827-BBEB-4F43-AF00-6E05872AB0AE}" presName="FourNodes_4" presStyleLbl="node1" presStyleIdx="3" presStyleCnt="4">
        <dgm:presLayoutVars>
          <dgm:bulletEnabled val="1"/>
        </dgm:presLayoutVars>
      </dgm:prSet>
      <dgm:spPr/>
    </dgm:pt>
    <dgm:pt modelId="{25CAE8CC-5658-44CE-9A9C-84E230D9A9EC}" type="pres">
      <dgm:prSet presAssocID="{264D6827-BBEB-4F43-AF00-6E05872AB0AE}" presName="FourConn_1-2" presStyleLbl="fgAccFollowNode1" presStyleIdx="0" presStyleCnt="3">
        <dgm:presLayoutVars>
          <dgm:bulletEnabled val="1"/>
        </dgm:presLayoutVars>
      </dgm:prSet>
      <dgm:spPr/>
    </dgm:pt>
    <dgm:pt modelId="{B2702E71-F591-493F-8BD9-B440193E7252}" type="pres">
      <dgm:prSet presAssocID="{264D6827-BBEB-4F43-AF00-6E05872AB0AE}" presName="FourConn_2-3" presStyleLbl="fgAccFollowNode1" presStyleIdx="1" presStyleCnt="3">
        <dgm:presLayoutVars>
          <dgm:bulletEnabled val="1"/>
        </dgm:presLayoutVars>
      </dgm:prSet>
      <dgm:spPr/>
    </dgm:pt>
    <dgm:pt modelId="{39D7B1CF-AE20-457F-B436-EC40973812B3}" type="pres">
      <dgm:prSet presAssocID="{264D6827-BBEB-4F43-AF00-6E05872AB0AE}" presName="FourConn_3-4" presStyleLbl="fgAccFollowNode1" presStyleIdx="2" presStyleCnt="3">
        <dgm:presLayoutVars>
          <dgm:bulletEnabled val="1"/>
        </dgm:presLayoutVars>
      </dgm:prSet>
      <dgm:spPr/>
    </dgm:pt>
    <dgm:pt modelId="{128A4791-0525-40E9-A212-A29BE8CC2E0F}" type="pres">
      <dgm:prSet presAssocID="{264D6827-BBEB-4F43-AF00-6E05872AB0AE}" presName="FourNodes_1_text" presStyleLbl="node1" presStyleIdx="3" presStyleCnt="4">
        <dgm:presLayoutVars>
          <dgm:bulletEnabled val="1"/>
        </dgm:presLayoutVars>
      </dgm:prSet>
      <dgm:spPr/>
    </dgm:pt>
    <dgm:pt modelId="{718F0849-D3CF-4983-A8D3-622098330527}" type="pres">
      <dgm:prSet presAssocID="{264D6827-BBEB-4F43-AF00-6E05872AB0AE}" presName="FourNodes_2_text" presStyleLbl="node1" presStyleIdx="3" presStyleCnt="4">
        <dgm:presLayoutVars>
          <dgm:bulletEnabled val="1"/>
        </dgm:presLayoutVars>
      </dgm:prSet>
      <dgm:spPr/>
    </dgm:pt>
    <dgm:pt modelId="{0A2DB4C7-C296-43E6-968E-322AA6A80E44}" type="pres">
      <dgm:prSet presAssocID="{264D6827-BBEB-4F43-AF00-6E05872AB0AE}" presName="FourNodes_3_text" presStyleLbl="node1" presStyleIdx="3" presStyleCnt="4">
        <dgm:presLayoutVars>
          <dgm:bulletEnabled val="1"/>
        </dgm:presLayoutVars>
      </dgm:prSet>
      <dgm:spPr/>
    </dgm:pt>
    <dgm:pt modelId="{53B3C899-0734-4D8A-982A-3DE221BEDB31}" type="pres">
      <dgm:prSet presAssocID="{264D6827-BBEB-4F43-AF00-6E05872AB0A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5A53A07-3029-438B-BEBF-0A9C84DF56BD}" srcId="{264D6827-BBEB-4F43-AF00-6E05872AB0AE}" destId="{BDBE3C9B-DD74-49DF-B9AC-A98A916CD9B6}" srcOrd="1" destOrd="0" parTransId="{2DC3FC80-076D-411D-A823-183827C12C92}" sibTransId="{BEA3E119-8F69-4D17-B938-2138ABDA7751}"/>
    <dgm:cxn modelId="{D47F611A-9A1A-4B3E-84AD-7E6BE19786F5}" srcId="{264D6827-BBEB-4F43-AF00-6E05872AB0AE}" destId="{B43425EF-6952-4AC7-97C0-A2EE26F3B4CB}" srcOrd="3" destOrd="0" parTransId="{2B79B1F4-3CE6-4493-B610-6361F2C3D35F}" sibTransId="{29DA821A-DC73-4150-B8E3-2246A27235BB}"/>
    <dgm:cxn modelId="{E0414F1A-15BE-4042-A87A-1C88012D0D50}" type="presOf" srcId="{BDBE3C9B-DD74-49DF-B9AC-A98A916CD9B6}" destId="{718F0849-D3CF-4983-A8D3-622098330527}" srcOrd="1" destOrd="0" presId="urn:microsoft.com/office/officeart/2005/8/layout/vProcess5"/>
    <dgm:cxn modelId="{AFBABF1E-4255-4FE7-8128-FC64E324BC14}" srcId="{264D6827-BBEB-4F43-AF00-6E05872AB0AE}" destId="{0492170F-0CCE-43C5-8DF4-F0B6F06428C7}" srcOrd="0" destOrd="0" parTransId="{C5450C8D-15F7-4D01-BDB7-F0C0A60434D3}" sibTransId="{EF0EBBCF-484E-4FA8-83BF-91B7E8798C54}"/>
    <dgm:cxn modelId="{2A81CF2F-52E7-48DA-A904-41C3E1431626}" type="presOf" srcId="{BDBE3C9B-DD74-49DF-B9AC-A98A916CD9B6}" destId="{10A64044-2D13-4C03-86AF-42FE0760A50A}" srcOrd="0" destOrd="0" presId="urn:microsoft.com/office/officeart/2005/8/layout/vProcess5"/>
    <dgm:cxn modelId="{60937962-4C21-4CF1-B485-D930987E64DF}" type="presOf" srcId="{EE2186DF-3CA7-4FEE-94C6-7BF17F3C97FE}" destId="{7A32556B-9995-4068-A5DD-FCAE22AD0486}" srcOrd="0" destOrd="0" presId="urn:microsoft.com/office/officeart/2005/8/layout/vProcess5"/>
    <dgm:cxn modelId="{67655F46-181B-40F7-8F4A-CF6E4BEFD17F}" type="presOf" srcId="{B43425EF-6952-4AC7-97C0-A2EE26F3B4CB}" destId="{EB00C2C8-D32B-4263-8284-5095A6798132}" srcOrd="0" destOrd="0" presId="urn:microsoft.com/office/officeart/2005/8/layout/vProcess5"/>
    <dgm:cxn modelId="{120A0E7E-C892-4135-B850-CEB6695C2539}" type="presOf" srcId="{264D6827-BBEB-4F43-AF00-6E05872AB0AE}" destId="{4E2FFBAA-98F3-44BB-B0DB-323C5B347C2F}" srcOrd="0" destOrd="0" presId="urn:microsoft.com/office/officeart/2005/8/layout/vProcess5"/>
    <dgm:cxn modelId="{6ED57B9F-0441-48C4-A198-5FAEE6264D1D}" type="presOf" srcId="{0492170F-0CCE-43C5-8DF4-F0B6F06428C7}" destId="{128A4791-0525-40E9-A212-A29BE8CC2E0F}" srcOrd="1" destOrd="0" presId="urn:microsoft.com/office/officeart/2005/8/layout/vProcess5"/>
    <dgm:cxn modelId="{A8BB01A3-0DC5-4778-A241-1C2782871D63}" srcId="{264D6827-BBEB-4F43-AF00-6E05872AB0AE}" destId="{EE2186DF-3CA7-4FEE-94C6-7BF17F3C97FE}" srcOrd="2" destOrd="0" parTransId="{639B6050-0391-4A86-93A0-2DEF443685B3}" sibTransId="{37689B4A-F8C7-4183-9EF5-85B3CF4E1938}"/>
    <dgm:cxn modelId="{D9F92DB0-AF03-4854-9AAB-581D16242EAA}" type="presOf" srcId="{B43425EF-6952-4AC7-97C0-A2EE26F3B4CB}" destId="{53B3C899-0734-4D8A-982A-3DE221BEDB31}" srcOrd="1" destOrd="0" presId="urn:microsoft.com/office/officeart/2005/8/layout/vProcess5"/>
    <dgm:cxn modelId="{EF13EEBE-6472-4188-89BA-1ABE3FB0BE01}" type="presOf" srcId="{EF0EBBCF-484E-4FA8-83BF-91B7E8798C54}" destId="{25CAE8CC-5658-44CE-9A9C-84E230D9A9EC}" srcOrd="0" destOrd="0" presId="urn:microsoft.com/office/officeart/2005/8/layout/vProcess5"/>
    <dgm:cxn modelId="{C94BE1C9-44E6-40E3-91A3-08BA18BE4469}" type="presOf" srcId="{EE2186DF-3CA7-4FEE-94C6-7BF17F3C97FE}" destId="{0A2DB4C7-C296-43E6-968E-322AA6A80E44}" srcOrd="1" destOrd="0" presId="urn:microsoft.com/office/officeart/2005/8/layout/vProcess5"/>
    <dgm:cxn modelId="{29563DD2-88AC-4A05-8144-D20F01C69D88}" type="presOf" srcId="{0492170F-0CCE-43C5-8DF4-F0B6F06428C7}" destId="{A3E80143-4FF9-4C0D-BBA9-194E5F3E16AB}" srcOrd="0" destOrd="0" presId="urn:microsoft.com/office/officeart/2005/8/layout/vProcess5"/>
    <dgm:cxn modelId="{E7AA26E2-7DC5-4D6C-8103-0DD2D2C1DD66}" type="presOf" srcId="{BEA3E119-8F69-4D17-B938-2138ABDA7751}" destId="{B2702E71-F591-493F-8BD9-B440193E7252}" srcOrd="0" destOrd="0" presId="urn:microsoft.com/office/officeart/2005/8/layout/vProcess5"/>
    <dgm:cxn modelId="{502069F2-DBFF-47AB-B155-74950DBBE251}" type="presOf" srcId="{37689B4A-F8C7-4183-9EF5-85B3CF4E1938}" destId="{39D7B1CF-AE20-457F-B436-EC40973812B3}" srcOrd="0" destOrd="0" presId="urn:microsoft.com/office/officeart/2005/8/layout/vProcess5"/>
    <dgm:cxn modelId="{7AF475C3-8A0A-4193-AEA8-577E54C92170}" type="presParOf" srcId="{4E2FFBAA-98F3-44BB-B0DB-323C5B347C2F}" destId="{4475296E-B530-48DC-AEDE-C028D9628EBB}" srcOrd="0" destOrd="0" presId="urn:microsoft.com/office/officeart/2005/8/layout/vProcess5"/>
    <dgm:cxn modelId="{7588CE37-C4D5-42B4-9915-80FB774796D5}" type="presParOf" srcId="{4E2FFBAA-98F3-44BB-B0DB-323C5B347C2F}" destId="{A3E80143-4FF9-4C0D-BBA9-194E5F3E16AB}" srcOrd="1" destOrd="0" presId="urn:microsoft.com/office/officeart/2005/8/layout/vProcess5"/>
    <dgm:cxn modelId="{CE1FCFE4-53BE-4466-9D37-0F420E0EF9FB}" type="presParOf" srcId="{4E2FFBAA-98F3-44BB-B0DB-323C5B347C2F}" destId="{10A64044-2D13-4C03-86AF-42FE0760A50A}" srcOrd="2" destOrd="0" presId="urn:microsoft.com/office/officeart/2005/8/layout/vProcess5"/>
    <dgm:cxn modelId="{A1EC89B8-52E9-4DAC-90AF-CCB02A02D63D}" type="presParOf" srcId="{4E2FFBAA-98F3-44BB-B0DB-323C5B347C2F}" destId="{7A32556B-9995-4068-A5DD-FCAE22AD0486}" srcOrd="3" destOrd="0" presId="urn:microsoft.com/office/officeart/2005/8/layout/vProcess5"/>
    <dgm:cxn modelId="{FFC72A3A-A20D-4229-B381-F27EAB94F2C3}" type="presParOf" srcId="{4E2FFBAA-98F3-44BB-B0DB-323C5B347C2F}" destId="{EB00C2C8-D32B-4263-8284-5095A6798132}" srcOrd="4" destOrd="0" presId="urn:microsoft.com/office/officeart/2005/8/layout/vProcess5"/>
    <dgm:cxn modelId="{E1C97638-DB36-4899-9019-47574BE56F88}" type="presParOf" srcId="{4E2FFBAA-98F3-44BB-B0DB-323C5B347C2F}" destId="{25CAE8CC-5658-44CE-9A9C-84E230D9A9EC}" srcOrd="5" destOrd="0" presId="urn:microsoft.com/office/officeart/2005/8/layout/vProcess5"/>
    <dgm:cxn modelId="{D2C6823B-A447-4237-A100-2B81A942D368}" type="presParOf" srcId="{4E2FFBAA-98F3-44BB-B0DB-323C5B347C2F}" destId="{B2702E71-F591-493F-8BD9-B440193E7252}" srcOrd="6" destOrd="0" presId="urn:microsoft.com/office/officeart/2005/8/layout/vProcess5"/>
    <dgm:cxn modelId="{60411358-F319-4D1A-BA20-20040EFFD4BB}" type="presParOf" srcId="{4E2FFBAA-98F3-44BB-B0DB-323C5B347C2F}" destId="{39D7B1CF-AE20-457F-B436-EC40973812B3}" srcOrd="7" destOrd="0" presId="urn:microsoft.com/office/officeart/2005/8/layout/vProcess5"/>
    <dgm:cxn modelId="{795301EC-F51E-4205-A8EA-65BCFFC72C27}" type="presParOf" srcId="{4E2FFBAA-98F3-44BB-B0DB-323C5B347C2F}" destId="{128A4791-0525-40E9-A212-A29BE8CC2E0F}" srcOrd="8" destOrd="0" presId="urn:microsoft.com/office/officeart/2005/8/layout/vProcess5"/>
    <dgm:cxn modelId="{B2105557-ACE7-43AE-A92B-EC7509441360}" type="presParOf" srcId="{4E2FFBAA-98F3-44BB-B0DB-323C5B347C2F}" destId="{718F0849-D3CF-4983-A8D3-622098330527}" srcOrd="9" destOrd="0" presId="urn:microsoft.com/office/officeart/2005/8/layout/vProcess5"/>
    <dgm:cxn modelId="{4A207BB9-5383-4703-B4A8-A9CD1F118B37}" type="presParOf" srcId="{4E2FFBAA-98F3-44BB-B0DB-323C5B347C2F}" destId="{0A2DB4C7-C296-43E6-968E-322AA6A80E44}" srcOrd="10" destOrd="0" presId="urn:microsoft.com/office/officeart/2005/8/layout/vProcess5"/>
    <dgm:cxn modelId="{C6F071AE-910A-4E45-8AA9-909DBF0C5260}" type="presParOf" srcId="{4E2FFBAA-98F3-44BB-B0DB-323C5B347C2F}" destId="{53B3C899-0734-4D8A-982A-3DE221BEDB3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80143-4FF9-4C0D-BBA9-194E5F3E16AB}">
      <dsp:nvSpPr>
        <dsp:cNvPr id="0" name=""/>
        <dsp:cNvSpPr/>
      </dsp:nvSpPr>
      <dsp:spPr>
        <a:xfrm>
          <a:off x="0" y="0"/>
          <a:ext cx="26530300" cy="272729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solidFill>
            <a:schemeClr val="tx2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6500" kern="1200" dirty="0">
              <a:solidFill>
                <a:schemeClr val="bg1"/>
              </a:solidFill>
            </a:rPr>
            <a:t>訓練了一個密集神經網路模型</a:t>
          </a:r>
          <a:r>
            <a:rPr lang="en-US" altLang="zh-TW" sz="6500" kern="1200" dirty="0">
              <a:solidFill>
                <a:schemeClr val="bg1"/>
              </a:solidFill>
            </a:rPr>
            <a:t>(dense neural network model)</a:t>
          </a:r>
          <a:endParaRPr lang="en-US" sz="6500" kern="1200" dirty="0">
            <a:solidFill>
              <a:schemeClr val="bg1"/>
            </a:solidFill>
          </a:endParaRPr>
        </a:p>
      </dsp:txBody>
      <dsp:txXfrm>
        <a:off x="79880" y="79880"/>
        <a:ext cx="23356880" cy="2567533"/>
      </dsp:txXfrm>
    </dsp:sp>
    <dsp:sp modelId="{10A64044-2D13-4C03-86AF-42FE0760A50A}">
      <dsp:nvSpPr>
        <dsp:cNvPr id="0" name=""/>
        <dsp:cNvSpPr/>
      </dsp:nvSpPr>
      <dsp:spPr>
        <a:xfrm>
          <a:off x="2221912" y="3223164"/>
          <a:ext cx="26530300" cy="272729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solidFill>
            <a:schemeClr val="tx2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6500" kern="1200" dirty="0">
              <a:solidFill>
                <a:schemeClr val="bg1"/>
              </a:solidFill>
            </a:rPr>
            <a:t>訓練準確度</a:t>
          </a:r>
          <a:r>
            <a:rPr lang="en-US" altLang="zh-TW" sz="6500" kern="1200" dirty="0">
              <a:solidFill>
                <a:schemeClr val="bg1"/>
              </a:solidFill>
            </a:rPr>
            <a:t>(accuracy)</a:t>
          </a:r>
          <a:r>
            <a:rPr lang="zh-TW" altLang="en-US" sz="6500" kern="1200" dirty="0">
              <a:solidFill>
                <a:schemeClr val="bg1"/>
              </a:solidFill>
            </a:rPr>
            <a:t>很高</a:t>
          </a:r>
          <a:endParaRPr lang="en-US" sz="6500" kern="1200" dirty="0">
            <a:solidFill>
              <a:schemeClr val="bg1"/>
            </a:solidFill>
          </a:endParaRPr>
        </a:p>
      </dsp:txBody>
      <dsp:txXfrm>
        <a:off x="2301792" y="3303044"/>
        <a:ext cx="22375886" cy="2567533"/>
      </dsp:txXfrm>
    </dsp:sp>
    <dsp:sp modelId="{7A32556B-9995-4068-A5DD-FCAE22AD0486}">
      <dsp:nvSpPr>
        <dsp:cNvPr id="0" name=""/>
        <dsp:cNvSpPr/>
      </dsp:nvSpPr>
      <dsp:spPr>
        <a:xfrm>
          <a:off x="4410662" y="6446329"/>
          <a:ext cx="26530300" cy="272729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solidFill>
            <a:schemeClr val="tx2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6500" kern="1200" dirty="0">
              <a:solidFill>
                <a:schemeClr val="bg1"/>
              </a:solidFill>
            </a:rPr>
            <a:t>驗證</a:t>
          </a:r>
          <a:r>
            <a:rPr lang="en-US" altLang="zh-TW" sz="6500" kern="1200" dirty="0">
              <a:solidFill>
                <a:schemeClr val="bg1"/>
              </a:solidFill>
            </a:rPr>
            <a:t>(Validation)</a:t>
          </a:r>
          <a:r>
            <a:rPr lang="zh-TW" altLang="en-US" sz="6500" kern="1200" dirty="0">
              <a:solidFill>
                <a:schemeClr val="bg1"/>
              </a:solidFill>
            </a:rPr>
            <a:t>準確度</a:t>
          </a:r>
          <a:r>
            <a:rPr lang="en-US" altLang="zh-TW" sz="6500" kern="1200" dirty="0">
              <a:solidFill>
                <a:schemeClr val="bg1"/>
              </a:solidFill>
            </a:rPr>
            <a:t>(accuracy)</a:t>
          </a:r>
          <a:r>
            <a:rPr lang="zh-TW" altLang="en-US" sz="6500" kern="1200" dirty="0">
              <a:solidFill>
                <a:schemeClr val="bg1"/>
              </a:solidFill>
            </a:rPr>
            <a:t>很低</a:t>
          </a:r>
          <a:endParaRPr lang="en-US" sz="6500" kern="1200" dirty="0">
            <a:solidFill>
              <a:schemeClr val="bg1"/>
            </a:solidFill>
          </a:endParaRPr>
        </a:p>
      </dsp:txBody>
      <dsp:txXfrm>
        <a:off x="4490542" y="6526209"/>
        <a:ext cx="22409049" cy="2567533"/>
      </dsp:txXfrm>
    </dsp:sp>
    <dsp:sp modelId="{EB00C2C8-D32B-4263-8284-5095A6798132}">
      <dsp:nvSpPr>
        <dsp:cNvPr id="0" name=""/>
        <dsp:cNvSpPr/>
      </dsp:nvSpPr>
      <dsp:spPr>
        <a:xfrm>
          <a:off x="6632574" y="9669494"/>
          <a:ext cx="26530300" cy="2727293"/>
        </a:xfrm>
        <a:prstGeom prst="roundRect">
          <a:avLst>
            <a:gd name="adj" fmla="val 10000"/>
          </a:avLst>
        </a:prstGeom>
        <a:solidFill>
          <a:schemeClr val="tx2">
            <a:lumMod val="20000"/>
            <a:lumOff val="80000"/>
          </a:schemeClr>
        </a:solidFill>
        <a:ln>
          <a:solidFill>
            <a:schemeClr val="tx2">
              <a:lumMod val="75000"/>
            </a:schemeClr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6500" kern="1200" dirty="0">
              <a:solidFill>
                <a:schemeClr val="bg1"/>
              </a:solidFill>
            </a:rPr>
            <a:t>有過度擬合</a:t>
          </a:r>
          <a:r>
            <a:rPr lang="en-US" altLang="zh-TW" sz="6500" kern="1200" dirty="0">
              <a:solidFill>
                <a:schemeClr val="bg1"/>
              </a:solidFill>
            </a:rPr>
            <a:t>(overfitting)</a:t>
          </a:r>
          <a:r>
            <a:rPr lang="zh-TW" altLang="en-US" sz="6500" kern="1200" dirty="0">
              <a:solidFill>
                <a:schemeClr val="bg1"/>
              </a:solidFill>
            </a:rPr>
            <a:t>的跡象</a:t>
          </a:r>
          <a:endParaRPr lang="en-US" sz="6500" kern="1200" dirty="0">
            <a:solidFill>
              <a:schemeClr val="bg1"/>
            </a:solidFill>
          </a:endParaRPr>
        </a:p>
      </dsp:txBody>
      <dsp:txXfrm>
        <a:off x="6712454" y="9749374"/>
        <a:ext cx="22375886" cy="2567533"/>
      </dsp:txXfrm>
    </dsp:sp>
    <dsp:sp modelId="{25CAE8CC-5658-44CE-9A9C-84E230D9A9EC}">
      <dsp:nvSpPr>
        <dsp:cNvPr id="0" name=""/>
        <dsp:cNvSpPr/>
      </dsp:nvSpPr>
      <dsp:spPr>
        <a:xfrm>
          <a:off x="24757559" y="2088858"/>
          <a:ext cx="1772740" cy="1772740"/>
        </a:xfrm>
        <a:prstGeom prst="downArrow">
          <a:avLst>
            <a:gd name="adj1" fmla="val 55000"/>
            <a:gd name="adj2" fmla="val 45000"/>
          </a:avLst>
        </a:prstGeom>
        <a:solidFill>
          <a:srgbClr val="76B900"/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25156425" y="2088858"/>
        <a:ext cx="975008" cy="1333987"/>
      </dsp:txXfrm>
    </dsp:sp>
    <dsp:sp modelId="{B2702E71-F591-493F-8BD9-B440193E7252}">
      <dsp:nvSpPr>
        <dsp:cNvPr id="0" name=""/>
        <dsp:cNvSpPr/>
      </dsp:nvSpPr>
      <dsp:spPr>
        <a:xfrm>
          <a:off x="26979471" y="5312023"/>
          <a:ext cx="1772740" cy="1772740"/>
        </a:xfrm>
        <a:prstGeom prst="downArrow">
          <a:avLst>
            <a:gd name="adj1" fmla="val 55000"/>
            <a:gd name="adj2" fmla="val 45000"/>
          </a:avLst>
        </a:prstGeom>
        <a:solidFill>
          <a:srgbClr val="76B900"/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27378337" y="5312023"/>
        <a:ext cx="975008" cy="1333987"/>
      </dsp:txXfrm>
    </dsp:sp>
    <dsp:sp modelId="{39D7B1CF-AE20-457F-B436-EC40973812B3}">
      <dsp:nvSpPr>
        <dsp:cNvPr id="0" name=""/>
        <dsp:cNvSpPr/>
      </dsp:nvSpPr>
      <dsp:spPr>
        <a:xfrm>
          <a:off x="29168221" y="8535188"/>
          <a:ext cx="1772740" cy="1772740"/>
        </a:xfrm>
        <a:prstGeom prst="downArrow">
          <a:avLst>
            <a:gd name="adj1" fmla="val 55000"/>
            <a:gd name="adj2" fmla="val 45000"/>
          </a:avLst>
        </a:prstGeom>
        <a:solidFill>
          <a:srgbClr val="76B900"/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29567087" y="8535188"/>
        <a:ext cx="975008" cy="13339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4/6/2025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9T08:20:07.67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歡迎來到卷積神經網路</a:t>
            </a:r>
            <a:r>
              <a:rPr lang="en-US" dirty="0"/>
              <a:t>(convolutional neural networks)</a:t>
            </a:r>
            <a:r>
              <a:rPr dirty="0"/>
              <a:t>。</a:t>
            </a:r>
            <a:r>
              <a:rPr dirty="0" err="1"/>
              <a:t>無論您是跟隨我們的初學者系列或直接跳到這堂課，歡迎您！今天我們將討論電腦如何學習「看見</a:t>
            </a:r>
            <a:r>
              <a:rPr dirty="0"/>
              <a:t>」。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AD357-0C40-4436-9D38-C47D60C1C9C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33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3AD357-0C40-4436-9D38-C47D60C1C9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  <a:cs typeface="NVIDIA Sans" panose="020B0503020203020204" pitchFamily="34" charset="0"/>
                <a:sym typeface="Arial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VIDIA Sans" panose="020B0503020203020204" pitchFamily="34" charset="0"/>
              <a:ea typeface="+mn-ea"/>
              <a:cs typeface="NVIDIA Sans" panose="020B0503020203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1567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我們發現我們的模型能夠在訓練資料上獲得高準確度</a:t>
            </a:r>
            <a:r>
              <a:rPr dirty="0"/>
              <a:t>(accuracy)，</a:t>
            </a:r>
            <a:r>
              <a:rPr dirty="0" err="1"/>
              <a:t>但在測試</a:t>
            </a:r>
            <a:r>
              <a:rPr dirty="0"/>
              <a:t>/</a:t>
            </a:r>
            <a:r>
              <a:rPr dirty="0" err="1"/>
              <a:t>驗證</a:t>
            </a:r>
            <a:r>
              <a:rPr dirty="0"/>
              <a:t>(Validation)</a:t>
            </a:r>
            <a:r>
              <a:rPr dirty="0" err="1"/>
              <a:t>資料上卻不然。我們</a:t>
            </a:r>
            <a:r>
              <a:rPr lang="zh-TW" altLang="en-US" dirty="0"/>
              <a:t>的作法是</a:t>
            </a:r>
            <a:r>
              <a:rPr dirty="0" err="1"/>
              <a:t>將圖像作為一長串像素輸入。為什麼這可能不是個好主意</a:t>
            </a:r>
            <a:r>
              <a:rPr dirty="0"/>
              <a:t>？</a:t>
            </a:r>
            <a:r>
              <a:rPr lang="zh-TW" altLang="en-US" dirty="0"/>
              <a:t>由於</a:t>
            </a:r>
            <a:r>
              <a:rPr dirty="0" err="1"/>
              <a:t>像素之間的</a:t>
            </a:r>
            <a:r>
              <a:rPr lang="zh-TW" altLang="en-US" dirty="0"/>
              <a:t>相對位置</a:t>
            </a:r>
            <a:r>
              <a:rPr dirty="0" err="1"/>
              <a:t>包含重要資訊</a:t>
            </a:r>
            <a:r>
              <a:rPr lang="en-US" dirty="0" err="1"/>
              <a:t>，</a:t>
            </a:r>
            <a:r>
              <a:rPr dirty="0" err="1"/>
              <a:t>當我們將圖片扁平化為單一陣列時，我們失去了這些資訊</a:t>
            </a:r>
            <a:r>
              <a:rPr dirty="0"/>
              <a:t>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63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是時候將我們的模型升級為專</a:t>
            </a:r>
            <a:r>
              <a:rPr lang="zh-TW" altLang="en-US" dirty="0"/>
              <a:t>門</a:t>
            </a:r>
            <a:r>
              <a:rPr dirty="0" err="1"/>
              <a:t>為從圖像中提取空間資訊而設計的模型</a:t>
            </a:r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8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在我們深入神經網路之前，讓我們談談電腦視覺專家過去如何處理這類問題。如果你小時候玩過Photoshop、MS</a:t>
            </a:r>
            <a:r>
              <a:rPr dirty="0"/>
              <a:t> </a:t>
            </a:r>
            <a:r>
              <a:rPr dirty="0" err="1"/>
              <a:t>Paint或GIMP，製作.gif、迷因</a:t>
            </a:r>
            <a:r>
              <a:rPr lang="en-US" altLang="zh-TW" dirty="0"/>
              <a:t>(</a:t>
            </a:r>
            <a:r>
              <a:rPr lang="en-US" dirty="0"/>
              <a:t>memes</a:t>
            </a:r>
            <a:r>
              <a:rPr lang="en-US" altLang="zh-TW" dirty="0"/>
              <a:t>)</a:t>
            </a:r>
            <a:r>
              <a:rPr dirty="0" err="1"/>
              <a:t>或有趣圖片：好消息！了解電腦如何表示和操作照片是現代電腦視覺的絕佳基礎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例如，讓我們看看模糊</a:t>
            </a:r>
            <a:r>
              <a:rPr lang="zh-TW" altLang="en-US" dirty="0"/>
              <a:t>化</a:t>
            </a:r>
            <a:r>
              <a:rPr dirty="0"/>
              <a:t>、</a:t>
            </a:r>
            <a:r>
              <a:rPr dirty="0" err="1"/>
              <a:t>銳化、</a:t>
            </a:r>
            <a:r>
              <a:rPr lang="en-US" sz="1200" b="1" dirty="0" err="1">
                <a:solidFill>
                  <a:schemeClr val="tx1"/>
                </a:solidFill>
              </a:rPr>
              <a:t>調</a:t>
            </a:r>
            <a:r>
              <a:rPr dirty="0" err="1"/>
              <a:t>亮和</a:t>
            </a:r>
            <a:r>
              <a:rPr lang="en-US" sz="1200" b="1" dirty="0" err="1">
                <a:solidFill>
                  <a:schemeClr val="tx1"/>
                </a:solidFill>
              </a:rPr>
              <a:t>調</a:t>
            </a:r>
            <a:r>
              <a:rPr dirty="0" err="1"/>
              <a:t>暗工具。在繪圖程式中</a:t>
            </a:r>
            <a:r>
              <a:rPr dirty="0"/>
              <a:t>，</a:t>
            </a:r>
            <a:r>
              <a:rPr lang="zh-TW" altLang="en-US" dirty="0"/>
              <a:t>隨著</a:t>
            </a:r>
            <a:r>
              <a:rPr dirty="0" err="1"/>
              <a:t>我們</a:t>
            </a:r>
            <a:r>
              <a:rPr lang="zh-TW" altLang="en-US" dirty="0"/>
              <a:t>滑鼠</a:t>
            </a:r>
            <a:r>
              <a:rPr dirty="0" err="1"/>
              <a:t>點擊</a:t>
            </a:r>
            <a:r>
              <a:rPr lang="zh-TW" altLang="en-US" dirty="0"/>
              <a:t>而調整</a:t>
            </a:r>
            <a:r>
              <a:rPr dirty="0" err="1"/>
              <a:t>圖像的</a:t>
            </a:r>
            <a:r>
              <a:rPr lang="zh-TW" altLang="en-US" dirty="0"/>
              <a:t>作用</a:t>
            </a:r>
            <a:r>
              <a:rPr dirty="0"/>
              <a:t>區</a:t>
            </a:r>
            <a:r>
              <a:rPr lang="zh-TW" altLang="en-US" dirty="0"/>
              <a:t>域</a:t>
            </a:r>
            <a:r>
              <a:rPr dirty="0" err="1"/>
              <a:t>稱為核心</a:t>
            </a:r>
            <a:r>
              <a:rPr dirty="0"/>
              <a:t>(Kernel)。</a:t>
            </a:r>
            <a:r>
              <a:rPr dirty="0" err="1"/>
              <a:t>卷積</a:t>
            </a:r>
            <a:r>
              <a:rPr dirty="0"/>
              <a:t>(Convolution)</a:t>
            </a:r>
            <a:r>
              <a:rPr dirty="0" err="1"/>
              <a:t>是當我們的核心</a:t>
            </a:r>
            <a:r>
              <a:rPr lang="en-US" dirty="0"/>
              <a:t>(Kernel)</a:t>
            </a:r>
            <a:r>
              <a:rPr dirty="0" err="1"/>
              <a:t>與圖像相乘</a:t>
            </a:r>
            <a:r>
              <a:rPr lang="en-US" altLang="zh-TW" dirty="0"/>
              <a:t>(</a:t>
            </a:r>
            <a:r>
              <a:rPr lang="en-US" dirty="0"/>
              <a:t>multiplied</a:t>
            </a:r>
            <a:r>
              <a:rPr lang="en-US" altLang="zh-TW" dirty="0"/>
              <a:t>)</a:t>
            </a:r>
            <a:r>
              <a:rPr dirty="0" err="1"/>
              <a:t>時發生的事情，這就是當我們選擇這些工具並在圖像上拖動時所發生的。從技術上講，卷積是將一個函式應用於另一個函式，但我們可以</a:t>
            </a:r>
            <a:r>
              <a:rPr lang="zh-TW" altLang="en-US" dirty="0"/>
              <a:t>我們的</a:t>
            </a:r>
            <a:r>
              <a:rPr dirty="0" err="1"/>
              <a:t>圖像視為</a:t>
            </a:r>
            <a:r>
              <a:rPr lang="zh-TW" altLang="en-US" dirty="0"/>
              <a:t>一個</a:t>
            </a:r>
            <a:r>
              <a:rPr dirty="0" err="1"/>
              <a:t>顏色的函式，而核心</a:t>
            </a:r>
            <a:r>
              <a:rPr lang="en-US" dirty="0"/>
              <a:t>(Kernel)</a:t>
            </a:r>
            <a:r>
              <a:rPr dirty="0" err="1"/>
              <a:t>視為</a:t>
            </a:r>
            <a:r>
              <a:rPr lang="zh-TW" altLang="en-US" dirty="0"/>
              <a:t>一個</a:t>
            </a:r>
            <a:r>
              <a:rPr dirty="0" err="1"/>
              <a:t>像素</a:t>
            </a:r>
            <a:r>
              <a:rPr lang="en-US" altLang="zh-TW" dirty="0"/>
              <a:t>(</a:t>
            </a:r>
            <a:r>
              <a:rPr lang="en-US" dirty="0"/>
              <a:t>pixel</a:t>
            </a:r>
            <a:r>
              <a:rPr lang="en-US" altLang="zh-TW" dirty="0"/>
              <a:t>)</a:t>
            </a:r>
            <a:r>
              <a:rPr dirty="0" err="1"/>
              <a:t>的函式</a:t>
            </a:r>
            <a:r>
              <a:rPr dirty="0"/>
              <a:t>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28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1E49E-247B-AA87-2BD7-B66EC985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00071-3ABB-AC02-8B6A-6A83C2E56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2D75C5-7042-10DE-C0D2-4332FF43D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核心</a:t>
            </a:r>
            <a:r>
              <a:rPr lang="en-US" altLang="zh-TW" dirty="0"/>
              <a:t>(</a:t>
            </a:r>
            <a:r>
              <a:rPr lang="en-US" dirty="0"/>
              <a:t>Kernel)</a:t>
            </a:r>
            <a:r>
              <a:rPr lang="zh-TW" altLang="en-US" dirty="0"/>
              <a:t>只是一個小矩陣，模糊化是對表示像素的數字進行加權平均。銳化使中心像素變亮，但減去與其直接相鄰的像素。變亮使中心像素的顏色值變大（如果</a:t>
            </a:r>
            <a:r>
              <a:rPr lang="en-US" altLang="zh-TW" dirty="0"/>
              <a:t>255</a:t>
            </a:r>
            <a:r>
              <a:rPr lang="zh-TW" altLang="en-US" dirty="0"/>
              <a:t>是白色）或變小（如果</a:t>
            </a:r>
            <a:r>
              <a:rPr lang="en-US" altLang="zh-TW" dirty="0"/>
              <a:t>0</a:t>
            </a:r>
            <a:r>
              <a:rPr lang="zh-TW" altLang="en-US" dirty="0"/>
              <a:t>是白色）。變暗則相反。讓我們看一個更小的圖像並分解它。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B0ED0-8BA5-2A8E-C3FE-2EE9CE26F9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94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好的，我們有一張心形圖片。不明顯？抱歉，只有6 x 6像素可用。</a:t>
            </a:r>
          </a:p>
          <a:p>
            <a:r>
              <a:rPr dirty="0" err="1"/>
              <a:t>我們將逐步進行卷積。中間的星號是卷積運算符</a:t>
            </a:r>
            <a:r>
              <a:rPr lang="en-US" altLang="zh-TW" dirty="0"/>
              <a:t>(</a:t>
            </a:r>
            <a:r>
              <a:rPr lang="en-US" dirty="0"/>
              <a:t>convolution operator</a:t>
            </a:r>
            <a:r>
              <a:rPr lang="en-US" altLang="zh-TW" dirty="0"/>
              <a:t>)</a:t>
            </a:r>
            <a:r>
              <a:rPr dirty="0"/>
              <a:t>。結果圖像將是4 x 4。稍後會更明顯。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47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：</a:t>
            </a:r>
            <a:r>
              <a:rPr dirty="0" err="1"/>
              <a:t>讓我們從左上角開始。我們將要卷積的部分（這裡的</a:t>
            </a:r>
            <a:r>
              <a:rPr lang="zh-TW" altLang="en-US" dirty="0"/>
              <a:t>黑</a:t>
            </a:r>
            <a:r>
              <a:rPr dirty="0" err="1"/>
              <a:t>框）稱為窗口</a:t>
            </a:r>
            <a:r>
              <a:rPr lang="en-US" altLang="zh-TW" dirty="0"/>
              <a:t>(</a:t>
            </a:r>
            <a:r>
              <a:rPr lang="en-US" dirty="0"/>
              <a:t>window</a:t>
            </a:r>
            <a:r>
              <a:rPr lang="en-US" altLang="zh-TW" dirty="0"/>
              <a:t>)</a:t>
            </a:r>
            <a:r>
              <a:rPr dirty="0"/>
              <a:t>。</a:t>
            </a:r>
            <a:r>
              <a:rPr dirty="0" err="1"/>
              <a:t>注意它與我們的核心</a:t>
            </a:r>
            <a:r>
              <a:rPr dirty="0"/>
              <a:t>(Kernel)</a:t>
            </a:r>
            <a:r>
              <a:rPr dirty="0" err="1"/>
              <a:t>形狀相同</a:t>
            </a:r>
            <a:r>
              <a:rPr dirty="0"/>
              <a:t>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63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我們將使用</a:t>
            </a:r>
            <a:r>
              <a:rPr lang="zh-TW" altLang="en-US" dirty="0"/>
              <a:t>我們的</a:t>
            </a:r>
            <a:r>
              <a:rPr dirty="0" err="1"/>
              <a:t>核心</a:t>
            </a:r>
            <a:r>
              <a:rPr dirty="0"/>
              <a:t>(Kernel)，</a:t>
            </a:r>
            <a:r>
              <a:rPr dirty="0" err="1"/>
              <a:t>並將核心</a:t>
            </a:r>
            <a:r>
              <a:rPr dirty="0"/>
              <a:t>(Kernel)</a:t>
            </a:r>
            <a:r>
              <a:rPr dirty="0" err="1"/>
              <a:t>中的每</a:t>
            </a:r>
            <a:r>
              <a:rPr lang="zh-TW" altLang="en-US" dirty="0"/>
              <a:t>一格</a:t>
            </a:r>
            <a:r>
              <a:rPr lang="en-US" altLang="zh-TW" dirty="0"/>
              <a:t>(cell)</a:t>
            </a:r>
            <a:r>
              <a:rPr dirty="0" err="1"/>
              <a:t>與窗口中相應的</a:t>
            </a:r>
            <a:r>
              <a:rPr lang="zh-TW" altLang="en-US" dirty="0"/>
              <a:t>每一格</a:t>
            </a:r>
            <a:r>
              <a:rPr lang="en-US" altLang="zh-TW" dirty="0"/>
              <a:t>(cell)</a:t>
            </a:r>
            <a:r>
              <a:rPr dirty="0" err="1"/>
              <a:t>相乘</a:t>
            </a:r>
            <a:r>
              <a:rPr dirty="0"/>
              <a:t>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133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然後我們將計算相乘結果的</a:t>
            </a:r>
            <a:r>
              <a:rPr lang="zh-TW" altLang="en-US" dirty="0"/>
              <a:t>加總</a:t>
            </a:r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24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接下來，我們將窗口移動1個單位...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26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然後我們重複這個過程，直到計算完整個圖像的卷積</a:t>
            </a:r>
            <a:r>
              <a:rPr dirty="0"/>
              <a:t>。</a:t>
            </a:r>
          </a:p>
          <a:p>
            <a:r>
              <a:rPr dirty="0"/>
              <a:t>https://mathworld.wolfram.com/Convolution.html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221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我們可以調整卷積</a:t>
            </a:r>
            <a:r>
              <a:rPr lang="en-US" altLang="zh-TW" dirty="0"/>
              <a:t>(</a:t>
            </a:r>
            <a:r>
              <a:rPr lang="en-US" dirty="0"/>
              <a:t>convolution</a:t>
            </a:r>
            <a:r>
              <a:rPr lang="en-US" altLang="zh-TW" dirty="0"/>
              <a:t>)</a:t>
            </a:r>
            <a:r>
              <a:rPr dirty="0" err="1"/>
              <a:t>的幾個參數。其中一個是步長</a:t>
            </a:r>
            <a:r>
              <a:rPr dirty="0"/>
              <a:t>(Stride)，</a:t>
            </a:r>
            <a:r>
              <a:rPr dirty="0" err="1"/>
              <a:t>即在進行卷積時我們應該將窗口移動多少單</a:t>
            </a:r>
            <a:r>
              <a:rPr lang="zh-TW" altLang="en-US" dirty="0"/>
              <a:t>位</a:t>
            </a:r>
            <a:r>
              <a:rPr dirty="0"/>
              <a:t>。</a:t>
            </a:r>
            <a:r>
              <a:rPr dirty="0" err="1"/>
              <a:t>讓我們將心形圖切成兩半來說明。哦不，破碎的心</a:t>
            </a:r>
            <a:r>
              <a:rPr dirty="0"/>
              <a:t>！</a:t>
            </a:r>
          </a:p>
          <a:p>
            <a:r>
              <a:rPr dirty="0" err="1"/>
              <a:t>假設我們使用與之前相同的核心</a:t>
            </a:r>
            <a:r>
              <a:rPr dirty="0"/>
              <a:t>(Kernel)。</a:t>
            </a:r>
          </a:p>
          <a:p>
            <a:endParaRPr dirty="0"/>
          </a:p>
          <a:p>
            <a:r>
              <a:rPr dirty="0" err="1"/>
              <a:t>使用步長</a:t>
            </a:r>
            <a:r>
              <a:rPr dirty="0"/>
              <a:t>(Stride)2，我們跳過每隔一列和每隔一行開始卷積</a:t>
            </a:r>
            <a:r>
              <a:rPr lang="en-US" altLang="zh-TW" dirty="0"/>
              <a:t>(</a:t>
            </a:r>
            <a:r>
              <a:rPr lang="en-US" dirty="0"/>
              <a:t>convolution</a:t>
            </a:r>
            <a:r>
              <a:rPr lang="en-US" altLang="zh-TW" dirty="0"/>
              <a:t>)</a:t>
            </a:r>
            <a:r>
              <a:rPr dirty="0"/>
              <a:t>。這樣做時，我們也生成較少的數據，這有利有弊。好處是我們需要分析的數據較少，但如果我們增加步長(Stride)</a:t>
            </a:r>
            <a:r>
              <a:rPr dirty="0" err="1"/>
              <a:t>太多，可能會錯過重要信息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另一點需要注意的是，使用步長</a:t>
            </a:r>
            <a:r>
              <a:rPr dirty="0"/>
              <a:t>(Stride)2時，我們沒有足夠的</a:t>
            </a:r>
            <a:r>
              <a:rPr lang="zh-TW" altLang="en-US" dirty="0"/>
              <a:t>列</a:t>
            </a:r>
            <a:r>
              <a:rPr lang="en-US" altLang="zh-TW" dirty="0"/>
              <a:t>(Row)</a:t>
            </a:r>
            <a:r>
              <a:rPr dirty="0" err="1"/>
              <a:t>來對圖像的右側進行卷積</a:t>
            </a:r>
            <a:r>
              <a:rPr dirty="0"/>
              <a:t>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37550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如果我們希望有足夠的數據確保所有像素都用於卷積，或者希望結果圖像與輸入圖像大小相同，我們可以進行填充</a:t>
            </a:r>
            <a:r>
              <a:rPr dirty="0"/>
              <a:t>(Padding)。</a:t>
            </a:r>
            <a:r>
              <a:rPr dirty="0" err="1"/>
              <a:t>一種快速簡單的方法是「零」填充</a:t>
            </a:r>
            <a:r>
              <a:rPr dirty="0"/>
              <a:t>(Zero Padding)，</a:t>
            </a:r>
            <a:r>
              <a:rPr dirty="0" err="1"/>
              <a:t>即在圖像周圍添加一個零的邊框。在許多情況下這已足夠，但在某些圖像較小的情況下，它可能會影響卷積結果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https://setosa.io/ev/image-kernels/</a:t>
            </a:r>
          </a:p>
          <a:p>
            <a:r>
              <a:rPr dirty="0"/>
              <a:t>https://glassboxmedicine.com/2019/04/13/a-short-history-of-convolutional-neural-networks/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906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還有許多其他類型的填充</a:t>
            </a:r>
            <a:r>
              <a:rPr dirty="0"/>
              <a:t>(Padding)。</a:t>
            </a:r>
            <a:r>
              <a:rPr dirty="0" err="1"/>
              <a:t>許多框架都有「鏡像填充</a:t>
            </a:r>
            <a:r>
              <a:rPr dirty="0"/>
              <a:t>(Mirror Padding)」，</a:t>
            </a:r>
            <a:r>
              <a:rPr dirty="0" err="1"/>
              <a:t>它複製頂部和底部</a:t>
            </a:r>
            <a:r>
              <a:rPr lang="zh-TW" altLang="en-US" dirty="0"/>
              <a:t>列</a:t>
            </a:r>
            <a:r>
              <a:rPr dirty="0"/>
              <a:t>，</a:t>
            </a:r>
            <a:r>
              <a:rPr dirty="0" err="1"/>
              <a:t>以及左右</a:t>
            </a:r>
            <a:r>
              <a:rPr lang="zh-TW" altLang="en-US" dirty="0"/>
              <a:t>行</a:t>
            </a:r>
            <a:r>
              <a:rPr dirty="0"/>
              <a:t>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507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那麼這如何應用於神經網路</a:t>
            </a:r>
            <a:r>
              <a:rPr dirty="0"/>
              <a:t>？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47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在神經網路之前，電腦視覺研究人員會嘗試調整核心</a:t>
            </a:r>
            <a:r>
              <a:rPr dirty="0"/>
              <a:t>(Kernel)內的數字，看是否能在圖像中找到任何有趣的特徵。到目前為止，我們只使用了3 x 3的核心(Kernel)，</a:t>
            </a:r>
            <a:r>
              <a:rPr dirty="0" err="1"/>
              <a:t>但它們可以是任何大小，研究人員會嘗試做一些事情，比如製作一個在卷積</a:t>
            </a:r>
            <a:r>
              <a:rPr lang="zh-TW" altLang="en-US" dirty="0"/>
              <a:t>到</a:t>
            </a:r>
            <a:r>
              <a:rPr dirty="0" err="1"/>
              <a:t>貓耳時返回高值的核心</a:t>
            </a:r>
            <a:r>
              <a:rPr dirty="0"/>
              <a:t>(Kernel)。</a:t>
            </a:r>
            <a:r>
              <a:rPr dirty="0" err="1"/>
              <a:t>所以，你可以有一個貓耳核心</a:t>
            </a:r>
            <a:r>
              <a:rPr dirty="0"/>
              <a:t>(Kernel)、</a:t>
            </a:r>
            <a:r>
              <a:rPr dirty="0" err="1"/>
              <a:t>一個貓鼻核心</a:t>
            </a:r>
            <a:r>
              <a:rPr dirty="0"/>
              <a:t>(Kernel)、</a:t>
            </a:r>
            <a:r>
              <a:rPr dirty="0" err="1"/>
              <a:t>一個貓眼核心</a:t>
            </a:r>
            <a:r>
              <a:rPr dirty="0"/>
              <a:t>(Kernel)，</a:t>
            </a:r>
            <a:r>
              <a:rPr dirty="0" err="1"/>
              <a:t>如果你在圖像中運行所有這些</a:t>
            </a:r>
            <a:r>
              <a:rPr lang="zh-TW" altLang="en-US" dirty="0"/>
              <a:t>核心</a:t>
            </a:r>
            <a:r>
              <a:rPr dirty="0" err="1"/>
              <a:t>並找到匹配</a:t>
            </a:r>
            <a:r>
              <a:rPr lang="zh-TW" altLang="en-US" dirty="0"/>
              <a:t>的特徵</a:t>
            </a:r>
            <a:r>
              <a:rPr dirty="0"/>
              <a:t>，</a:t>
            </a:r>
            <a:r>
              <a:rPr dirty="0" err="1"/>
              <a:t>你可能會猜測那裡有一隻貓</a:t>
            </a:r>
            <a:r>
              <a:rPr dirty="0"/>
              <a:t>！</a:t>
            </a:r>
          </a:p>
          <a:p>
            <a:endParaRPr dirty="0"/>
          </a:p>
          <a:p>
            <a:r>
              <a:rPr dirty="0" err="1"/>
              <a:t>但隨著神經網路變得越來越強大，人們發現，哇。核心</a:t>
            </a:r>
            <a:r>
              <a:rPr dirty="0"/>
              <a:t>(Kernel)</a:t>
            </a:r>
            <a:r>
              <a:rPr dirty="0" err="1"/>
              <a:t>是將權重乘以輸入，然後將結果相加的裝置。還有什麼也這樣做</a:t>
            </a:r>
            <a:r>
              <a:rPr dirty="0"/>
              <a:t>？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88805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備註</a:t>
            </a:r>
            <a:r>
              <a:rPr dirty="0"/>
              <a:t>：</a:t>
            </a:r>
            <a:endParaRPr lang="en-US" dirty="0"/>
          </a:p>
          <a:p>
            <a:r>
              <a:rPr dirty="0" err="1"/>
              <a:t>哦對，神經元也是這樣做的！這正是卷積神經網路的原理。它們將神經元的輸入</a:t>
            </a:r>
            <a:r>
              <a:rPr lang="zh-TW" altLang="en-US" dirty="0"/>
              <a:t>對應</a:t>
            </a:r>
            <a:r>
              <a:rPr lang="en-US" altLang="zh-TW" dirty="0"/>
              <a:t>(</a:t>
            </a:r>
            <a:r>
              <a:rPr lang="en-US" dirty="0"/>
              <a:t>map</a:t>
            </a:r>
            <a:r>
              <a:rPr lang="en-US" altLang="zh-TW" dirty="0"/>
              <a:t>)</a:t>
            </a:r>
            <a:r>
              <a:rPr dirty="0" err="1"/>
              <a:t>到具有可訓練權重</a:t>
            </a:r>
            <a:r>
              <a:rPr lang="en-US" altLang="zh-TW" dirty="0"/>
              <a:t>(</a:t>
            </a:r>
            <a:r>
              <a:rPr lang="en-US" dirty="0"/>
              <a:t>trainable weights.</a:t>
            </a:r>
            <a:r>
              <a:rPr lang="en-US" altLang="zh-TW" dirty="0"/>
              <a:t>)</a:t>
            </a:r>
            <a:r>
              <a:rPr dirty="0" err="1"/>
              <a:t>的核心</a:t>
            </a:r>
            <a:r>
              <a:rPr dirty="0"/>
              <a:t>(Kernel)。</a:t>
            </a:r>
          </a:p>
          <a:p>
            <a:endParaRPr dirty="0"/>
          </a:p>
          <a:p>
            <a:r>
              <a:rPr dirty="0" err="1"/>
              <a:t>有趣的歷史：https</a:t>
            </a:r>
            <a:r>
              <a:rPr dirty="0"/>
              <a:t>://glassboxmedicine.com/2019/04/13/a-short-history-of-convolutional-neural-networks/</a:t>
            </a:r>
          </a:p>
          <a:p>
            <a:r>
              <a:rPr dirty="0" err="1"/>
              <a:t>CNN的反向傳播工作原理：https</a:t>
            </a:r>
            <a:r>
              <a:rPr dirty="0"/>
              <a:t>://www.jefkine.com/general/2016/09/05/backpropagation-in-convolutional-neural-networks/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1291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dirty="0" err="1"/>
              <a:t>這是我們新的神經網路架構。這比我們在課程練習</a:t>
            </a:r>
            <a:r>
              <a:rPr dirty="0"/>
              <a:t>(Lab)</a:t>
            </a:r>
            <a:r>
              <a:rPr dirty="0" err="1"/>
              <a:t>中要做的小一些，但結構類似。首先，我們有輸入圖像。我們將從可</a:t>
            </a:r>
            <a:r>
              <a:rPr lang="zh-TW" altLang="en-US" dirty="0"/>
              <a:t>調整</a:t>
            </a:r>
            <a:r>
              <a:rPr dirty="0" err="1"/>
              <a:t>數量的卷積層</a:t>
            </a:r>
            <a:r>
              <a:rPr lang="en-US" dirty="0"/>
              <a:t>(convolutional layers)</a:t>
            </a:r>
            <a:r>
              <a:rPr dirty="0"/>
              <a:t>開始（在這種情況下是2個3x3x1灰度過濾器(</a:t>
            </a:r>
            <a:r>
              <a:rPr lang="en-US" dirty="0"/>
              <a:t>greyscale </a:t>
            </a:r>
            <a:r>
              <a:rPr dirty="0"/>
              <a:t>filter)）。</a:t>
            </a:r>
            <a:r>
              <a:rPr dirty="0" err="1"/>
              <a:t>我們可以擁有任意數量的過濾器</a:t>
            </a:r>
            <a:r>
              <a:rPr dirty="0"/>
              <a:t>(filter)，</a:t>
            </a:r>
            <a:r>
              <a:rPr dirty="0" err="1"/>
              <a:t>每個過濾器</a:t>
            </a:r>
            <a:r>
              <a:rPr dirty="0"/>
              <a:t>(filter)</a:t>
            </a:r>
            <a:r>
              <a:rPr dirty="0" err="1"/>
              <a:t>都會通過嘗試從原始圖像中提取有趣特徵來產生新圖像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然後我們將這些圖像堆疊在一起，最終得到一個三維圖像，但不是人類感知的那種3D。然後我們可以將這個新圖像通過一組新的過濾器(filter)。在進行卷積時，即使我們在技術上進行的是2D卷積（因為我們使用黑白圖像），我們實際上是在對一個3D物體進行卷積，該物體的大小是我們的窗口大小乘以堆疊圖像的數量。因為我們有兩個堆疊圖像，所以我們的核心(Kernel)正在處理堆疊圖像的3x3x2切片。在上圖中，我們有2個3x3x2過濾器(filter)。</a:t>
            </a:r>
          </a:p>
          <a:p>
            <a:endParaRPr dirty="0"/>
          </a:p>
          <a:p>
            <a:r>
              <a:rPr dirty="0" err="1"/>
              <a:t>當我們完成卷積後，我們會將所有內容扁平化，並像往常一樣將結果輸入到我們的神經網路中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過去，數據科學家會更多地嘗試調整核心</a:t>
            </a:r>
            <a:r>
              <a:rPr dirty="0"/>
              <a:t>(Kernel)大小，在某些情況下這仍然有用，但根據經驗，堅持使用3x3效果很好。讓我們回到電腦視覺理論來理解原因。</a:t>
            </a:r>
          </a:p>
          <a:p>
            <a:endParaRPr dirty="0"/>
          </a:p>
          <a:p>
            <a:r>
              <a:rPr dirty="0" err="1"/>
              <a:t>關於如何可視化核心</a:t>
            </a:r>
            <a:r>
              <a:rPr dirty="0"/>
              <a:t>(Kernel)</a:t>
            </a:r>
            <a:r>
              <a:rPr dirty="0" err="1"/>
              <a:t>的優秀Stack</a:t>
            </a:r>
            <a:r>
              <a:rPr dirty="0"/>
              <a:t> </a:t>
            </a:r>
            <a:r>
              <a:rPr dirty="0" err="1"/>
              <a:t>Overflow討論：https</a:t>
            </a:r>
            <a:r>
              <a:rPr dirty="0"/>
              <a:t>://stackoverflow.com/questions/43305891/how-to-correctly-get-layer-weights-from-conv2d-in-keras</a:t>
            </a:r>
          </a:p>
          <a:p>
            <a:r>
              <a:rPr dirty="0" err="1"/>
              <a:t>另一個關於核心</a:t>
            </a:r>
            <a:r>
              <a:rPr dirty="0"/>
              <a:t>(Kernel)</a:t>
            </a:r>
            <a:r>
              <a:rPr dirty="0" err="1"/>
              <a:t>維度的Stack</a:t>
            </a:r>
            <a:r>
              <a:rPr dirty="0"/>
              <a:t> </a:t>
            </a:r>
            <a:r>
              <a:rPr dirty="0" err="1"/>
              <a:t>Overflow討論：https</a:t>
            </a:r>
            <a:r>
              <a:rPr dirty="0"/>
              <a:t>://stackoverflow.com/questions/46480699/why-are-my-keras-conv2d-kernels-3-dimensional#:~:text=I%20understand%20the%20mechanics%20of,kernels%20of%20size(7x7x8).</a:t>
            </a:r>
          </a:p>
          <a:p>
            <a:endParaRPr dirty="0"/>
          </a:p>
          <a:p>
            <a:r>
              <a:rPr dirty="0" err="1"/>
              <a:t>這是一個</a:t>
            </a:r>
            <a:r>
              <a:rPr lang="zh-TW" altLang="en-US" dirty="0"/>
              <a:t>進階</a:t>
            </a:r>
            <a:r>
              <a:rPr dirty="0" err="1"/>
              <a:t>的主題，但這裡我們進行的是</a:t>
            </a:r>
            <a:r>
              <a:rPr lang="zh-TW" altLang="en-US" dirty="0"/>
              <a:t>一般的</a:t>
            </a:r>
            <a:r>
              <a:rPr dirty="0" err="1"/>
              <a:t>卷積</a:t>
            </a:r>
            <a:r>
              <a:rPr lang="en-US" dirty="0"/>
              <a:t>(conventional convolution)</a:t>
            </a:r>
            <a:r>
              <a:rPr dirty="0"/>
              <a:t>，</a:t>
            </a:r>
            <a:r>
              <a:rPr dirty="0" err="1"/>
              <a:t>但有許多方法可以</a:t>
            </a:r>
            <a:r>
              <a:rPr lang="zh-TW" altLang="en-US" dirty="0"/>
              <a:t>去實</a:t>
            </a:r>
            <a:r>
              <a:rPr dirty="0"/>
              <a:t>做。</a:t>
            </a:r>
          </a:p>
          <a:p>
            <a:r>
              <a:rPr dirty="0" err="1"/>
              <a:t>深入探討不同類型的文章：https</a:t>
            </a:r>
            <a:r>
              <a:rPr dirty="0"/>
              <a:t>://towardsdatascience.com/a-comprehensive-introduction-to-different-types-of-convolutions-in-deep-learning-669281e58215</a:t>
            </a:r>
          </a:p>
          <a:p>
            <a:r>
              <a:rPr dirty="0" err="1"/>
              <a:t>數學</a:t>
            </a:r>
            <a:r>
              <a:rPr lang="zh-TW" altLang="en-US" dirty="0"/>
              <a:t>解釋</a:t>
            </a:r>
            <a:r>
              <a:rPr dirty="0" err="1"/>
              <a:t>的文章：http</a:t>
            </a:r>
            <a:r>
              <a:rPr dirty="0"/>
              <a:t>://d2l.ai/</a:t>
            </a:r>
            <a:r>
              <a:rPr dirty="0" err="1"/>
              <a:t>chapter_convolutional</a:t>
            </a:r>
            <a:r>
              <a:rPr dirty="0"/>
              <a:t>-neural-networks/channels.html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2D639A-AF38-4D9A-897E-57859A70BDEB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itchFamily="34" charset="0"/>
                <a:ea typeface="ＭＳ Ｐゴシック" pitchFamily="-16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itchFamily="34" charset="0"/>
              <a:ea typeface="ＭＳ Ｐゴシック" pitchFamily="-16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0740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endParaRPr lang="en-US" dirty="0"/>
          </a:p>
          <a:p>
            <a:r>
              <a:rPr dirty="0" err="1"/>
              <a:t>所以當研究人員在神經網路之前首次提出這些核心</a:t>
            </a:r>
            <a:r>
              <a:rPr dirty="0"/>
              <a:t>(Kernel)</a:t>
            </a:r>
            <a:r>
              <a:rPr dirty="0" err="1"/>
              <a:t>時，他們也意識到可以使用它們來計算這些圖像的導數</a:t>
            </a:r>
            <a:r>
              <a:rPr lang="en-US" dirty="0"/>
              <a:t>(derivative)</a:t>
            </a:r>
            <a:r>
              <a:rPr dirty="0"/>
              <a:t>。</a:t>
            </a:r>
            <a:r>
              <a:rPr dirty="0" err="1"/>
              <a:t>這到底是什麼意思？有一類特殊的核心</a:t>
            </a:r>
            <a:r>
              <a:rPr dirty="0"/>
              <a:t>(Kernel)</a:t>
            </a:r>
            <a:r>
              <a:rPr dirty="0" err="1"/>
              <a:t>可以檢測邊緣，即圖像顏色變化迅速的地方。例如，左側的核心</a:t>
            </a:r>
            <a:r>
              <a:rPr dirty="0"/>
              <a:t>(Kernel)</a:t>
            </a:r>
            <a:r>
              <a:rPr dirty="0" err="1"/>
              <a:t>檢測垂直邊緣，右側的核心</a:t>
            </a:r>
            <a:r>
              <a:rPr dirty="0"/>
              <a:t>(Kernel)</a:t>
            </a:r>
            <a:r>
              <a:rPr dirty="0" err="1"/>
              <a:t>檢測水平邊緣</a:t>
            </a:r>
            <a:endParaRPr dirty="0"/>
          </a:p>
          <a:p>
            <a:r>
              <a:rPr dirty="0"/>
              <a:t>（</a:t>
            </a:r>
            <a:r>
              <a:rPr dirty="0" err="1"/>
              <a:t>注意左側的水平線消失了嗎？這是因為如果有水平線，就沒有水平變化</a:t>
            </a:r>
            <a:r>
              <a:rPr dirty="0"/>
              <a:t>）。</a:t>
            </a:r>
          </a:p>
          <a:p>
            <a:endParaRPr dirty="0"/>
          </a:p>
          <a:p>
            <a:r>
              <a:rPr dirty="0" err="1"/>
              <a:t>通過結合水平和垂直變化的信息，砰！我們現在有了每個點的變化方向</a:t>
            </a:r>
            <a:r>
              <a:rPr dirty="0"/>
              <a:t>。（</a:t>
            </a:r>
            <a:r>
              <a:rPr dirty="0" err="1"/>
              <a:t>你有沒有想過「顏色漸變</a:t>
            </a:r>
            <a:r>
              <a:rPr lang="en-US" dirty="0"/>
              <a:t>(Color Gradient)</a:t>
            </a:r>
            <a:r>
              <a:rPr dirty="0"/>
              <a:t>」</a:t>
            </a:r>
            <a:r>
              <a:rPr dirty="0" err="1"/>
              <a:t>這個術語的來源</a:t>
            </a:r>
            <a:r>
              <a:rPr dirty="0"/>
              <a:t>？）</a:t>
            </a:r>
          </a:p>
          <a:p>
            <a:endParaRPr dirty="0"/>
          </a:p>
          <a:p>
            <a:r>
              <a:rPr dirty="0" err="1"/>
              <a:t>我們可以用這些信息做一些很酷的事情，比如能夠識別圖像中的任何圓圈（像我們之前的彈珠</a:t>
            </a:r>
            <a:r>
              <a:rPr dirty="0"/>
              <a:t>），</a:t>
            </a:r>
            <a:r>
              <a:rPr dirty="0" err="1"/>
              <a:t>但與其自己計算這些複雜的數學，我們不如讓神經網路來做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這</a:t>
            </a:r>
            <a:r>
              <a:rPr lang="zh-TW" altLang="en-US" dirty="0"/>
              <a:t>裡有</a:t>
            </a:r>
            <a:r>
              <a:rPr dirty="0" err="1"/>
              <a:t>一個展示這些概念的絕佳演示網站：https</a:t>
            </a:r>
            <a:r>
              <a:rPr dirty="0"/>
              <a:t>://setosa.io/</a:t>
            </a:r>
            <a:r>
              <a:rPr dirty="0" err="1"/>
              <a:t>ev</a:t>
            </a:r>
            <a:r>
              <a:rPr dirty="0"/>
              <a:t>/image-kernels/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07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…</a:t>
            </a:r>
          </a:p>
          <a:p>
            <a:r>
              <a:rPr lang="en-US" dirty="0" err="1"/>
              <a:t>聽起來有點怪</a:t>
            </a:r>
            <a:r>
              <a:rPr dirty="0" err="1"/>
              <a:t>，人工神經網路的工作方式與我們自己的大腦處理圖像非常相似。我們的大腦和人工大腦都會將邊緣檢測器</a:t>
            </a:r>
            <a:r>
              <a:rPr lang="en-US" altLang="zh-TW" dirty="0"/>
              <a:t>(</a:t>
            </a:r>
            <a:r>
              <a:rPr lang="en-US" dirty="0"/>
              <a:t>edge detectors</a:t>
            </a:r>
            <a:r>
              <a:rPr lang="en-US" altLang="zh-TW" dirty="0"/>
              <a:t>)</a:t>
            </a:r>
            <a:r>
              <a:rPr dirty="0" err="1"/>
              <a:t>的結果輸入到下一層，該層將檢測邊緣之間的交叉點，並善於檢測紋理和圖案。這些</a:t>
            </a:r>
            <a:r>
              <a:rPr lang="zh-TW" altLang="en-US" dirty="0"/>
              <a:t>偵測結果送</a:t>
            </a:r>
            <a:r>
              <a:rPr dirty="0" err="1"/>
              <a:t>到下一層</a:t>
            </a:r>
            <a:r>
              <a:rPr lang="en-US" dirty="0"/>
              <a:t>，</a:t>
            </a:r>
            <a:r>
              <a:rPr lang="zh-TW" altLang="en-US" dirty="0"/>
              <a:t>在</a:t>
            </a:r>
            <a:r>
              <a:rPr dirty="0" err="1"/>
              <a:t>下一層</a:t>
            </a:r>
            <a:r>
              <a:rPr dirty="0"/>
              <a:t>，</a:t>
            </a:r>
            <a:r>
              <a:rPr lang="zh-TW" altLang="en-US" dirty="0"/>
              <a:t>偵測越來越多特徵</a:t>
            </a:r>
            <a:r>
              <a:rPr dirty="0"/>
              <a:t>，</a:t>
            </a:r>
            <a:r>
              <a:rPr dirty="0" err="1"/>
              <a:t>直到能夠識別整個物體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這是在我們的ASL數據集上使用四層每層三個神經元的結果。這裡沒有太多花哨的東西，因為我們的圖像很小</a:t>
            </a:r>
            <a:r>
              <a:rPr dirty="0"/>
              <a:t>...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89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...</a:t>
            </a:r>
            <a:r>
              <a:rPr dirty="0" err="1"/>
              <a:t>所以我也</a:t>
            </a:r>
            <a:r>
              <a:rPr lang="zh-TW" altLang="en-US" dirty="0"/>
              <a:t>將我們的彈珠圖片送到</a:t>
            </a:r>
            <a:r>
              <a:rPr dirty="0"/>
              <a:t>https://deepdreamgenerator.com/，</a:t>
            </a:r>
            <a:r>
              <a:rPr dirty="0" err="1"/>
              <a:t>該網站</a:t>
            </a:r>
            <a:r>
              <a:rPr lang="zh-TW" altLang="en-US" dirty="0"/>
              <a:t>構建在</a:t>
            </a:r>
            <a:r>
              <a:rPr dirty="0" err="1"/>
              <a:t>更大的</a:t>
            </a:r>
            <a:r>
              <a:rPr lang="zh-TW" altLang="en-US" dirty="0"/>
              <a:t>神經</a:t>
            </a:r>
            <a:r>
              <a:rPr dirty="0" err="1"/>
              <a:t>網路</a:t>
            </a:r>
            <a:r>
              <a:rPr lang="zh-TW" altLang="en-US" dirty="0"/>
              <a:t>並用</a:t>
            </a:r>
            <a:r>
              <a:rPr dirty="0" err="1"/>
              <a:t>許多類型物體的大量高</a:t>
            </a:r>
            <a:r>
              <a:rPr lang="zh-TW" altLang="en-US" dirty="0"/>
              <a:t>解析</a:t>
            </a:r>
            <a:r>
              <a:rPr dirty="0" err="1"/>
              <a:t>照片</a:t>
            </a:r>
            <a:r>
              <a:rPr lang="zh-TW" altLang="en-US" dirty="0"/>
              <a:t>訓練</a:t>
            </a:r>
            <a:r>
              <a:rPr dirty="0"/>
              <a:t>。它</a:t>
            </a:r>
            <a:r>
              <a:rPr lang="zh-TW" altLang="en-US" dirty="0"/>
              <a:t>會</a:t>
            </a:r>
            <a:r>
              <a:rPr dirty="0" err="1"/>
              <a:t>增強</a:t>
            </a:r>
            <a:r>
              <a:rPr lang="en-US" dirty="0"/>
              <a:t>(enhance)</a:t>
            </a:r>
            <a:r>
              <a:rPr dirty="0" err="1"/>
              <a:t>它能夠檢測到的圖案或物體。這裡的</a:t>
            </a:r>
            <a:r>
              <a:rPr lang="zh-TW" altLang="en-US" dirty="0"/>
              <a:t>一個</a:t>
            </a:r>
            <a:r>
              <a:rPr dirty="0" err="1"/>
              <a:t>解釋是</a:t>
            </a:r>
            <a:r>
              <a:rPr lang="zh-TW" altLang="en-US" dirty="0"/>
              <a:t>我們</a:t>
            </a:r>
            <a:r>
              <a:rPr dirty="0" err="1"/>
              <a:t>試圖讀取人工智慧的想</a:t>
            </a:r>
            <a:r>
              <a:rPr lang="zh-TW" altLang="en-US" dirty="0"/>
              <a:t>法</a:t>
            </a:r>
            <a:r>
              <a:rPr dirty="0"/>
              <a:t>，這聽起來很不科學，但我幾乎可以看出一隻卡通狗。Google的Inception網路最初在很多狗照片上訓練，所以用於可視化中間層的工具最終顯示了許多夢幻般的狗照片。</a:t>
            </a:r>
          </a:p>
          <a:p>
            <a:endParaRPr dirty="0"/>
          </a:p>
          <a:p>
            <a:r>
              <a:rPr dirty="0"/>
              <a:t>https://towardsdatascience.com/how-to-visualize-convolutional-features-in-40-lines-of-code-70b7d87b0030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607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我們幾乎準備好進行下一個課程練習</a:t>
            </a:r>
            <a:r>
              <a:rPr dirty="0"/>
              <a:t>(Lab)</a:t>
            </a:r>
            <a:r>
              <a:rPr dirty="0" err="1"/>
              <a:t>了，只是還有幾個技巧可以幫助我們</a:t>
            </a:r>
            <a:r>
              <a:rPr dirty="0"/>
              <a:t>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231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池化</a:t>
            </a:r>
            <a:r>
              <a:rPr dirty="0"/>
              <a:t>(Pooling)</a:t>
            </a:r>
            <a:r>
              <a:rPr dirty="0" err="1"/>
              <a:t>是我們查看窗口中所有值並進行簡單統計計算的地方。最常見的是最大池化</a:t>
            </a:r>
            <a:r>
              <a:rPr dirty="0"/>
              <a:t>(Max Pooling)，我們取窗口中的最大值並丟棄其餘部分。這個技巧在處理大型圖像時特別有用，因為它是將圖像縮小到較小尺寸的方法，而較小的圖像意味著更少的計算，這更快且成本更低。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242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Dropout是另一個有趣的工具，在某種程度上反映了集成學習</a:t>
            </a:r>
            <a:r>
              <a:rPr lang="en-US" altLang="zh-TW" dirty="0"/>
              <a:t>(</a:t>
            </a:r>
            <a:r>
              <a:rPr lang="en-US" dirty="0"/>
              <a:t>ensemble learning</a:t>
            </a:r>
            <a:r>
              <a:rPr lang="en-US" altLang="zh-TW" dirty="0"/>
              <a:t>)</a:t>
            </a:r>
            <a:r>
              <a:rPr dirty="0"/>
              <a:t>。在訓練過程中，我們將以我們指定的比率隨機關閉神經元，這意味著它在該訓練步驟中無法學習。這通過消除對任何特定輸入或神經元的過度依賴來防止過度擬合(overfitting)。只要小心不要將比率設為1！那樣所有神經元都會被關閉，模型將無法學習。</a:t>
            </a:r>
          </a:p>
          <a:p>
            <a:endParaRPr dirty="0"/>
          </a:p>
          <a:p>
            <a:r>
              <a:rPr dirty="0" err="1"/>
              <a:t>在驗證</a:t>
            </a:r>
            <a:r>
              <a:rPr dirty="0"/>
              <a:t>(Validation)</a:t>
            </a:r>
            <a:r>
              <a:rPr dirty="0" err="1"/>
              <a:t>或預測過程中，所有神經元會被重新</a:t>
            </a:r>
            <a:r>
              <a:rPr lang="zh-TW" altLang="en-US" dirty="0"/>
              <a:t>使用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https://www.tensorflow.org/api_docs/python/tf/nn/dropout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873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好的，這是我們將在下一個課程練習</a:t>
            </a:r>
            <a:r>
              <a:rPr dirty="0"/>
              <a:t>(Lab)</a:t>
            </a:r>
            <a:r>
              <a:rPr dirty="0" err="1"/>
              <a:t>中使用的</a:t>
            </a:r>
            <a:r>
              <a:rPr lang="zh-TW" altLang="en-US" dirty="0"/>
              <a:t>神經</a:t>
            </a:r>
            <a:r>
              <a:rPr dirty="0" err="1"/>
              <a:t>網路</a:t>
            </a:r>
            <a:r>
              <a:rPr dirty="0"/>
              <a:t>！</a:t>
            </a:r>
          </a:p>
          <a:p>
            <a:endParaRPr dirty="0"/>
          </a:p>
          <a:p>
            <a:r>
              <a:rPr dirty="0" err="1"/>
              <a:t>我們還將進行稱為批次正規化</a:t>
            </a:r>
            <a:r>
              <a:rPr dirty="0"/>
              <a:t>(batch normalization)</a:t>
            </a:r>
            <a:r>
              <a:rPr dirty="0" err="1"/>
              <a:t>的操作，在訓練期間我們正規化</a:t>
            </a:r>
            <a:r>
              <a:rPr dirty="0"/>
              <a:t>(Normalization)</a:t>
            </a:r>
            <a:r>
              <a:rPr dirty="0" err="1"/>
              <a:t>層間權重變化的量。批次正規化最初是為了防止內部協變量偏移</a:t>
            </a:r>
            <a:r>
              <a:rPr dirty="0"/>
              <a:t>(internal covariate shift)，</a:t>
            </a:r>
            <a:r>
              <a:rPr dirty="0" err="1"/>
              <a:t>但事實證明，關於它是否解決了這個問題存在爭議。即使如此，從經驗上看，它似乎對物體檢測網路有所幫助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https://blog.paperspace.com/busting-the-myths-about-batch-normalization/</a:t>
            </a:r>
          </a:p>
          <a:p>
            <a:r>
              <a:rPr dirty="0"/>
              <a:t>https://papers.nips.cc/paper/7515-how-does-batch-normalization-help-optimization.pdf</a:t>
            </a:r>
          </a:p>
          <a:p>
            <a:endParaRPr dirty="0"/>
          </a:p>
          <a:p>
            <a:r>
              <a:rPr dirty="0" err="1"/>
              <a:t>所以這是我們在下一個課程練習</a:t>
            </a:r>
            <a:r>
              <a:rPr dirty="0"/>
              <a:t>(Lab)</a:t>
            </a:r>
            <a:r>
              <a:rPr dirty="0" err="1"/>
              <a:t>中要做的</a:t>
            </a:r>
            <a:r>
              <a:rPr dirty="0"/>
              <a:t>：</a:t>
            </a:r>
          </a:p>
          <a:p>
            <a:endParaRPr dirty="0"/>
          </a:p>
          <a:p>
            <a:r>
              <a:rPr lang="en-US" dirty="0"/>
              <a:t>- </a:t>
            </a:r>
            <a:r>
              <a:rPr dirty="0" err="1"/>
              <a:t>正確</a:t>
            </a:r>
            <a:r>
              <a:rPr lang="zh-TW" altLang="en-US" dirty="0"/>
              <a:t>準備</a:t>
            </a:r>
            <a:r>
              <a:rPr dirty="0" err="1"/>
              <a:t>數據</a:t>
            </a:r>
            <a:r>
              <a:rPr lang="zh-TW" altLang="en-US" dirty="0"/>
              <a:t>格式</a:t>
            </a:r>
            <a:r>
              <a:rPr lang="en-US" altLang="zh-TW" dirty="0"/>
              <a:t>(</a:t>
            </a:r>
            <a:r>
              <a:rPr lang="en-US" sz="1200" dirty="0"/>
              <a:t>Shape the data</a:t>
            </a:r>
            <a:r>
              <a:rPr lang="en-US" altLang="zh-TW" sz="1200" dirty="0"/>
              <a:t>)</a:t>
            </a:r>
            <a:endParaRPr dirty="0"/>
          </a:p>
          <a:p>
            <a:r>
              <a:rPr lang="en-US" dirty="0"/>
              <a:t>- </a:t>
            </a:r>
            <a:r>
              <a:rPr dirty="0" err="1"/>
              <a:t>創建卷積神經網路</a:t>
            </a:r>
            <a:r>
              <a:rPr dirty="0"/>
              <a:t>(CNN)</a:t>
            </a:r>
            <a:r>
              <a:rPr dirty="0" err="1"/>
              <a:t>模型</a:t>
            </a:r>
            <a:endParaRPr dirty="0"/>
          </a:p>
          <a:p>
            <a:r>
              <a:rPr lang="en-US" dirty="0"/>
              <a:t>- </a:t>
            </a:r>
            <a:r>
              <a:rPr dirty="0" err="1"/>
              <a:t>像之前一樣訓練</a:t>
            </a:r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20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讓我們開始</a:t>
            </a:r>
            <a:r>
              <a:rPr lang="zh-TW" altLang="en-US" dirty="0"/>
              <a:t>吧</a:t>
            </a:r>
            <a:r>
              <a:rPr dirty="0"/>
              <a:t>！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2D639A-AF38-4D9A-897E-57859A70BDE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34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endParaRPr/>
          </a:p>
          <a:p>
            <a:r>
              <a:t>筆記：</a:t>
            </a:r>
          </a:p>
        </p:txBody>
      </p:sp>
      <p:sp>
        <p:nvSpPr>
          <p:cNvPr id="513" name="Google Shape;513;p20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t>28</a:t>
            </a:fld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843279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em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479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8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2204088"/>
            <a:ext cx="33253680" cy="196977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2500" y="7010118"/>
            <a:ext cx="33162240" cy="1239641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6667">
                <a:solidFill>
                  <a:schemeClr val="bg1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6000">
                <a:solidFill>
                  <a:schemeClr val="bg1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5333">
                <a:solidFill>
                  <a:schemeClr val="bg1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944445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8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339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n object&#10;&#10;Description automatically generated">
            <a:extLst>
              <a:ext uri="{FF2B5EF4-FFF2-40B4-BE49-F238E27FC236}">
                <a16:creationId xmlns:a16="http://schemas.microsoft.com/office/drawing/2014/main" id="{DB5BC97F-BE1C-4CC1-A0F8-EF37ABD2FD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91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AE616-A526-467A-9354-356237D56F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1120" y="14081762"/>
            <a:ext cx="17922240" cy="4579797"/>
          </a:xfrm>
        </p:spPr>
        <p:txBody>
          <a:bodyPr anchor="b"/>
          <a:lstStyle>
            <a:lvl1pPr algn="ctr">
              <a:defRPr sz="113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258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pider&#10;&#10;Description automatically generated">
            <a:extLst>
              <a:ext uri="{FF2B5EF4-FFF2-40B4-BE49-F238E27FC236}">
                <a16:creationId xmlns:a16="http://schemas.microsoft.com/office/drawing/2014/main" id="{312387AB-4080-4B69-BFCF-F134EF12C7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B8805453-93BD-4B24-A658-29DCC01129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31752" y="14722667"/>
            <a:ext cx="5338650" cy="432876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FDA9BB0-5ECC-460A-9E7D-23BD2DACDB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29106757" y="15046167"/>
            <a:ext cx="6705600" cy="3681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BCAD86-2405-4D4D-933F-0A5EB70C92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765665"/>
            <a:ext cx="36576000" cy="198083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5A7C5E-B5C1-42C1-9871-6BAEBCC6960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7365B3-6993-4A54-9F12-2F9E66E5622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4457" y="13008057"/>
            <a:ext cx="10776193" cy="3775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48F27F-B755-4C56-BD8F-4BFBCF2072C0}"/>
              </a:ext>
            </a:extLst>
          </p:cNvPr>
          <p:cNvSpPr txBox="1"/>
          <p:nvPr userDrawn="1"/>
        </p:nvSpPr>
        <p:spPr>
          <a:xfrm>
            <a:off x="1605470" y="17810990"/>
            <a:ext cx="7940764" cy="101572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667">
                <a:solidFill>
                  <a:schemeClr val="tx2"/>
                </a:solidFill>
                <a:latin typeface="Trebuchet MS" panose="020B0603020202020204" pitchFamily="34" charset="0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55185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</p:spPr>
        <p:txBody>
          <a:bodyPr/>
          <a:lstStyle>
            <a:lvl1pPr algn="ctr">
              <a:defRPr sz="9333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2500" y="7010118"/>
            <a:ext cx="33162240" cy="1239641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4667">
                <a:solidFill>
                  <a:schemeClr val="accent4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627122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209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ICON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</p:spPr>
        <p:txBody>
          <a:bodyPr/>
          <a:lstStyle>
            <a:lvl1pPr algn="ctr">
              <a:defRPr sz="9333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2500" y="7010118"/>
            <a:ext cx="33162240" cy="12396417"/>
          </a:xfrm>
        </p:spPr>
        <p:txBody>
          <a:bodyPr/>
          <a:lstStyle>
            <a:lvl1pPr marL="767286" indent="-767286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4667">
                <a:solidFill>
                  <a:schemeClr val="accent4"/>
                </a:solidFill>
              </a:defRPr>
            </a:lvl1pPr>
            <a:lvl2pPr marL="2666973" indent="-761992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4000">
                <a:solidFill>
                  <a:schemeClr val="accent4"/>
                </a:solidFill>
              </a:defRPr>
            </a:lvl2pPr>
            <a:lvl3pPr marL="4196251" indent="-566204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3667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3333">
                <a:solidFill>
                  <a:schemeClr val="accent4"/>
                </a:solidFill>
                <a:latin typeface="Trebuchet MS" panose="020B0603020202020204" pitchFamily="34" charset="0"/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627122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278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</p:spPr>
        <p:txBody>
          <a:bodyPr/>
          <a:lstStyle>
            <a:lvl1pPr algn="ctr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2500" y="7010118"/>
            <a:ext cx="33162240" cy="1239641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4667">
                <a:solidFill>
                  <a:schemeClr val="accent4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627122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944" y="19252850"/>
            <a:ext cx="9209553" cy="82714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l" defTabSz="152398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33" b="1" i="0" kern="0" dirty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12174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</p:spPr>
        <p:txBody>
          <a:bodyPr/>
          <a:lstStyle>
            <a:lvl1pPr algn="ctr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880" y="7010119"/>
            <a:ext cx="33207960" cy="11826523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4667">
                <a:solidFill>
                  <a:schemeClr val="accent4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627122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034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774" y="5995302"/>
            <a:ext cx="14014673" cy="2062103"/>
          </a:xfrm>
        </p:spPr>
        <p:txBody>
          <a:bodyPr/>
          <a:lstStyle>
            <a:lvl1pPr algn="l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0772" y="10238598"/>
            <a:ext cx="13976137" cy="8390297"/>
          </a:xfrm>
        </p:spPr>
        <p:txBody>
          <a:bodyPr/>
          <a:lstStyle>
            <a:lvl1pPr marL="0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1pPr>
            <a:lvl2pPr marL="1904981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2pPr>
            <a:lvl3pPr marL="3630047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730774" y="7827992"/>
            <a:ext cx="14014673" cy="1751543"/>
          </a:xfrm>
        </p:spPr>
        <p:txBody>
          <a:bodyPr/>
          <a:lstStyle>
            <a:lvl1pPr marL="0" indent="0" algn="l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D23AA5-3D93-4246-95A5-967E7F290DA8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59209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0" y="5995302"/>
            <a:ext cx="18135600" cy="2062103"/>
          </a:xfrm>
        </p:spPr>
        <p:txBody>
          <a:bodyPr/>
          <a:lstStyle>
            <a:lvl1pPr algn="l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11600" y="9723122"/>
            <a:ext cx="18105120" cy="8390297"/>
          </a:xfrm>
        </p:spPr>
        <p:txBody>
          <a:bodyPr/>
          <a:lstStyle>
            <a:lvl1pPr marL="0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1pPr>
            <a:lvl2pPr marL="1904981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2pPr>
            <a:lvl3pPr marL="3630047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0" y="7894322"/>
            <a:ext cx="18135600" cy="1751543"/>
          </a:xfrm>
        </p:spPr>
        <p:txBody>
          <a:bodyPr/>
          <a:lstStyle>
            <a:lvl1pPr marL="0" indent="0" algn="l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445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302B7CA-37AE-4D42-BAAD-C239CA228A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04F761-BE48-4702-BEC5-8CAB267075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62270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C9D3D8-33FC-4EE7-AE65-7535FEAB06AA}"/>
              </a:ext>
            </a:extLst>
          </p:cNvPr>
          <p:cNvSpPr/>
          <p:nvPr/>
        </p:nvSpPr>
        <p:spPr>
          <a:xfrm>
            <a:off x="2" y="0"/>
            <a:ext cx="35758243" cy="18836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</p:spPr>
        <p:txBody>
          <a:bodyPr/>
          <a:lstStyle>
            <a:lvl1pPr algn="ctr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4CD786-94BE-4143-9A88-13BA5382B93B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49660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AE616-A526-467A-9354-356237D56F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1120" y="14081762"/>
            <a:ext cx="17922240" cy="4579797"/>
          </a:xfrm>
        </p:spPr>
        <p:txBody>
          <a:bodyPr anchor="b"/>
          <a:lstStyle>
            <a:lvl1pPr algn="ctr">
              <a:defRPr sz="113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17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barg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E518B9-8953-4D61-86EB-BF726D7CE198}"/>
              </a:ext>
            </a:extLst>
          </p:cNvPr>
          <p:cNvGrpSpPr/>
          <p:nvPr/>
        </p:nvGrpSpPr>
        <p:grpSpPr>
          <a:xfrm>
            <a:off x="-4424358" y="-1349553"/>
            <a:ext cx="45422230" cy="23277753"/>
            <a:chOff x="-1327308" y="-404866"/>
            <a:chExt cx="13626669" cy="69833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6AA18-85AA-4ECF-BC7C-6CDDDFA8AED1}"/>
                </a:ext>
              </a:extLst>
            </p:cNvPr>
            <p:cNvSpPr/>
            <p:nvPr userDrawn="1"/>
          </p:nvSpPr>
          <p:spPr>
            <a:xfrm>
              <a:off x="0" y="0"/>
              <a:ext cx="10972800" cy="617220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779DBA0E-78FD-499D-B7C5-9610ED16A5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4856087B-5738-47BA-B257-0AE16578FE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30EA3BC0-CA75-4A9F-844C-9DF7651395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09D9D0DC-416F-4D02-AE51-DC94179FE3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3F11494-DD54-4DA3-999D-60884617AB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8DA5A4A-C129-4A6A-8590-D776A55A56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A72853C-EBAC-4426-B8F7-4D7FF7CE76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AA148D7-A843-4289-9E59-D4B56EBE96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DFDAB2E-4FBE-4EA1-9068-98D2A1969C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CB7337C-1F1B-4024-8C1B-1145290410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3AC71E65-025E-4CD8-9C62-5C672876A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CC69994B-2A96-4E6B-90E0-7C6012E438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95DA46AF-2C01-438F-ABE1-131B508F70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D1F7F7D-46C6-41FC-9A05-60CDDDABC9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E6044945-DD35-4A1F-B666-67B79DB3B9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B6707B12-7E15-44BA-A75C-D231A0BD9D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C9CA6F74-E612-4E07-826D-3714EA654B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9C232950-AF88-4D8C-98A2-58E2906C0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577A18B0-195A-44F8-8045-DEE9F4805C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C57DA582-5E40-4087-915C-A8AFB763C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B9446B2-AA95-41F1-8CE9-9C293FF2FF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9C2F6DB-63BE-4BEF-BD50-8E85A06AF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AB269B44-FFE3-44F5-9547-2D66569163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D7B33E0B-D54D-4AD0-93EB-2D85D95AA7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C82CDED5-DC3C-4291-8FB5-4FBECACC09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8B0CFAC-4CC8-4BD7-9602-D3F62B4111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9D7BB7E2-49CE-405B-BBC3-0D3235E735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D724979D-D321-46A4-8BFB-4BE56A78ED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A90ECEE1-1C0E-48A4-8212-4FDF80E340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6A4F312E-AC0E-438F-85DE-734894B59F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1143C46B-BB0E-42E1-91DB-CF7866DEF0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8789D5ED-08F4-45B7-96D5-9DB37E826F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C71D4383-262D-49BE-8F2A-35EABE4CA5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B2D051A4-B41D-49C5-BCBA-B200CE9274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A204CAE-8CAD-4182-AFDF-6D71A5318A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F2D419D0-1198-497F-8FCB-0E4E01ABEB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42DA3B58-E508-46A3-B351-BFD7A44A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E56F4597-4576-4F1D-9E8B-57D61B7AF9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C16A7CB5-E8F5-43EC-B4DA-8367563CBA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B63EEF7E-F8C7-40A7-9EC5-7A2377B3E9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18561612-6FBC-464D-9063-754B5DF15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9FB80B49-CDD0-491F-B397-AF746CB745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F04631F3-C493-4A64-AAFD-4686A560F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A457E3A0-7D3B-4D8D-909F-FA0F06B944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D8E8EADD-8531-47CC-A9F2-A5B20F7DA1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24D2EADF-B7B9-4986-AEDB-A2D41F636C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0683D26A-EB07-4380-8914-B6AECFE4BF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78C3AD2F-A184-4332-ADCE-E7FEDE7BA6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01ACBB54-13C8-4052-B203-3996848511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892B4C18-A783-475D-8EEF-F11FBA1A32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A62353FE-8604-486E-9560-78C474AC8F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4A5FC7DA-BB86-43EB-AC23-48D1752A6A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57B12D9F-3BBD-4FAF-A8AB-5C32680329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B7B50CA6-941B-4F77-891D-BA2C28D0CA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0194FC04-B2A1-4C52-B275-3D32DD41DD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3055B924-F529-4C4C-A7F1-F0D1B50A73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1DCBE022-831C-4DEF-8567-F73AB476C6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677A0E0-1BE9-4AD9-8081-3970B6DE76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5056D7AA-7E9E-4019-92DE-9258C7BAD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B52F2FF3-8B1D-4A44-8280-D43163EC0C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8B2B15A4-341E-44E2-AA50-1BF44E9387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1" name="Freeform 16">
              <a:extLst>
                <a:ext uri="{FF2B5EF4-FFF2-40B4-BE49-F238E27FC236}">
                  <a16:creationId xmlns:a16="http://schemas.microsoft.com/office/drawing/2014/main" id="{ACC84E38-6617-4E04-B995-881604F99C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C6B285A5-12A2-48AF-893D-598301661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3" name="Freeform 16">
              <a:extLst>
                <a:ext uri="{FF2B5EF4-FFF2-40B4-BE49-F238E27FC236}">
                  <a16:creationId xmlns:a16="http://schemas.microsoft.com/office/drawing/2014/main" id="{47084835-C1A6-434A-A2AB-3E7DA4267B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82D26294-EE4F-4381-8B0F-4CE7F3A1A3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id="{B1EE9A53-A80E-4B20-9E04-100060C781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C3C136FE-F981-49F6-8875-8AD586CA85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FC84C1D9-DA95-4BF6-A71F-86DC6A2FA9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EC336BD7-D0E5-4907-BEDB-AA01C56DDA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BAAF41C9-7EAA-475D-83F2-1253B7055B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C4C84E12-C6BC-4AF0-9151-76A20D031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98FB1073-101D-401C-B499-E80B2DCCDB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E52FE15-A88E-4B8E-B23B-7E81075312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E83FECA9-6276-4B79-96AD-84BED6F80D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4" name="Freeform 16">
              <a:extLst>
                <a:ext uri="{FF2B5EF4-FFF2-40B4-BE49-F238E27FC236}">
                  <a16:creationId xmlns:a16="http://schemas.microsoft.com/office/drawing/2014/main" id="{B18137A3-C9B0-4C35-8A20-53EC5864E5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52DE848A-E413-47C4-8173-DB2CA8EEA3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14D3DEFF-25FB-44EA-876C-8BD7E213C1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F8DD5E7B-8D6A-46DF-B7B8-0A96095CA7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8" name="Freeform 16">
              <a:extLst>
                <a:ext uri="{FF2B5EF4-FFF2-40B4-BE49-F238E27FC236}">
                  <a16:creationId xmlns:a16="http://schemas.microsoft.com/office/drawing/2014/main" id="{140EA7A3-E20E-49A8-B7DF-746F09BE22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A30FB1C7-E929-4CCD-BEC9-3D5F967B88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0" name="Freeform 16">
              <a:extLst>
                <a:ext uri="{FF2B5EF4-FFF2-40B4-BE49-F238E27FC236}">
                  <a16:creationId xmlns:a16="http://schemas.microsoft.com/office/drawing/2014/main" id="{106589F0-5AFE-476A-B71B-0A4F474828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1" name="Freeform 16">
              <a:extLst>
                <a:ext uri="{FF2B5EF4-FFF2-40B4-BE49-F238E27FC236}">
                  <a16:creationId xmlns:a16="http://schemas.microsoft.com/office/drawing/2014/main" id="{852272BE-007F-4591-87D4-4C058623A4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2D5A05AC-D4E7-4583-9D07-33F99E8EE1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FA87D9B9-82A6-4511-B55E-096518071A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82686F07-3802-48D8-BD5E-CF63B4EBB3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F1444EAF-3866-48AD-95F7-91B593B795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938A681C-25A3-449B-A881-F76613FC96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98089678-D463-4C4A-9D1A-1FC1390E4B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045CD8C6-72C7-424E-8145-FCCA8DA12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BCBD54C4-E64F-46E5-B0A1-0FBF34779A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B158F302-8B95-435F-8FB0-83556B22F4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169E18F6-73D6-442E-8CB4-23C90D727B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ABAC07F3-4764-4532-A67C-B8DDA82C5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3" name="Freeform 16">
              <a:extLst>
                <a:ext uri="{FF2B5EF4-FFF2-40B4-BE49-F238E27FC236}">
                  <a16:creationId xmlns:a16="http://schemas.microsoft.com/office/drawing/2014/main" id="{3EE3A1D8-3AAF-4FAE-91BD-EE716E1E52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4" name="Freeform 16">
              <a:extLst>
                <a:ext uri="{FF2B5EF4-FFF2-40B4-BE49-F238E27FC236}">
                  <a16:creationId xmlns:a16="http://schemas.microsoft.com/office/drawing/2014/main" id="{78F80FF2-18C9-4DE9-8D2D-648C6F9570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5" name="Freeform 16">
              <a:extLst>
                <a:ext uri="{FF2B5EF4-FFF2-40B4-BE49-F238E27FC236}">
                  <a16:creationId xmlns:a16="http://schemas.microsoft.com/office/drawing/2014/main" id="{E9B1FC89-6E1D-463F-B7E4-4F62397C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1504CF42-A3AD-43AF-BC77-F4293F7821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7" name="Freeform 16">
              <a:extLst>
                <a:ext uri="{FF2B5EF4-FFF2-40B4-BE49-F238E27FC236}">
                  <a16:creationId xmlns:a16="http://schemas.microsoft.com/office/drawing/2014/main" id="{F0742A4B-B722-474E-833A-AF064D3CD9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8" name="Freeform 16">
              <a:extLst>
                <a:ext uri="{FF2B5EF4-FFF2-40B4-BE49-F238E27FC236}">
                  <a16:creationId xmlns:a16="http://schemas.microsoft.com/office/drawing/2014/main" id="{56AB6434-0B69-41B7-841E-1A9ECDA5F2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9" name="Freeform 16">
              <a:extLst>
                <a:ext uri="{FF2B5EF4-FFF2-40B4-BE49-F238E27FC236}">
                  <a16:creationId xmlns:a16="http://schemas.microsoft.com/office/drawing/2014/main" id="{409BE632-16FF-4B4D-93DE-08E52DEE5A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0" name="Freeform 16">
              <a:extLst>
                <a:ext uri="{FF2B5EF4-FFF2-40B4-BE49-F238E27FC236}">
                  <a16:creationId xmlns:a16="http://schemas.microsoft.com/office/drawing/2014/main" id="{F6D1D24A-DEFB-4B95-9E28-5334F985B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4D490E6F-B375-40F3-B24C-E712E32AFA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B1156AD0-A975-4D2C-B96A-5C2D1D5006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3" name="Freeform 16">
              <a:extLst>
                <a:ext uri="{FF2B5EF4-FFF2-40B4-BE49-F238E27FC236}">
                  <a16:creationId xmlns:a16="http://schemas.microsoft.com/office/drawing/2014/main" id="{8C5C7092-27B9-46A8-A5CB-88DDD889D6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BF4DD3C7-5444-4AE1-8656-CFEA1F9643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D467BF95-5ED3-4FD4-83F5-8070D7EE77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CDB313B9-C607-49FC-BC0F-4BDDB157AF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23871273-FB35-489A-824B-B8913F9CC4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6C17C940-E405-42C7-95FF-4654386A896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F26C33C6-2F43-40B4-BB2D-1DD906A228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0" name="Freeform 16">
              <a:extLst>
                <a:ext uri="{FF2B5EF4-FFF2-40B4-BE49-F238E27FC236}">
                  <a16:creationId xmlns:a16="http://schemas.microsoft.com/office/drawing/2014/main" id="{4AF169A6-6482-40AF-85D0-0743C46622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1" name="Freeform 16">
              <a:extLst>
                <a:ext uri="{FF2B5EF4-FFF2-40B4-BE49-F238E27FC236}">
                  <a16:creationId xmlns:a16="http://schemas.microsoft.com/office/drawing/2014/main" id="{E0513C84-01AF-4A9C-9822-98303318D0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BC2CD672-1D59-47B2-8BA3-8F1F5D7E66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5CF49A84-7902-40A6-A48F-B657DB995E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4" name="Freeform 16">
              <a:extLst>
                <a:ext uri="{FF2B5EF4-FFF2-40B4-BE49-F238E27FC236}">
                  <a16:creationId xmlns:a16="http://schemas.microsoft.com/office/drawing/2014/main" id="{0413E21A-6735-49F7-84A0-262341ED4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B3515FD2-D67D-4964-A1C7-366A2381E2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988F666F-A0C2-4684-BAAE-BF79FEBC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7" name="Freeform 16">
              <a:extLst>
                <a:ext uri="{FF2B5EF4-FFF2-40B4-BE49-F238E27FC236}">
                  <a16:creationId xmlns:a16="http://schemas.microsoft.com/office/drawing/2014/main" id="{D64D2D99-CFE5-40EB-81E4-E291053599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8" name="Freeform 16">
              <a:extLst>
                <a:ext uri="{FF2B5EF4-FFF2-40B4-BE49-F238E27FC236}">
                  <a16:creationId xmlns:a16="http://schemas.microsoft.com/office/drawing/2014/main" id="{6F1D8EC0-2F8B-4B55-829F-5D11897D2E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9" name="Freeform 16">
              <a:extLst>
                <a:ext uri="{FF2B5EF4-FFF2-40B4-BE49-F238E27FC236}">
                  <a16:creationId xmlns:a16="http://schemas.microsoft.com/office/drawing/2014/main" id="{7612A0CC-BF09-49BF-BA72-D8A7162378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0" name="Freeform 16">
              <a:extLst>
                <a:ext uri="{FF2B5EF4-FFF2-40B4-BE49-F238E27FC236}">
                  <a16:creationId xmlns:a16="http://schemas.microsoft.com/office/drawing/2014/main" id="{5834C3D7-D7F3-46F0-95B2-22E7990457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1" name="Freeform 16">
              <a:extLst>
                <a:ext uri="{FF2B5EF4-FFF2-40B4-BE49-F238E27FC236}">
                  <a16:creationId xmlns:a16="http://schemas.microsoft.com/office/drawing/2014/main" id="{FD9ABA39-4B6C-4C7A-BFF6-C9192C33F5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7A304270-705C-435B-A170-7613148DB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3" name="Freeform 16">
              <a:extLst>
                <a:ext uri="{FF2B5EF4-FFF2-40B4-BE49-F238E27FC236}">
                  <a16:creationId xmlns:a16="http://schemas.microsoft.com/office/drawing/2014/main" id="{78BD2E8E-0F2A-497D-A0F8-D0D05765BA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F8691056-2A9C-4EAE-898B-E8C145A3A0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5" name="Freeform 16">
              <a:extLst>
                <a:ext uri="{FF2B5EF4-FFF2-40B4-BE49-F238E27FC236}">
                  <a16:creationId xmlns:a16="http://schemas.microsoft.com/office/drawing/2014/main" id="{7644BFA6-53D3-4200-97D5-A0826C9122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6" name="Freeform 16">
              <a:extLst>
                <a:ext uri="{FF2B5EF4-FFF2-40B4-BE49-F238E27FC236}">
                  <a16:creationId xmlns:a16="http://schemas.microsoft.com/office/drawing/2014/main" id="{31DD1366-4AF2-4675-8C09-B16FF18F4A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05FAFC32-B238-4EC6-9F94-250901C58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8" name="Freeform 16">
              <a:extLst>
                <a:ext uri="{FF2B5EF4-FFF2-40B4-BE49-F238E27FC236}">
                  <a16:creationId xmlns:a16="http://schemas.microsoft.com/office/drawing/2014/main" id="{94EDFDD1-CC0F-4CE9-A5E1-6F34763C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9" name="Freeform 16">
              <a:extLst>
                <a:ext uri="{FF2B5EF4-FFF2-40B4-BE49-F238E27FC236}">
                  <a16:creationId xmlns:a16="http://schemas.microsoft.com/office/drawing/2014/main" id="{89391791-3406-405C-A52A-325E0ACEF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0" name="Freeform 16">
              <a:extLst>
                <a:ext uri="{FF2B5EF4-FFF2-40B4-BE49-F238E27FC236}">
                  <a16:creationId xmlns:a16="http://schemas.microsoft.com/office/drawing/2014/main" id="{C45408BD-5A4C-4B71-9A10-180FFAA3CF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1" name="Freeform 16">
              <a:extLst>
                <a:ext uri="{FF2B5EF4-FFF2-40B4-BE49-F238E27FC236}">
                  <a16:creationId xmlns:a16="http://schemas.microsoft.com/office/drawing/2014/main" id="{262DA3C5-1F52-431A-AA77-2EBDF5CD4D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158567EE-7ECE-4308-AF7E-DEA507E8E4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D2894DDF-45DE-4178-BFC7-4F0B8D8EF9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4" name="Freeform 16">
              <a:extLst>
                <a:ext uri="{FF2B5EF4-FFF2-40B4-BE49-F238E27FC236}">
                  <a16:creationId xmlns:a16="http://schemas.microsoft.com/office/drawing/2014/main" id="{36B1E453-1287-45A9-9339-730E3914F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5" name="Freeform 16">
              <a:extLst>
                <a:ext uri="{FF2B5EF4-FFF2-40B4-BE49-F238E27FC236}">
                  <a16:creationId xmlns:a16="http://schemas.microsoft.com/office/drawing/2014/main" id="{4D1CFF21-2793-4E1D-A631-989F34A2CB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FFFFE495-6317-4046-8780-509B3F7DE4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07F2B335-6843-4188-BE58-F99705AE7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8" name="Freeform 16">
              <a:extLst>
                <a:ext uri="{FF2B5EF4-FFF2-40B4-BE49-F238E27FC236}">
                  <a16:creationId xmlns:a16="http://schemas.microsoft.com/office/drawing/2014/main" id="{6A1AA564-0530-4B23-B215-595CC54E23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9" name="Freeform 16">
              <a:extLst>
                <a:ext uri="{FF2B5EF4-FFF2-40B4-BE49-F238E27FC236}">
                  <a16:creationId xmlns:a16="http://schemas.microsoft.com/office/drawing/2014/main" id="{4876FBCA-0D51-4B33-9375-D3F71918F7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B025D520-F3BC-4D3B-BF86-05B537F24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1" name="Freeform 16">
              <a:extLst>
                <a:ext uri="{FF2B5EF4-FFF2-40B4-BE49-F238E27FC236}">
                  <a16:creationId xmlns:a16="http://schemas.microsoft.com/office/drawing/2014/main" id="{24765AAF-1343-40B6-9F77-11BC4F9E47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2" name="Freeform 16">
              <a:extLst>
                <a:ext uri="{FF2B5EF4-FFF2-40B4-BE49-F238E27FC236}">
                  <a16:creationId xmlns:a16="http://schemas.microsoft.com/office/drawing/2014/main" id="{CAE5A3F7-0924-495D-8844-A0BFFEA3F5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3" name="Freeform 16">
              <a:extLst>
                <a:ext uri="{FF2B5EF4-FFF2-40B4-BE49-F238E27FC236}">
                  <a16:creationId xmlns:a16="http://schemas.microsoft.com/office/drawing/2014/main" id="{CFDA1116-035D-4E54-AFBB-4D27A956C2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4" name="Freeform 16">
              <a:extLst>
                <a:ext uri="{FF2B5EF4-FFF2-40B4-BE49-F238E27FC236}">
                  <a16:creationId xmlns:a16="http://schemas.microsoft.com/office/drawing/2014/main" id="{5F363A19-6283-48F8-85FA-6B7CCCB518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5" name="Freeform 16">
              <a:extLst>
                <a:ext uri="{FF2B5EF4-FFF2-40B4-BE49-F238E27FC236}">
                  <a16:creationId xmlns:a16="http://schemas.microsoft.com/office/drawing/2014/main" id="{2A698C8C-4D32-4D3F-9F80-BEC6A13B84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6" name="Freeform 16">
              <a:extLst>
                <a:ext uri="{FF2B5EF4-FFF2-40B4-BE49-F238E27FC236}">
                  <a16:creationId xmlns:a16="http://schemas.microsoft.com/office/drawing/2014/main" id="{4570646F-A2EF-470F-BE69-65F48D8F63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7" name="Freeform 16">
              <a:extLst>
                <a:ext uri="{FF2B5EF4-FFF2-40B4-BE49-F238E27FC236}">
                  <a16:creationId xmlns:a16="http://schemas.microsoft.com/office/drawing/2014/main" id="{6076E36D-73D2-4127-BE4A-21CD4864C9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8" name="Freeform 16">
              <a:extLst>
                <a:ext uri="{FF2B5EF4-FFF2-40B4-BE49-F238E27FC236}">
                  <a16:creationId xmlns:a16="http://schemas.microsoft.com/office/drawing/2014/main" id="{7C8BE7DC-9C93-4AE4-849A-1438EF43DA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7A7E7F5E-396F-402D-87C2-4ECEE23A83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0" name="Freeform 16">
              <a:extLst>
                <a:ext uri="{FF2B5EF4-FFF2-40B4-BE49-F238E27FC236}">
                  <a16:creationId xmlns:a16="http://schemas.microsoft.com/office/drawing/2014/main" id="{97EC6D43-68CC-4F32-BFB8-1B15CFBD59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1" name="Freeform 16">
              <a:extLst>
                <a:ext uri="{FF2B5EF4-FFF2-40B4-BE49-F238E27FC236}">
                  <a16:creationId xmlns:a16="http://schemas.microsoft.com/office/drawing/2014/main" id="{AA1D0C14-2069-4DE9-A088-6C76A61F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72C3829D-1796-4F37-B8F1-5C9A26E28C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3" name="Freeform 16">
              <a:extLst>
                <a:ext uri="{FF2B5EF4-FFF2-40B4-BE49-F238E27FC236}">
                  <a16:creationId xmlns:a16="http://schemas.microsoft.com/office/drawing/2014/main" id="{F74CEB28-F72C-46BF-955A-1DFBE9110A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7052B90E-88FE-46F1-B64B-F574689D49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5" name="Freeform 16">
              <a:extLst>
                <a:ext uri="{FF2B5EF4-FFF2-40B4-BE49-F238E27FC236}">
                  <a16:creationId xmlns:a16="http://schemas.microsoft.com/office/drawing/2014/main" id="{F8F128E0-3AD1-4260-A7E5-19E87510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6" name="Freeform 16">
              <a:extLst>
                <a:ext uri="{FF2B5EF4-FFF2-40B4-BE49-F238E27FC236}">
                  <a16:creationId xmlns:a16="http://schemas.microsoft.com/office/drawing/2014/main" id="{969B39FA-8605-4E46-98D4-7C699D24F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7" name="Freeform 16">
              <a:extLst>
                <a:ext uri="{FF2B5EF4-FFF2-40B4-BE49-F238E27FC236}">
                  <a16:creationId xmlns:a16="http://schemas.microsoft.com/office/drawing/2014/main" id="{DD141AA4-FDDD-4DF1-A51F-34017775CB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8" name="Freeform 16">
              <a:extLst>
                <a:ext uri="{FF2B5EF4-FFF2-40B4-BE49-F238E27FC236}">
                  <a16:creationId xmlns:a16="http://schemas.microsoft.com/office/drawing/2014/main" id="{855CBA53-E52B-4687-96C6-EBA404B23D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9" name="Freeform 16">
              <a:extLst>
                <a:ext uri="{FF2B5EF4-FFF2-40B4-BE49-F238E27FC236}">
                  <a16:creationId xmlns:a16="http://schemas.microsoft.com/office/drawing/2014/main" id="{BA45AD96-F5AF-4075-86DE-27366EF279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0" name="Freeform 16">
              <a:extLst>
                <a:ext uri="{FF2B5EF4-FFF2-40B4-BE49-F238E27FC236}">
                  <a16:creationId xmlns:a16="http://schemas.microsoft.com/office/drawing/2014/main" id="{BB34F054-D296-4BA7-A495-E174D9BE84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F429DE27-C226-4AA5-9816-E6376A4E2A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2" name="Freeform 16">
              <a:extLst>
                <a:ext uri="{FF2B5EF4-FFF2-40B4-BE49-F238E27FC236}">
                  <a16:creationId xmlns:a16="http://schemas.microsoft.com/office/drawing/2014/main" id="{EE6506CD-9CC1-4BC6-BC32-DFD6FB136A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3" name="Freeform 16">
              <a:extLst>
                <a:ext uri="{FF2B5EF4-FFF2-40B4-BE49-F238E27FC236}">
                  <a16:creationId xmlns:a16="http://schemas.microsoft.com/office/drawing/2014/main" id="{B3A7E91D-34EB-4744-A1A0-13EC637748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4" name="Freeform 16">
              <a:extLst>
                <a:ext uri="{FF2B5EF4-FFF2-40B4-BE49-F238E27FC236}">
                  <a16:creationId xmlns:a16="http://schemas.microsoft.com/office/drawing/2014/main" id="{65A23728-E731-4707-AC6B-35FB937AE7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5" name="Freeform 16">
              <a:extLst>
                <a:ext uri="{FF2B5EF4-FFF2-40B4-BE49-F238E27FC236}">
                  <a16:creationId xmlns:a16="http://schemas.microsoft.com/office/drawing/2014/main" id="{D8983A2E-8721-4A78-B55C-FD0940B28E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6" name="Freeform 16">
              <a:extLst>
                <a:ext uri="{FF2B5EF4-FFF2-40B4-BE49-F238E27FC236}">
                  <a16:creationId xmlns:a16="http://schemas.microsoft.com/office/drawing/2014/main" id="{FD4BBBB1-537D-4BF3-9BCC-DB166F1B91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7" name="Freeform 16">
              <a:extLst>
                <a:ext uri="{FF2B5EF4-FFF2-40B4-BE49-F238E27FC236}">
                  <a16:creationId xmlns:a16="http://schemas.microsoft.com/office/drawing/2014/main" id="{AB55ADFF-1418-463B-9F69-0448C6BC55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7DB31205-26C8-4B40-84B2-A21E04286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A55615A4-EA9A-41B6-9F9B-5608693927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0" name="Freeform 16">
              <a:extLst>
                <a:ext uri="{FF2B5EF4-FFF2-40B4-BE49-F238E27FC236}">
                  <a16:creationId xmlns:a16="http://schemas.microsoft.com/office/drawing/2014/main" id="{A66AFF9B-47A8-431E-A764-E6AFD67771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1" name="Freeform 16">
              <a:extLst>
                <a:ext uri="{FF2B5EF4-FFF2-40B4-BE49-F238E27FC236}">
                  <a16:creationId xmlns:a16="http://schemas.microsoft.com/office/drawing/2014/main" id="{BB50F388-4C4F-4B03-AD18-01111D1C59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2" name="Freeform 16">
              <a:extLst>
                <a:ext uri="{FF2B5EF4-FFF2-40B4-BE49-F238E27FC236}">
                  <a16:creationId xmlns:a16="http://schemas.microsoft.com/office/drawing/2014/main" id="{CF3FB584-0B0E-423F-925C-1180324EBD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3" name="Freeform 16">
              <a:extLst>
                <a:ext uri="{FF2B5EF4-FFF2-40B4-BE49-F238E27FC236}">
                  <a16:creationId xmlns:a16="http://schemas.microsoft.com/office/drawing/2014/main" id="{ED4EC88C-3F33-4DC1-85B0-07C4415BBD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4" name="Freeform 16">
              <a:extLst>
                <a:ext uri="{FF2B5EF4-FFF2-40B4-BE49-F238E27FC236}">
                  <a16:creationId xmlns:a16="http://schemas.microsoft.com/office/drawing/2014/main" id="{1C4B329A-FB4F-44FB-B230-B1047E59B3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5" name="Freeform 16">
              <a:extLst>
                <a:ext uri="{FF2B5EF4-FFF2-40B4-BE49-F238E27FC236}">
                  <a16:creationId xmlns:a16="http://schemas.microsoft.com/office/drawing/2014/main" id="{BE396084-F429-410A-AF78-35CDD96AF6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6F0A9973-4361-4CB5-876A-37B001931E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7" name="Freeform 16">
              <a:extLst>
                <a:ext uri="{FF2B5EF4-FFF2-40B4-BE49-F238E27FC236}">
                  <a16:creationId xmlns:a16="http://schemas.microsoft.com/office/drawing/2014/main" id="{1F716BE4-ED9D-4AFC-8882-0079178438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8" name="Freeform 16">
              <a:extLst>
                <a:ext uri="{FF2B5EF4-FFF2-40B4-BE49-F238E27FC236}">
                  <a16:creationId xmlns:a16="http://schemas.microsoft.com/office/drawing/2014/main" id="{A3188B9A-07AD-4D67-9017-92061B138A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9" name="Freeform 16">
              <a:extLst>
                <a:ext uri="{FF2B5EF4-FFF2-40B4-BE49-F238E27FC236}">
                  <a16:creationId xmlns:a16="http://schemas.microsoft.com/office/drawing/2014/main" id="{DE8AD78A-ABB9-4B8E-A0F9-F7CCA2E2EF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02865DC5-04F0-4328-8C93-50994C40E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1" name="Freeform 16">
              <a:extLst>
                <a:ext uri="{FF2B5EF4-FFF2-40B4-BE49-F238E27FC236}">
                  <a16:creationId xmlns:a16="http://schemas.microsoft.com/office/drawing/2014/main" id="{541DB8F0-C031-42C1-A57D-729DA2CFF3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2" name="Freeform 16">
              <a:extLst>
                <a:ext uri="{FF2B5EF4-FFF2-40B4-BE49-F238E27FC236}">
                  <a16:creationId xmlns:a16="http://schemas.microsoft.com/office/drawing/2014/main" id="{E74F6813-CEDF-4C90-9515-18F2D2808D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3" name="Freeform 16">
              <a:extLst>
                <a:ext uri="{FF2B5EF4-FFF2-40B4-BE49-F238E27FC236}">
                  <a16:creationId xmlns:a16="http://schemas.microsoft.com/office/drawing/2014/main" id="{178439D5-98F9-4547-AA18-8F0D15FA50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4" name="Freeform 16">
              <a:extLst>
                <a:ext uri="{FF2B5EF4-FFF2-40B4-BE49-F238E27FC236}">
                  <a16:creationId xmlns:a16="http://schemas.microsoft.com/office/drawing/2014/main" id="{FF65ACCA-B29A-4B23-99DF-9E8988FE77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5" name="Freeform 16">
              <a:extLst>
                <a:ext uri="{FF2B5EF4-FFF2-40B4-BE49-F238E27FC236}">
                  <a16:creationId xmlns:a16="http://schemas.microsoft.com/office/drawing/2014/main" id="{08202144-2699-405E-B70E-10ACB62504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6" name="Freeform 16">
              <a:extLst>
                <a:ext uri="{FF2B5EF4-FFF2-40B4-BE49-F238E27FC236}">
                  <a16:creationId xmlns:a16="http://schemas.microsoft.com/office/drawing/2014/main" id="{8F59B94B-2422-4834-BD86-CFE3D8A53F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7" name="Freeform 16">
              <a:extLst>
                <a:ext uri="{FF2B5EF4-FFF2-40B4-BE49-F238E27FC236}">
                  <a16:creationId xmlns:a16="http://schemas.microsoft.com/office/drawing/2014/main" id="{C5893D12-2CAA-4072-80FB-D3E9971005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C5D33650-F7DF-4640-8624-E4A406586B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9" name="Freeform 16">
              <a:extLst>
                <a:ext uri="{FF2B5EF4-FFF2-40B4-BE49-F238E27FC236}">
                  <a16:creationId xmlns:a16="http://schemas.microsoft.com/office/drawing/2014/main" id="{D8E569D6-7F89-4731-A6B8-6AFEB4544E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0" name="Freeform 16">
              <a:extLst>
                <a:ext uri="{FF2B5EF4-FFF2-40B4-BE49-F238E27FC236}">
                  <a16:creationId xmlns:a16="http://schemas.microsoft.com/office/drawing/2014/main" id="{80CEE136-CAF7-4993-84B3-67A0917C53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FFDB2B08-42EF-46F1-9397-9A855C1A2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2" name="Freeform 16">
              <a:extLst>
                <a:ext uri="{FF2B5EF4-FFF2-40B4-BE49-F238E27FC236}">
                  <a16:creationId xmlns:a16="http://schemas.microsoft.com/office/drawing/2014/main" id="{AB77A349-A09C-4B90-9A2C-EA856A8D86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3" name="Freeform 16">
              <a:extLst>
                <a:ext uri="{FF2B5EF4-FFF2-40B4-BE49-F238E27FC236}">
                  <a16:creationId xmlns:a16="http://schemas.microsoft.com/office/drawing/2014/main" id="{48608721-EE4A-426A-91C2-C463004F97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4" name="Freeform 16">
              <a:extLst>
                <a:ext uri="{FF2B5EF4-FFF2-40B4-BE49-F238E27FC236}">
                  <a16:creationId xmlns:a16="http://schemas.microsoft.com/office/drawing/2014/main" id="{B927CE31-5623-45C2-9E5E-6EF0145365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5" name="Freeform 16">
              <a:extLst>
                <a:ext uri="{FF2B5EF4-FFF2-40B4-BE49-F238E27FC236}">
                  <a16:creationId xmlns:a16="http://schemas.microsoft.com/office/drawing/2014/main" id="{664A9588-E7C2-4376-869E-12661D073A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C07EBDA9-99B9-4FEA-8E61-CF7766C803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7" name="Freeform 16">
              <a:extLst>
                <a:ext uri="{FF2B5EF4-FFF2-40B4-BE49-F238E27FC236}">
                  <a16:creationId xmlns:a16="http://schemas.microsoft.com/office/drawing/2014/main" id="{E44A3FF9-F9CA-4868-B495-9C7AAE9DDF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CCF5D671-0529-4209-8A7C-1149C28011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9" name="Freeform 16">
              <a:extLst>
                <a:ext uri="{FF2B5EF4-FFF2-40B4-BE49-F238E27FC236}">
                  <a16:creationId xmlns:a16="http://schemas.microsoft.com/office/drawing/2014/main" id="{DCA290DC-6B1F-40EB-A9F0-F96F5851B3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0" name="Freeform 16">
              <a:extLst>
                <a:ext uri="{FF2B5EF4-FFF2-40B4-BE49-F238E27FC236}">
                  <a16:creationId xmlns:a16="http://schemas.microsoft.com/office/drawing/2014/main" id="{36C813C9-8C14-4372-801A-DBB3E037EE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1" name="Freeform 16">
              <a:extLst>
                <a:ext uri="{FF2B5EF4-FFF2-40B4-BE49-F238E27FC236}">
                  <a16:creationId xmlns:a16="http://schemas.microsoft.com/office/drawing/2014/main" id="{F253EC72-B338-4BBF-9042-C191E60067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2" name="Freeform 16">
              <a:extLst>
                <a:ext uri="{FF2B5EF4-FFF2-40B4-BE49-F238E27FC236}">
                  <a16:creationId xmlns:a16="http://schemas.microsoft.com/office/drawing/2014/main" id="{7B28B5DF-2DA6-4E8F-817A-C1902DCD45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3" name="Freeform 16">
              <a:extLst>
                <a:ext uri="{FF2B5EF4-FFF2-40B4-BE49-F238E27FC236}">
                  <a16:creationId xmlns:a16="http://schemas.microsoft.com/office/drawing/2014/main" id="{09D7394F-F75D-4FED-8923-575F140FA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4" name="Freeform 16">
              <a:extLst>
                <a:ext uri="{FF2B5EF4-FFF2-40B4-BE49-F238E27FC236}">
                  <a16:creationId xmlns:a16="http://schemas.microsoft.com/office/drawing/2014/main" id="{F172134A-6C32-4752-97D8-E661E6A263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5" name="Freeform 16">
              <a:extLst>
                <a:ext uri="{FF2B5EF4-FFF2-40B4-BE49-F238E27FC236}">
                  <a16:creationId xmlns:a16="http://schemas.microsoft.com/office/drawing/2014/main" id="{6CAB8EBC-D1A2-4B27-9297-ADFA1B5C1A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6" name="Freeform 16">
              <a:extLst>
                <a:ext uri="{FF2B5EF4-FFF2-40B4-BE49-F238E27FC236}">
                  <a16:creationId xmlns:a16="http://schemas.microsoft.com/office/drawing/2014/main" id="{6E5A44D5-4DED-4075-8C18-C4EE1E61AB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7" name="Freeform 16">
              <a:extLst>
                <a:ext uri="{FF2B5EF4-FFF2-40B4-BE49-F238E27FC236}">
                  <a16:creationId xmlns:a16="http://schemas.microsoft.com/office/drawing/2014/main" id="{47E67357-8F43-4716-AF36-C4D3FAD577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8" name="Freeform 16">
              <a:extLst>
                <a:ext uri="{FF2B5EF4-FFF2-40B4-BE49-F238E27FC236}">
                  <a16:creationId xmlns:a16="http://schemas.microsoft.com/office/drawing/2014/main" id="{CDB9D3D1-A9FF-4CC6-B6AD-51D73FCAE1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9" name="Freeform 16">
              <a:extLst>
                <a:ext uri="{FF2B5EF4-FFF2-40B4-BE49-F238E27FC236}">
                  <a16:creationId xmlns:a16="http://schemas.microsoft.com/office/drawing/2014/main" id="{B1C55A0F-DE6D-4BE9-B90E-6857701710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0" name="Freeform 16">
              <a:extLst>
                <a:ext uri="{FF2B5EF4-FFF2-40B4-BE49-F238E27FC236}">
                  <a16:creationId xmlns:a16="http://schemas.microsoft.com/office/drawing/2014/main" id="{6627EE65-8BCE-41D8-BE30-34A95B9424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1" name="Freeform 16">
              <a:extLst>
                <a:ext uri="{FF2B5EF4-FFF2-40B4-BE49-F238E27FC236}">
                  <a16:creationId xmlns:a16="http://schemas.microsoft.com/office/drawing/2014/main" id="{FA999AE1-300A-4580-A684-3752E1FB0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2" name="Freeform 16">
              <a:extLst>
                <a:ext uri="{FF2B5EF4-FFF2-40B4-BE49-F238E27FC236}">
                  <a16:creationId xmlns:a16="http://schemas.microsoft.com/office/drawing/2014/main" id="{9BB492A4-E274-4551-A97A-AD8A2538EB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3" name="Freeform 16">
              <a:extLst>
                <a:ext uri="{FF2B5EF4-FFF2-40B4-BE49-F238E27FC236}">
                  <a16:creationId xmlns:a16="http://schemas.microsoft.com/office/drawing/2014/main" id="{CBF53111-DF01-47C3-8596-B57862E0C3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4" name="Freeform 16">
              <a:extLst>
                <a:ext uri="{FF2B5EF4-FFF2-40B4-BE49-F238E27FC236}">
                  <a16:creationId xmlns:a16="http://schemas.microsoft.com/office/drawing/2014/main" id="{C53F7DDB-439E-47C6-90BD-B22EA9B7CDF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5" name="Freeform 16">
              <a:extLst>
                <a:ext uri="{FF2B5EF4-FFF2-40B4-BE49-F238E27FC236}">
                  <a16:creationId xmlns:a16="http://schemas.microsoft.com/office/drawing/2014/main" id="{81E7F6E6-2542-47E1-AE43-9B182D375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6" name="Freeform 16">
              <a:extLst>
                <a:ext uri="{FF2B5EF4-FFF2-40B4-BE49-F238E27FC236}">
                  <a16:creationId xmlns:a16="http://schemas.microsoft.com/office/drawing/2014/main" id="{E777532A-71A5-494B-820C-48C05EC74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7" name="Freeform 16">
              <a:extLst>
                <a:ext uri="{FF2B5EF4-FFF2-40B4-BE49-F238E27FC236}">
                  <a16:creationId xmlns:a16="http://schemas.microsoft.com/office/drawing/2014/main" id="{70329985-9DF6-417E-8BE0-9292329455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8" name="Freeform 16">
              <a:extLst>
                <a:ext uri="{FF2B5EF4-FFF2-40B4-BE49-F238E27FC236}">
                  <a16:creationId xmlns:a16="http://schemas.microsoft.com/office/drawing/2014/main" id="{00252936-908A-4F1A-B1D6-E291EDBA6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9" name="Freeform 16">
              <a:extLst>
                <a:ext uri="{FF2B5EF4-FFF2-40B4-BE49-F238E27FC236}">
                  <a16:creationId xmlns:a16="http://schemas.microsoft.com/office/drawing/2014/main" id="{1614E059-CFCA-409A-8521-5A7B0CD0E4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0" name="Freeform 16">
              <a:extLst>
                <a:ext uri="{FF2B5EF4-FFF2-40B4-BE49-F238E27FC236}">
                  <a16:creationId xmlns:a16="http://schemas.microsoft.com/office/drawing/2014/main" id="{D67A4711-AC1A-4F94-B614-DDA70F4AB3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1" name="Freeform 16">
              <a:extLst>
                <a:ext uri="{FF2B5EF4-FFF2-40B4-BE49-F238E27FC236}">
                  <a16:creationId xmlns:a16="http://schemas.microsoft.com/office/drawing/2014/main" id="{7AC93D6D-B965-4CFB-82B3-C2F8189DD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2" name="Freeform 16">
              <a:extLst>
                <a:ext uri="{FF2B5EF4-FFF2-40B4-BE49-F238E27FC236}">
                  <a16:creationId xmlns:a16="http://schemas.microsoft.com/office/drawing/2014/main" id="{00CA144B-A572-487C-B67D-E0784F6971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3" name="Freeform 16">
              <a:extLst>
                <a:ext uri="{FF2B5EF4-FFF2-40B4-BE49-F238E27FC236}">
                  <a16:creationId xmlns:a16="http://schemas.microsoft.com/office/drawing/2014/main" id="{E1487B58-3826-42D4-A325-3E4E04785B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4" name="Freeform 16">
              <a:extLst>
                <a:ext uri="{FF2B5EF4-FFF2-40B4-BE49-F238E27FC236}">
                  <a16:creationId xmlns:a16="http://schemas.microsoft.com/office/drawing/2014/main" id="{3C65D50D-4B63-4F19-93C9-926E0DA62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5" name="Freeform 16">
              <a:extLst>
                <a:ext uri="{FF2B5EF4-FFF2-40B4-BE49-F238E27FC236}">
                  <a16:creationId xmlns:a16="http://schemas.microsoft.com/office/drawing/2014/main" id="{91A9FD33-BBFB-4EB4-B633-06A023CB6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6" name="Freeform 16">
              <a:extLst>
                <a:ext uri="{FF2B5EF4-FFF2-40B4-BE49-F238E27FC236}">
                  <a16:creationId xmlns:a16="http://schemas.microsoft.com/office/drawing/2014/main" id="{8A25449F-C96E-43A9-BE7E-8415CB8CA9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7" name="Freeform 16">
              <a:extLst>
                <a:ext uri="{FF2B5EF4-FFF2-40B4-BE49-F238E27FC236}">
                  <a16:creationId xmlns:a16="http://schemas.microsoft.com/office/drawing/2014/main" id="{E852D294-5AE3-4C12-AE2F-1361C06DF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8" name="Freeform 16">
              <a:extLst>
                <a:ext uri="{FF2B5EF4-FFF2-40B4-BE49-F238E27FC236}">
                  <a16:creationId xmlns:a16="http://schemas.microsoft.com/office/drawing/2014/main" id="{D75B22CF-07E7-4A6F-B17D-758BBE5538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9" name="Freeform 16">
              <a:extLst>
                <a:ext uri="{FF2B5EF4-FFF2-40B4-BE49-F238E27FC236}">
                  <a16:creationId xmlns:a16="http://schemas.microsoft.com/office/drawing/2014/main" id="{45BB4DE2-44BF-43BF-9C16-259FA34503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0" name="Freeform 16">
              <a:extLst>
                <a:ext uri="{FF2B5EF4-FFF2-40B4-BE49-F238E27FC236}">
                  <a16:creationId xmlns:a16="http://schemas.microsoft.com/office/drawing/2014/main" id="{9082519B-328F-4D85-9648-AA99F35AF4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1" name="Freeform 16">
              <a:extLst>
                <a:ext uri="{FF2B5EF4-FFF2-40B4-BE49-F238E27FC236}">
                  <a16:creationId xmlns:a16="http://schemas.microsoft.com/office/drawing/2014/main" id="{D9C1B58C-398E-452F-88B1-1E2D056BC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2" name="Freeform 16">
              <a:extLst>
                <a:ext uri="{FF2B5EF4-FFF2-40B4-BE49-F238E27FC236}">
                  <a16:creationId xmlns:a16="http://schemas.microsoft.com/office/drawing/2014/main" id="{1215C438-62B6-48E8-93BD-2400CE7DCB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3" name="Freeform 16">
              <a:extLst>
                <a:ext uri="{FF2B5EF4-FFF2-40B4-BE49-F238E27FC236}">
                  <a16:creationId xmlns:a16="http://schemas.microsoft.com/office/drawing/2014/main" id="{74287A1C-61DC-4764-AD91-0D8AE5D32F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4" name="Freeform 16">
              <a:extLst>
                <a:ext uri="{FF2B5EF4-FFF2-40B4-BE49-F238E27FC236}">
                  <a16:creationId xmlns:a16="http://schemas.microsoft.com/office/drawing/2014/main" id="{935F5F69-3B06-47EE-8A58-9EFC1B83EC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5" name="Freeform 16">
              <a:extLst>
                <a:ext uri="{FF2B5EF4-FFF2-40B4-BE49-F238E27FC236}">
                  <a16:creationId xmlns:a16="http://schemas.microsoft.com/office/drawing/2014/main" id="{1101FFF9-CF37-4721-8186-544775DE50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6" name="Freeform 16">
              <a:extLst>
                <a:ext uri="{FF2B5EF4-FFF2-40B4-BE49-F238E27FC236}">
                  <a16:creationId xmlns:a16="http://schemas.microsoft.com/office/drawing/2014/main" id="{DA07B02B-AB92-4E6D-BE68-38C0C55A70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7" name="Freeform 16">
              <a:extLst>
                <a:ext uri="{FF2B5EF4-FFF2-40B4-BE49-F238E27FC236}">
                  <a16:creationId xmlns:a16="http://schemas.microsoft.com/office/drawing/2014/main" id="{5C7F6697-9CF8-4C52-8134-856F37E69B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8" name="Freeform 16">
              <a:extLst>
                <a:ext uri="{FF2B5EF4-FFF2-40B4-BE49-F238E27FC236}">
                  <a16:creationId xmlns:a16="http://schemas.microsoft.com/office/drawing/2014/main" id="{71AE8640-CA8D-45ED-B293-E41C04107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9" name="Freeform 16">
              <a:extLst>
                <a:ext uri="{FF2B5EF4-FFF2-40B4-BE49-F238E27FC236}">
                  <a16:creationId xmlns:a16="http://schemas.microsoft.com/office/drawing/2014/main" id="{63C196AF-4D4C-4362-BDBF-EC89D3AF7E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0" name="Freeform 16">
              <a:extLst>
                <a:ext uri="{FF2B5EF4-FFF2-40B4-BE49-F238E27FC236}">
                  <a16:creationId xmlns:a16="http://schemas.microsoft.com/office/drawing/2014/main" id="{ACA5D87D-1923-4B8B-9B95-C833F20B3F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1" name="Freeform 16">
              <a:extLst>
                <a:ext uri="{FF2B5EF4-FFF2-40B4-BE49-F238E27FC236}">
                  <a16:creationId xmlns:a16="http://schemas.microsoft.com/office/drawing/2014/main" id="{5168EF6E-C030-46F7-940B-B2259B19D5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2" name="Freeform 16">
              <a:extLst>
                <a:ext uri="{FF2B5EF4-FFF2-40B4-BE49-F238E27FC236}">
                  <a16:creationId xmlns:a16="http://schemas.microsoft.com/office/drawing/2014/main" id="{A141EFDE-9FF6-4BED-B3E7-F887DDD960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3" name="Freeform 16">
              <a:extLst>
                <a:ext uri="{FF2B5EF4-FFF2-40B4-BE49-F238E27FC236}">
                  <a16:creationId xmlns:a16="http://schemas.microsoft.com/office/drawing/2014/main" id="{F1BD7350-6598-41F6-9255-7CC3E31388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4" name="Freeform 16">
              <a:extLst>
                <a:ext uri="{FF2B5EF4-FFF2-40B4-BE49-F238E27FC236}">
                  <a16:creationId xmlns:a16="http://schemas.microsoft.com/office/drawing/2014/main" id="{22AC9D57-87D8-4EB4-9431-D6A909D9B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5" name="Freeform 16">
              <a:extLst>
                <a:ext uri="{FF2B5EF4-FFF2-40B4-BE49-F238E27FC236}">
                  <a16:creationId xmlns:a16="http://schemas.microsoft.com/office/drawing/2014/main" id="{5E5F28C9-581C-4582-AFD5-64DAF5C058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A3946BBE-EEEB-45AB-8953-28E740687D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7" name="Freeform 16">
              <a:extLst>
                <a:ext uri="{FF2B5EF4-FFF2-40B4-BE49-F238E27FC236}">
                  <a16:creationId xmlns:a16="http://schemas.microsoft.com/office/drawing/2014/main" id="{6CBC4E02-AAC1-4F30-A6A1-640557D976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8" name="Freeform 16">
              <a:extLst>
                <a:ext uri="{FF2B5EF4-FFF2-40B4-BE49-F238E27FC236}">
                  <a16:creationId xmlns:a16="http://schemas.microsoft.com/office/drawing/2014/main" id="{B048D2CD-AC09-4285-A6D5-6EA03B3903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9" name="Freeform 16">
              <a:extLst>
                <a:ext uri="{FF2B5EF4-FFF2-40B4-BE49-F238E27FC236}">
                  <a16:creationId xmlns:a16="http://schemas.microsoft.com/office/drawing/2014/main" id="{15EF59CC-EAE4-472E-9711-C258CA6562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0" name="Freeform 16">
              <a:extLst>
                <a:ext uri="{FF2B5EF4-FFF2-40B4-BE49-F238E27FC236}">
                  <a16:creationId xmlns:a16="http://schemas.microsoft.com/office/drawing/2014/main" id="{0C37583E-F9BD-44A9-BE2D-5885FBF11A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1" name="Freeform 16">
              <a:extLst>
                <a:ext uri="{FF2B5EF4-FFF2-40B4-BE49-F238E27FC236}">
                  <a16:creationId xmlns:a16="http://schemas.microsoft.com/office/drawing/2014/main" id="{C8F816AA-7759-4D40-8B9F-93CE389699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2" name="Freeform 16">
              <a:extLst>
                <a:ext uri="{FF2B5EF4-FFF2-40B4-BE49-F238E27FC236}">
                  <a16:creationId xmlns:a16="http://schemas.microsoft.com/office/drawing/2014/main" id="{B65B9489-7839-490A-B77D-E0E3DFA52E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3" name="Freeform 16">
              <a:extLst>
                <a:ext uri="{FF2B5EF4-FFF2-40B4-BE49-F238E27FC236}">
                  <a16:creationId xmlns:a16="http://schemas.microsoft.com/office/drawing/2014/main" id="{BECB7B9E-23EE-46B4-90EA-B68B9533F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4" name="Freeform 16">
              <a:extLst>
                <a:ext uri="{FF2B5EF4-FFF2-40B4-BE49-F238E27FC236}">
                  <a16:creationId xmlns:a16="http://schemas.microsoft.com/office/drawing/2014/main" id="{37F81689-425B-4586-BA28-A52EA6461B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5" name="Freeform 16">
              <a:extLst>
                <a:ext uri="{FF2B5EF4-FFF2-40B4-BE49-F238E27FC236}">
                  <a16:creationId xmlns:a16="http://schemas.microsoft.com/office/drawing/2014/main" id="{F4E46C55-E55C-4DB9-84CB-12BA4E8360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6" name="AutoShape 3">
              <a:extLst>
                <a:ext uri="{FF2B5EF4-FFF2-40B4-BE49-F238E27FC236}">
                  <a16:creationId xmlns:a16="http://schemas.microsoft.com/office/drawing/2014/main" id="{9F7F7C91-FA75-4191-AB66-8DE3A6C2C917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9912350" y="127000"/>
              <a:ext cx="400050" cy="42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79D6001-5C23-4D4D-89FC-00A862D67E58}"/>
                </a:ext>
              </a:extLst>
            </p:cNvPr>
            <p:cNvGrpSpPr/>
            <p:nvPr userDrawn="1"/>
          </p:nvGrpSpPr>
          <p:grpSpPr>
            <a:xfrm>
              <a:off x="-664463" y="1060450"/>
              <a:ext cx="2884436" cy="4051302"/>
              <a:chOff x="-831850" y="581026"/>
              <a:chExt cx="3567113" cy="5010150"/>
            </a:xfrm>
          </p:grpSpPr>
          <p:sp>
            <p:nvSpPr>
              <p:cNvPr id="272" name="Freeform 10">
                <a:extLst>
                  <a:ext uri="{FF2B5EF4-FFF2-40B4-BE49-F238E27FC236}">
                    <a16:creationId xmlns:a16="http://schemas.microsoft.com/office/drawing/2014/main" id="{93E9F37A-6F37-4C9E-8DC1-2BE2587463E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831850" y="2471738"/>
                <a:ext cx="3567113" cy="3119438"/>
              </a:xfrm>
              <a:custGeom>
                <a:avLst/>
                <a:gdLst>
                  <a:gd name="T0" fmla="*/ 434 w 464"/>
                  <a:gd name="T1" fmla="*/ 406 h 406"/>
                  <a:gd name="T2" fmla="*/ 30 w 464"/>
                  <a:gd name="T3" fmla="*/ 406 h 406"/>
                  <a:gd name="T4" fmla="*/ 0 w 464"/>
                  <a:gd name="T5" fmla="*/ 376 h 406"/>
                  <a:gd name="T6" fmla="*/ 0 w 464"/>
                  <a:gd name="T7" fmla="*/ 30 h 406"/>
                  <a:gd name="T8" fmla="*/ 30 w 464"/>
                  <a:gd name="T9" fmla="*/ 0 h 406"/>
                  <a:gd name="T10" fmla="*/ 434 w 464"/>
                  <a:gd name="T11" fmla="*/ 0 h 406"/>
                  <a:gd name="T12" fmla="*/ 464 w 464"/>
                  <a:gd name="T13" fmla="*/ 30 h 406"/>
                  <a:gd name="T14" fmla="*/ 464 w 464"/>
                  <a:gd name="T15" fmla="*/ 376 h 406"/>
                  <a:gd name="T16" fmla="*/ 434 w 464"/>
                  <a:gd name="T17" fmla="*/ 406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4" h="406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000"/>
              </a:p>
            </p:txBody>
          </p:sp>
          <p:sp>
            <p:nvSpPr>
              <p:cNvPr id="273" name="Freeform 11">
                <a:extLst>
                  <a:ext uri="{FF2B5EF4-FFF2-40B4-BE49-F238E27FC236}">
                    <a16:creationId xmlns:a16="http://schemas.microsoft.com/office/drawing/2014/main" id="{9622CA32-E887-4015-BE52-CE59C58A50B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0538" y="3262313"/>
                <a:ext cx="914400" cy="1590675"/>
              </a:xfrm>
              <a:custGeom>
                <a:avLst/>
                <a:gdLst>
                  <a:gd name="T0" fmla="*/ 119 w 119"/>
                  <a:gd name="T1" fmla="*/ 60 h 207"/>
                  <a:gd name="T2" fmla="*/ 60 w 119"/>
                  <a:gd name="T3" fmla="*/ 0 h 207"/>
                  <a:gd name="T4" fmla="*/ 0 w 119"/>
                  <a:gd name="T5" fmla="*/ 60 h 207"/>
                  <a:gd name="T6" fmla="*/ 30 w 119"/>
                  <a:gd name="T7" fmla="*/ 112 h 207"/>
                  <a:gd name="T8" fmla="*/ 11 w 119"/>
                  <a:gd name="T9" fmla="*/ 207 h 207"/>
                  <a:gd name="T10" fmla="*/ 108 w 119"/>
                  <a:gd name="T11" fmla="*/ 207 h 207"/>
                  <a:gd name="T12" fmla="*/ 89 w 119"/>
                  <a:gd name="T13" fmla="*/ 112 h 207"/>
                  <a:gd name="T14" fmla="*/ 119 w 119"/>
                  <a:gd name="T15" fmla="*/ 6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207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000"/>
              </a:p>
            </p:txBody>
          </p:sp>
          <p:sp>
            <p:nvSpPr>
              <p:cNvPr id="274" name="Freeform 12">
                <a:extLst>
                  <a:ext uri="{FF2B5EF4-FFF2-40B4-BE49-F238E27FC236}">
                    <a16:creationId xmlns:a16="http://schemas.microsoft.com/office/drawing/2014/main" id="{15857072-129D-4B83-AEDA-E98AD3A5AEF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239713" y="581026"/>
                <a:ext cx="2382838" cy="1958975"/>
              </a:xfrm>
              <a:custGeom>
                <a:avLst/>
                <a:gdLst>
                  <a:gd name="T0" fmla="*/ 0 w 310"/>
                  <a:gd name="T1" fmla="*/ 253 h 255"/>
                  <a:gd name="T2" fmla="*/ 0 w 310"/>
                  <a:gd name="T3" fmla="*/ 155 h 255"/>
                  <a:gd name="T4" fmla="*/ 155 w 310"/>
                  <a:gd name="T5" fmla="*/ 0 h 255"/>
                  <a:gd name="T6" fmla="*/ 310 w 310"/>
                  <a:gd name="T7" fmla="*/ 155 h 255"/>
                  <a:gd name="T8" fmla="*/ 310 w 31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0" h="255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000"/>
              </a:p>
            </p:txBody>
          </p:sp>
        </p:grp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395FD607-A9EB-4369-8C8B-71A1A9564207}"/>
                </a:ext>
              </a:extLst>
            </p:cNvPr>
            <p:cNvSpPr/>
            <p:nvPr userDrawn="1"/>
          </p:nvSpPr>
          <p:spPr>
            <a:xfrm>
              <a:off x="-1327308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CCAC69A-2B74-4981-825D-C3244AD95072}"/>
                </a:ext>
              </a:extLst>
            </p:cNvPr>
            <p:cNvSpPr/>
            <p:nvPr userDrawn="1"/>
          </p:nvSpPr>
          <p:spPr>
            <a:xfrm>
              <a:off x="10973671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60DB5A1-D3C7-4B82-A883-81AAAD318502}"/>
                </a:ext>
              </a:extLst>
            </p:cNvPr>
            <p:cNvSpPr/>
            <p:nvPr userDrawn="1"/>
          </p:nvSpPr>
          <p:spPr>
            <a:xfrm rot="16200000">
              <a:off x="5129275" y="-5934192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02F05F0F-A34E-4FE9-AFF6-B23AF6C59A1F}"/>
                </a:ext>
              </a:extLst>
            </p:cNvPr>
            <p:cNvSpPr/>
            <p:nvPr userDrawn="1"/>
          </p:nvSpPr>
          <p:spPr>
            <a:xfrm rot="16200000">
              <a:off x="5129270" y="643723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0240" y="12557762"/>
            <a:ext cx="24871680" cy="1969770"/>
          </a:xfrm>
        </p:spPr>
        <p:txBody>
          <a:bodyPr/>
          <a:lstStyle>
            <a:lvl1pPr algn="l">
              <a:defRPr sz="93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540240" y="14538962"/>
            <a:ext cx="24871680" cy="1751543"/>
          </a:xfrm>
        </p:spPr>
        <p:txBody>
          <a:bodyPr/>
          <a:lstStyle>
            <a:lvl1pPr marL="0" indent="0" algn="l">
              <a:buFontTx/>
              <a:buNone/>
              <a:defRPr sz="8000" b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687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03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36576000" cy="186597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72461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6576000" cy="19016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231579"/>
            <a:ext cx="33253680" cy="1785103"/>
          </a:xfrm>
        </p:spPr>
        <p:txBody>
          <a:bodyPr anchor="ctr"/>
          <a:lstStyle>
            <a:lvl1pPr algn="ctr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00CFF9-E316-4985-8903-66B8EB381F9C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25470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n object&#10;&#10;Description automatically generated">
            <a:extLst>
              <a:ext uri="{FF2B5EF4-FFF2-40B4-BE49-F238E27FC236}">
                <a16:creationId xmlns:a16="http://schemas.microsoft.com/office/drawing/2014/main" id="{DB5BC97F-BE1C-4CC1-A0F8-EF37ABD2FD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6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1_Title, Subtitle,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1661160" y="2204088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722500" y="7010120"/>
            <a:ext cx="33253680" cy="1198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1523985" marR="0" lvl="0" indent="-118532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3047970" marR="0" lvl="1" indent="-1142989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6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4571954" marR="0" lvl="2" indent="-1100656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5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6095939" marR="0" lvl="3" indent="-1142989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6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7619924" marR="0" lvl="4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6667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9143909" marR="0" lvl="5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10667893" marR="0" lvl="6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12191878" marR="0" lvl="7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13715863" marR="0" lvl="8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1661160" y="3944445"/>
            <a:ext cx="33253680" cy="175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1523985" marR="0" lvl="0" indent="-761992" algn="ctr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80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3047970" marR="0" lvl="1" indent="-761992" algn="ctr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4571954" marR="0" lvl="2" indent="-761992" algn="ctr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6095939" marR="0" lvl="3" indent="-761992" algn="ctr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7619924" marR="0" lvl="4" indent="-761992" algn="ctr" rtl="0">
              <a:lnSpc>
                <a:spcPct val="100000"/>
              </a:lnSpc>
              <a:spcBef>
                <a:spcPts val="1867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9143909" marR="0" lvl="5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10667893" marR="0" lvl="6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12191878" marR="0" lvl="7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13715863" marR="0" lvl="8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34227137" y="18999403"/>
            <a:ext cx="2195000" cy="15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14134"/>
      </p:ext>
    </p:extLst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765665"/>
            <a:ext cx="36576000" cy="198083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FFCD0-CFA5-4BC7-BCE6-3E92554098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133" y="8827502"/>
            <a:ext cx="6719760" cy="2354503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736167" y="5956990"/>
            <a:ext cx="29002353" cy="923330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2000"/>
              </a:spcBef>
              <a:spcAft>
                <a:spcPts val="1000"/>
              </a:spcAft>
              <a:buFontTx/>
              <a:buNone/>
              <a:defRPr sz="6000" b="0">
                <a:solidFill>
                  <a:schemeClr val="bg2">
                    <a:lumMod val="50000"/>
                  </a:schemeClr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1605540" y="2797622"/>
            <a:ext cx="29131133" cy="3276183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15333" b="1" cap="all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176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28B2A9-89D6-4CF3-BBAF-1CA0E88E14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9E96A302-1F38-4275-8241-37FF3CB49A0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1498" y="6321550"/>
            <a:ext cx="5338650" cy="4328760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16581120"/>
            <a:ext cx="19385280" cy="954107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2000"/>
              </a:spcBef>
              <a:spcAft>
                <a:spcPts val="1000"/>
              </a:spcAft>
              <a:buFontTx/>
              <a:buNone/>
              <a:defRPr sz="4667" b="0">
                <a:solidFill>
                  <a:schemeClr val="tx2"/>
                </a:solidFill>
                <a:latin typeface="Trebuchet M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>
            <p:ph type="title" hasCustomPrompt="1"/>
          </p:nvPr>
        </p:nvSpPr>
        <p:spPr>
          <a:xfrm>
            <a:off x="2286000" y="13411202"/>
            <a:ext cx="19385280" cy="3276183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12000" b="1" cap="all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7DABAD-3709-40C3-9EFD-BF1A6B6A20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6656437" y="6605240"/>
            <a:ext cx="6705600" cy="368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0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pider&#10;&#10;Description automatically generated">
            <a:extLst>
              <a:ext uri="{FF2B5EF4-FFF2-40B4-BE49-F238E27FC236}">
                <a16:creationId xmlns:a16="http://schemas.microsoft.com/office/drawing/2014/main" id="{312387AB-4080-4B69-BFCF-F134EF12C7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B8805453-93BD-4B24-A658-29DCC01129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31752" y="14722667"/>
            <a:ext cx="5338650" cy="432876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FDA9BB0-5ECC-460A-9E7D-23BD2DACDB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401" r="-3502"/>
          <a:stretch/>
        </p:blipFill>
        <p:spPr>
          <a:xfrm>
            <a:off x="29106757" y="15046167"/>
            <a:ext cx="6705600" cy="368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65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</p:spPr>
        <p:txBody>
          <a:bodyPr/>
          <a:lstStyle>
            <a:lvl1pPr algn="ctr">
              <a:defRPr sz="9333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2500" y="7010118"/>
            <a:ext cx="33162240" cy="1239641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4667">
                <a:solidFill>
                  <a:schemeClr val="accent4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627122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563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ICON_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</p:spPr>
        <p:txBody>
          <a:bodyPr/>
          <a:lstStyle>
            <a:lvl1pPr algn="ctr">
              <a:defRPr sz="9333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2500" y="7010118"/>
            <a:ext cx="33162240" cy="12396417"/>
          </a:xfrm>
        </p:spPr>
        <p:txBody>
          <a:bodyPr/>
          <a:lstStyle>
            <a:lvl1pPr marL="767286" indent="-767286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4667">
                <a:solidFill>
                  <a:schemeClr val="accent4"/>
                </a:solidFill>
              </a:defRPr>
            </a:lvl1pPr>
            <a:lvl2pPr marL="2666973" indent="-761992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4000">
                <a:solidFill>
                  <a:schemeClr val="accent4"/>
                </a:solidFill>
              </a:defRPr>
            </a:lvl2pPr>
            <a:lvl3pPr marL="4196251" indent="-566204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3667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SzPct val="75000"/>
              <a:buFontTx/>
              <a:buBlip>
                <a:blip r:embed="rId2"/>
              </a:buBlip>
              <a:defRPr sz="3333">
                <a:solidFill>
                  <a:schemeClr val="accent4"/>
                </a:solidFill>
                <a:latin typeface="Trebuchet MS" panose="020B0603020202020204" pitchFamily="34" charset="0"/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627122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94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</p:spPr>
        <p:txBody>
          <a:bodyPr/>
          <a:lstStyle>
            <a:lvl1pPr algn="ctr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2500" y="7010118"/>
            <a:ext cx="33162240" cy="1239641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4667">
                <a:solidFill>
                  <a:schemeClr val="accent4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627122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0944" y="19252850"/>
            <a:ext cx="9209553" cy="82714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l" defTabSz="1523985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333" b="1" i="0" kern="0" dirty="0">
                <a:solidFill>
                  <a:schemeClr val="bg1"/>
                </a:solidFill>
                <a:latin typeface="Trebuchet MS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121098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</p:spPr>
        <p:txBody>
          <a:bodyPr/>
          <a:lstStyle>
            <a:lvl1pPr algn="ctr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880" y="7010119"/>
            <a:ext cx="33207960" cy="11826523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4667">
                <a:solidFill>
                  <a:schemeClr val="accent4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627122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406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774" y="5995302"/>
            <a:ext cx="14014673" cy="2062103"/>
          </a:xfrm>
        </p:spPr>
        <p:txBody>
          <a:bodyPr/>
          <a:lstStyle>
            <a:lvl1pPr algn="l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0772" y="10238598"/>
            <a:ext cx="13976137" cy="8390297"/>
          </a:xfrm>
        </p:spPr>
        <p:txBody>
          <a:bodyPr/>
          <a:lstStyle>
            <a:lvl1pPr marL="0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1pPr>
            <a:lvl2pPr marL="1904981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2pPr>
            <a:lvl3pPr marL="3630047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730774" y="7827992"/>
            <a:ext cx="14014673" cy="1751543"/>
          </a:xfrm>
        </p:spPr>
        <p:txBody>
          <a:bodyPr/>
          <a:lstStyle>
            <a:lvl1pPr marL="0" indent="0" algn="l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497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terna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0" y="5995302"/>
            <a:ext cx="18135600" cy="2062103"/>
          </a:xfrm>
        </p:spPr>
        <p:txBody>
          <a:bodyPr/>
          <a:lstStyle>
            <a:lvl1pPr algn="l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11600" y="9723122"/>
            <a:ext cx="18105120" cy="8390297"/>
          </a:xfrm>
        </p:spPr>
        <p:txBody>
          <a:bodyPr/>
          <a:lstStyle>
            <a:lvl1pPr marL="0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4000">
                <a:solidFill>
                  <a:schemeClr val="accent4"/>
                </a:solidFill>
              </a:defRPr>
            </a:lvl1pPr>
            <a:lvl2pPr marL="1904981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2pPr>
            <a:lvl3pPr marL="3630047" indent="0">
              <a:spcBef>
                <a:spcPts val="1667"/>
              </a:spcBef>
              <a:spcAft>
                <a:spcPts val="1667"/>
              </a:spcAft>
              <a:buClr>
                <a:schemeClr val="bg2"/>
              </a:buClr>
              <a:buSzPct val="100000"/>
              <a:buFontTx/>
              <a:buNone/>
              <a:defRPr sz="3667">
                <a:solidFill>
                  <a:schemeClr val="accent4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0" y="7894322"/>
            <a:ext cx="18135600" cy="1751543"/>
          </a:xfrm>
        </p:spPr>
        <p:txBody>
          <a:bodyPr/>
          <a:lstStyle>
            <a:lvl1pPr marL="0" indent="0" algn="l">
              <a:buFontTx/>
              <a:buNone/>
              <a:defRPr sz="6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379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302B7CA-37AE-4D42-BAAD-C239CA228A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2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C9D3D8-33FC-4EE7-AE65-7535FEAB06AA}"/>
              </a:ext>
            </a:extLst>
          </p:cNvPr>
          <p:cNvSpPr/>
          <p:nvPr/>
        </p:nvSpPr>
        <p:spPr>
          <a:xfrm>
            <a:off x="2" y="0"/>
            <a:ext cx="35758243" cy="18836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</p:spPr>
        <p:txBody>
          <a:bodyPr/>
          <a:lstStyle>
            <a:lvl1pPr algn="ctr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1145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AE616-A526-467A-9354-356237D56F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1120" y="14081762"/>
            <a:ext cx="17922240" cy="4579797"/>
          </a:xfrm>
        </p:spPr>
        <p:txBody>
          <a:bodyPr anchor="b"/>
          <a:lstStyle>
            <a:lvl1pPr algn="ctr">
              <a:defRPr sz="113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543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barg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5E518B9-8953-4D61-86EB-BF726D7CE198}"/>
              </a:ext>
            </a:extLst>
          </p:cNvPr>
          <p:cNvGrpSpPr/>
          <p:nvPr/>
        </p:nvGrpSpPr>
        <p:grpSpPr>
          <a:xfrm>
            <a:off x="-4424358" y="-1349553"/>
            <a:ext cx="45422230" cy="23277753"/>
            <a:chOff x="-1327308" y="-404866"/>
            <a:chExt cx="13626669" cy="69833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486AA18-85AA-4ECF-BC7C-6CDDDFA8AED1}"/>
                </a:ext>
              </a:extLst>
            </p:cNvPr>
            <p:cNvSpPr/>
            <p:nvPr userDrawn="1"/>
          </p:nvSpPr>
          <p:spPr>
            <a:xfrm>
              <a:off x="0" y="0"/>
              <a:ext cx="10972800" cy="617220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 dirty="0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779DBA0E-78FD-499D-B7C5-9610ED16A5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4856087B-5738-47BA-B257-0AE16578FE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" name="Freeform 16">
              <a:extLst>
                <a:ext uri="{FF2B5EF4-FFF2-40B4-BE49-F238E27FC236}">
                  <a16:creationId xmlns:a16="http://schemas.microsoft.com/office/drawing/2014/main" id="{30EA3BC0-CA75-4A9F-844C-9DF7651395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" name="Freeform 16">
              <a:extLst>
                <a:ext uri="{FF2B5EF4-FFF2-40B4-BE49-F238E27FC236}">
                  <a16:creationId xmlns:a16="http://schemas.microsoft.com/office/drawing/2014/main" id="{09D9D0DC-416F-4D02-AE51-DC94179FE3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B3F11494-DD54-4DA3-999D-60884617AB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8DA5A4A-C129-4A6A-8590-D776A55A56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A72853C-EBAC-4426-B8F7-4D7FF7CE76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AA148D7-A843-4289-9E59-D4B56EBE96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3DFDAB2E-4FBE-4EA1-9068-98D2A1969C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CB7337C-1F1B-4024-8C1B-1145290410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3AC71E65-025E-4CD8-9C62-5C672876A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CC69994B-2A96-4E6B-90E0-7C6012E438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95DA46AF-2C01-438F-ABE1-131B508F70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D1F7F7D-46C6-41FC-9A05-60CDDDABC9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E6044945-DD35-4A1F-B666-67B79DB3B9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B6707B12-7E15-44BA-A75C-D231A0BD9D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C9CA6F74-E612-4E07-826D-3714EA654B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9C232950-AF88-4D8C-98A2-58E2906C0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577A18B0-195A-44F8-8045-DEE9F4805C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C57DA582-5E40-4087-915C-A8AFB763C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B9446B2-AA95-41F1-8CE9-9C293FF2FF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09C2F6DB-63BE-4BEF-BD50-8E85A06AF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AB269B44-FFE3-44F5-9547-2D66569163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3" name="Freeform 16">
              <a:extLst>
                <a:ext uri="{FF2B5EF4-FFF2-40B4-BE49-F238E27FC236}">
                  <a16:creationId xmlns:a16="http://schemas.microsoft.com/office/drawing/2014/main" id="{D7B33E0B-D54D-4AD0-93EB-2D85D95AA7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C82CDED5-DC3C-4291-8FB5-4FBECACC09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38B0CFAC-4CC8-4BD7-9602-D3F62B4111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9D7BB7E2-49CE-405B-BBC3-0D3235E735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D724979D-D321-46A4-8BFB-4BE56A78ED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A90ECEE1-1C0E-48A4-8212-4FDF80E340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6A4F312E-AC0E-438F-85DE-734894B59F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1143C46B-BB0E-42E1-91DB-CF7866DEF0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8789D5ED-08F4-45B7-96D5-9DB37E826F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-412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2" name="Freeform 16">
              <a:extLst>
                <a:ext uri="{FF2B5EF4-FFF2-40B4-BE49-F238E27FC236}">
                  <a16:creationId xmlns:a16="http://schemas.microsoft.com/office/drawing/2014/main" id="{C71D4383-262D-49BE-8F2A-35EABE4CA5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B2D051A4-B41D-49C5-BCBA-B200CE9274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EA204CAE-8CAD-4182-AFDF-6D71A5318A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F2D419D0-1198-497F-8FCB-0E4E01ABEB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42DA3B58-E508-46A3-B351-BFD7A44A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E56F4597-4576-4F1D-9E8B-57D61B7AF9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C16A7CB5-E8F5-43EC-B4DA-8367563CBA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B63EEF7E-F8C7-40A7-9EC5-7A2377B3E9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18561612-6FBC-464D-9063-754B5DF15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9FB80B49-CDD0-491F-B397-AF746CB745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2" name="Freeform 16">
              <a:extLst>
                <a:ext uri="{FF2B5EF4-FFF2-40B4-BE49-F238E27FC236}">
                  <a16:creationId xmlns:a16="http://schemas.microsoft.com/office/drawing/2014/main" id="{F04631F3-C493-4A64-AAFD-4686A560F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A457E3A0-7D3B-4D8D-909F-FA0F06B944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D8E8EADD-8531-47CC-A9F2-A5B20F7DA1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24D2EADF-B7B9-4986-AEDB-A2D41F636C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0683D26A-EB07-4380-8914-B6AECFE4BF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78C3AD2F-A184-4332-ADCE-E7FEDE7BA6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01ACBB54-13C8-4052-B203-3996848511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892B4C18-A783-475D-8EEF-F11FBA1A32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A62353FE-8604-486E-9560-78C474AC8F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4A5FC7DA-BB86-43EB-AC23-48D1752A6A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57B12D9F-3BBD-4FAF-A8AB-5C32680329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3" name="Freeform 16">
              <a:extLst>
                <a:ext uri="{FF2B5EF4-FFF2-40B4-BE49-F238E27FC236}">
                  <a16:creationId xmlns:a16="http://schemas.microsoft.com/office/drawing/2014/main" id="{B7B50CA6-941B-4F77-891D-BA2C28D0CA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0194FC04-B2A1-4C52-B275-3D32DD41DD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5" name="Freeform 16">
              <a:extLst>
                <a:ext uri="{FF2B5EF4-FFF2-40B4-BE49-F238E27FC236}">
                  <a16:creationId xmlns:a16="http://schemas.microsoft.com/office/drawing/2014/main" id="{3055B924-F529-4C4C-A7F1-F0D1B50A73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1DCBE022-831C-4DEF-8567-F73AB476C6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4677A0E0-1BE9-4AD9-8081-3970B6DE76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5056D7AA-7E9E-4019-92DE-9258C7BADC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69" name="Freeform 16">
              <a:extLst>
                <a:ext uri="{FF2B5EF4-FFF2-40B4-BE49-F238E27FC236}">
                  <a16:creationId xmlns:a16="http://schemas.microsoft.com/office/drawing/2014/main" id="{B52F2FF3-8B1D-4A44-8280-D43163EC0C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0" name="Freeform 16">
              <a:extLst>
                <a:ext uri="{FF2B5EF4-FFF2-40B4-BE49-F238E27FC236}">
                  <a16:creationId xmlns:a16="http://schemas.microsoft.com/office/drawing/2014/main" id="{8B2B15A4-341E-44E2-AA50-1BF44E9387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1" name="Freeform 16">
              <a:extLst>
                <a:ext uri="{FF2B5EF4-FFF2-40B4-BE49-F238E27FC236}">
                  <a16:creationId xmlns:a16="http://schemas.microsoft.com/office/drawing/2014/main" id="{ACC84E38-6617-4E04-B995-881604F99C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2" name="Freeform 16">
              <a:extLst>
                <a:ext uri="{FF2B5EF4-FFF2-40B4-BE49-F238E27FC236}">
                  <a16:creationId xmlns:a16="http://schemas.microsoft.com/office/drawing/2014/main" id="{C6B285A5-12A2-48AF-893D-598301661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3" name="Freeform 16">
              <a:extLst>
                <a:ext uri="{FF2B5EF4-FFF2-40B4-BE49-F238E27FC236}">
                  <a16:creationId xmlns:a16="http://schemas.microsoft.com/office/drawing/2014/main" id="{47084835-C1A6-434A-A2AB-3E7DA4267BA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7628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4" name="Freeform 16">
              <a:extLst>
                <a:ext uri="{FF2B5EF4-FFF2-40B4-BE49-F238E27FC236}">
                  <a16:creationId xmlns:a16="http://schemas.microsoft.com/office/drawing/2014/main" id="{82D26294-EE4F-4381-8B0F-4CE7F3A1A3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id="{B1EE9A53-A80E-4B20-9E04-100060C781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6" name="Freeform 16">
              <a:extLst>
                <a:ext uri="{FF2B5EF4-FFF2-40B4-BE49-F238E27FC236}">
                  <a16:creationId xmlns:a16="http://schemas.microsoft.com/office/drawing/2014/main" id="{C3C136FE-F981-49F6-8875-8AD586CA85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FC84C1D9-DA95-4BF6-A71F-86DC6A2FA9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EC336BD7-D0E5-4907-BEDB-AA01C56DDA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BAAF41C9-7EAA-475D-83F2-1253B7055B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C4C84E12-C6BC-4AF0-9151-76A20D031C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98FB1073-101D-401C-B499-E80B2DCCDB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3E52FE15-A88E-4B8E-B23B-7E81075312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3" name="Freeform 16">
              <a:extLst>
                <a:ext uri="{FF2B5EF4-FFF2-40B4-BE49-F238E27FC236}">
                  <a16:creationId xmlns:a16="http://schemas.microsoft.com/office/drawing/2014/main" id="{E83FECA9-6276-4B79-96AD-84BED6F80D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4" name="Freeform 16">
              <a:extLst>
                <a:ext uri="{FF2B5EF4-FFF2-40B4-BE49-F238E27FC236}">
                  <a16:creationId xmlns:a16="http://schemas.microsoft.com/office/drawing/2014/main" id="{B18137A3-C9B0-4C35-8A20-53EC5864E5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52DE848A-E413-47C4-8173-DB2CA8EEA3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14D3DEFF-25FB-44EA-876C-8BD7E213C1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7" name="Freeform 16">
              <a:extLst>
                <a:ext uri="{FF2B5EF4-FFF2-40B4-BE49-F238E27FC236}">
                  <a16:creationId xmlns:a16="http://schemas.microsoft.com/office/drawing/2014/main" id="{F8DD5E7B-8D6A-46DF-B7B8-0A96095CA7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8" name="Freeform 16">
              <a:extLst>
                <a:ext uri="{FF2B5EF4-FFF2-40B4-BE49-F238E27FC236}">
                  <a16:creationId xmlns:a16="http://schemas.microsoft.com/office/drawing/2014/main" id="{140EA7A3-E20E-49A8-B7DF-746F09BE22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89" name="Freeform 16">
              <a:extLst>
                <a:ext uri="{FF2B5EF4-FFF2-40B4-BE49-F238E27FC236}">
                  <a16:creationId xmlns:a16="http://schemas.microsoft.com/office/drawing/2014/main" id="{A30FB1C7-E929-4CCD-BEC9-3D5F967B88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0" name="Freeform 16">
              <a:extLst>
                <a:ext uri="{FF2B5EF4-FFF2-40B4-BE49-F238E27FC236}">
                  <a16:creationId xmlns:a16="http://schemas.microsoft.com/office/drawing/2014/main" id="{106589F0-5AFE-476A-B71B-0A4F474828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1" name="Freeform 16">
              <a:extLst>
                <a:ext uri="{FF2B5EF4-FFF2-40B4-BE49-F238E27FC236}">
                  <a16:creationId xmlns:a16="http://schemas.microsoft.com/office/drawing/2014/main" id="{852272BE-007F-4591-87D4-4C058623A4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2D5A05AC-D4E7-4583-9D07-33F99E8EE1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3" name="Freeform 16">
              <a:extLst>
                <a:ext uri="{FF2B5EF4-FFF2-40B4-BE49-F238E27FC236}">
                  <a16:creationId xmlns:a16="http://schemas.microsoft.com/office/drawing/2014/main" id="{FA87D9B9-82A6-4511-B55E-096518071A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82686F07-3802-48D8-BD5E-CF63B4EBB3C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5" name="Freeform 16">
              <a:extLst>
                <a:ext uri="{FF2B5EF4-FFF2-40B4-BE49-F238E27FC236}">
                  <a16:creationId xmlns:a16="http://schemas.microsoft.com/office/drawing/2014/main" id="{F1444EAF-3866-48AD-95F7-91B593B795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938A681C-25A3-449B-A881-F76613FC96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7" name="Freeform 16">
              <a:extLst>
                <a:ext uri="{FF2B5EF4-FFF2-40B4-BE49-F238E27FC236}">
                  <a16:creationId xmlns:a16="http://schemas.microsoft.com/office/drawing/2014/main" id="{98089678-D463-4C4A-9D1A-1FC1390E4B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8" name="Freeform 16">
              <a:extLst>
                <a:ext uri="{FF2B5EF4-FFF2-40B4-BE49-F238E27FC236}">
                  <a16:creationId xmlns:a16="http://schemas.microsoft.com/office/drawing/2014/main" id="{045CD8C6-72C7-424E-8145-FCCA8DA12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BCBD54C4-E64F-46E5-B0A1-0FBF34779A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0" name="Freeform 16">
              <a:extLst>
                <a:ext uri="{FF2B5EF4-FFF2-40B4-BE49-F238E27FC236}">
                  <a16:creationId xmlns:a16="http://schemas.microsoft.com/office/drawing/2014/main" id="{B158F302-8B95-435F-8FB0-83556B22F4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1" name="Freeform 16">
              <a:extLst>
                <a:ext uri="{FF2B5EF4-FFF2-40B4-BE49-F238E27FC236}">
                  <a16:creationId xmlns:a16="http://schemas.microsoft.com/office/drawing/2014/main" id="{169E18F6-73D6-442E-8CB4-23C90D727B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ABAC07F3-4764-4532-A67C-B8DDA82C5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3" name="Freeform 16">
              <a:extLst>
                <a:ext uri="{FF2B5EF4-FFF2-40B4-BE49-F238E27FC236}">
                  <a16:creationId xmlns:a16="http://schemas.microsoft.com/office/drawing/2014/main" id="{3EE3A1D8-3AAF-4FAE-91BD-EE716E1E52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4" name="Freeform 16">
              <a:extLst>
                <a:ext uri="{FF2B5EF4-FFF2-40B4-BE49-F238E27FC236}">
                  <a16:creationId xmlns:a16="http://schemas.microsoft.com/office/drawing/2014/main" id="{78F80FF2-18C9-4DE9-8D2D-648C6F9570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5" name="Freeform 16">
              <a:extLst>
                <a:ext uri="{FF2B5EF4-FFF2-40B4-BE49-F238E27FC236}">
                  <a16:creationId xmlns:a16="http://schemas.microsoft.com/office/drawing/2014/main" id="{E9B1FC89-6E1D-463F-B7E4-4F62397C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15668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1504CF42-A3AD-43AF-BC77-F4293F7821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7" name="Freeform 16">
              <a:extLst>
                <a:ext uri="{FF2B5EF4-FFF2-40B4-BE49-F238E27FC236}">
                  <a16:creationId xmlns:a16="http://schemas.microsoft.com/office/drawing/2014/main" id="{F0742A4B-B722-474E-833A-AF064D3CD9E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8" name="Freeform 16">
              <a:extLst>
                <a:ext uri="{FF2B5EF4-FFF2-40B4-BE49-F238E27FC236}">
                  <a16:creationId xmlns:a16="http://schemas.microsoft.com/office/drawing/2014/main" id="{56AB6434-0B69-41B7-841E-1A9ECDA5F2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09" name="Freeform 16">
              <a:extLst>
                <a:ext uri="{FF2B5EF4-FFF2-40B4-BE49-F238E27FC236}">
                  <a16:creationId xmlns:a16="http://schemas.microsoft.com/office/drawing/2014/main" id="{409BE632-16FF-4B4D-93DE-08E52DEE5A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0" name="Freeform 16">
              <a:extLst>
                <a:ext uri="{FF2B5EF4-FFF2-40B4-BE49-F238E27FC236}">
                  <a16:creationId xmlns:a16="http://schemas.microsoft.com/office/drawing/2014/main" id="{F6D1D24A-DEFB-4B95-9E28-5334F985B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1" name="Freeform 16">
              <a:extLst>
                <a:ext uri="{FF2B5EF4-FFF2-40B4-BE49-F238E27FC236}">
                  <a16:creationId xmlns:a16="http://schemas.microsoft.com/office/drawing/2014/main" id="{4D490E6F-B375-40F3-B24C-E712E32AFA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B1156AD0-A975-4D2C-B96A-5C2D1D5006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3" name="Freeform 16">
              <a:extLst>
                <a:ext uri="{FF2B5EF4-FFF2-40B4-BE49-F238E27FC236}">
                  <a16:creationId xmlns:a16="http://schemas.microsoft.com/office/drawing/2014/main" id="{8C5C7092-27B9-46A8-A5CB-88DDD889D6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BF4DD3C7-5444-4AE1-8656-CFEA1F9643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D467BF95-5ED3-4FD4-83F5-8070D7EE77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CDB313B9-C607-49FC-BC0F-4BDDB157AF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23871273-FB35-489A-824B-B8913F9CC4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6C17C940-E405-42C7-95FF-4654386A896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19" name="Freeform 16">
              <a:extLst>
                <a:ext uri="{FF2B5EF4-FFF2-40B4-BE49-F238E27FC236}">
                  <a16:creationId xmlns:a16="http://schemas.microsoft.com/office/drawing/2014/main" id="{F26C33C6-2F43-40B4-BB2D-1DD906A228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0" name="Freeform 16">
              <a:extLst>
                <a:ext uri="{FF2B5EF4-FFF2-40B4-BE49-F238E27FC236}">
                  <a16:creationId xmlns:a16="http://schemas.microsoft.com/office/drawing/2014/main" id="{4AF169A6-6482-40AF-85D0-0743C46622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1" name="Freeform 16">
              <a:extLst>
                <a:ext uri="{FF2B5EF4-FFF2-40B4-BE49-F238E27FC236}">
                  <a16:creationId xmlns:a16="http://schemas.microsoft.com/office/drawing/2014/main" id="{E0513C84-01AF-4A9C-9822-98303318D0F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2" name="Freeform 16">
              <a:extLst>
                <a:ext uri="{FF2B5EF4-FFF2-40B4-BE49-F238E27FC236}">
                  <a16:creationId xmlns:a16="http://schemas.microsoft.com/office/drawing/2014/main" id="{BC2CD672-1D59-47B2-8BA3-8F1F5D7E66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3" name="Freeform 16">
              <a:extLst>
                <a:ext uri="{FF2B5EF4-FFF2-40B4-BE49-F238E27FC236}">
                  <a16:creationId xmlns:a16="http://schemas.microsoft.com/office/drawing/2014/main" id="{5CF49A84-7902-40A6-A48F-B657DB995E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4" name="Freeform 16">
              <a:extLst>
                <a:ext uri="{FF2B5EF4-FFF2-40B4-BE49-F238E27FC236}">
                  <a16:creationId xmlns:a16="http://schemas.microsoft.com/office/drawing/2014/main" id="{0413E21A-6735-49F7-84A0-262341ED4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5" name="Freeform 16">
              <a:extLst>
                <a:ext uri="{FF2B5EF4-FFF2-40B4-BE49-F238E27FC236}">
                  <a16:creationId xmlns:a16="http://schemas.microsoft.com/office/drawing/2014/main" id="{B3515FD2-D67D-4964-A1C7-366A2381E2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6" name="Freeform 16">
              <a:extLst>
                <a:ext uri="{FF2B5EF4-FFF2-40B4-BE49-F238E27FC236}">
                  <a16:creationId xmlns:a16="http://schemas.microsoft.com/office/drawing/2014/main" id="{988F666F-A0C2-4684-BAAE-BF79FEBC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7" name="Freeform 16">
              <a:extLst>
                <a:ext uri="{FF2B5EF4-FFF2-40B4-BE49-F238E27FC236}">
                  <a16:creationId xmlns:a16="http://schemas.microsoft.com/office/drawing/2014/main" id="{D64D2D99-CFE5-40EB-81E4-E2910535999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8" name="Freeform 16">
              <a:extLst>
                <a:ext uri="{FF2B5EF4-FFF2-40B4-BE49-F238E27FC236}">
                  <a16:creationId xmlns:a16="http://schemas.microsoft.com/office/drawing/2014/main" id="{6F1D8EC0-2F8B-4B55-829F-5D11897D2E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29" name="Freeform 16">
              <a:extLst>
                <a:ext uri="{FF2B5EF4-FFF2-40B4-BE49-F238E27FC236}">
                  <a16:creationId xmlns:a16="http://schemas.microsoft.com/office/drawing/2014/main" id="{7612A0CC-BF09-49BF-BA72-D8A7162378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0" name="Freeform 16">
              <a:extLst>
                <a:ext uri="{FF2B5EF4-FFF2-40B4-BE49-F238E27FC236}">
                  <a16:creationId xmlns:a16="http://schemas.microsoft.com/office/drawing/2014/main" id="{5834C3D7-D7F3-46F0-95B2-22E7990457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1" name="Freeform 16">
              <a:extLst>
                <a:ext uri="{FF2B5EF4-FFF2-40B4-BE49-F238E27FC236}">
                  <a16:creationId xmlns:a16="http://schemas.microsoft.com/office/drawing/2014/main" id="{FD9ABA39-4B6C-4C7A-BFF6-C9192C33F5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7A304270-705C-435B-A170-7613148DB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3" name="Freeform 16">
              <a:extLst>
                <a:ext uri="{FF2B5EF4-FFF2-40B4-BE49-F238E27FC236}">
                  <a16:creationId xmlns:a16="http://schemas.microsoft.com/office/drawing/2014/main" id="{78BD2E8E-0F2A-497D-A0F8-D0D05765BA6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F8691056-2A9C-4EAE-898B-E8C145A3A0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5" name="Freeform 16">
              <a:extLst>
                <a:ext uri="{FF2B5EF4-FFF2-40B4-BE49-F238E27FC236}">
                  <a16:creationId xmlns:a16="http://schemas.microsoft.com/office/drawing/2014/main" id="{7644BFA6-53D3-4200-97D5-A0826C9122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6" name="Freeform 16">
              <a:extLst>
                <a:ext uri="{FF2B5EF4-FFF2-40B4-BE49-F238E27FC236}">
                  <a16:creationId xmlns:a16="http://schemas.microsoft.com/office/drawing/2014/main" id="{31DD1366-4AF2-4675-8C09-B16FF18F4A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7" name="Freeform 16">
              <a:extLst>
                <a:ext uri="{FF2B5EF4-FFF2-40B4-BE49-F238E27FC236}">
                  <a16:creationId xmlns:a16="http://schemas.microsoft.com/office/drawing/2014/main" id="{05FAFC32-B238-4EC6-9F94-250901C580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237095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8" name="Freeform 16">
              <a:extLst>
                <a:ext uri="{FF2B5EF4-FFF2-40B4-BE49-F238E27FC236}">
                  <a16:creationId xmlns:a16="http://schemas.microsoft.com/office/drawing/2014/main" id="{94EDFDD1-CC0F-4CE9-A5E1-6F34763C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39" name="Freeform 16">
              <a:extLst>
                <a:ext uri="{FF2B5EF4-FFF2-40B4-BE49-F238E27FC236}">
                  <a16:creationId xmlns:a16="http://schemas.microsoft.com/office/drawing/2014/main" id="{89391791-3406-405C-A52A-325E0ACEF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0" name="Freeform 16">
              <a:extLst>
                <a:ext uri="{FF2B5EF4-FFF2-40B4-BE49-F238E27FC236}">
                  <a16:creationId xmlns:a16="http://schemas.microsoft.com/office/drawing/2014/main" id="{C45408BD-5A4C-4B71-9A10-180FFAA3CF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1" name="Freeform 16">
              <a:extLst>
                <a:ext uri="{FF2B5EF4-FFF2-40B4-BE49-F238E27FC236}">
                  <a16:creationId xmlns:a16="http://schemas.microsoft.com/office/drawing/2014/main" id="{262DA3C5-1F52-431A-AA77-2EBDF5CD4D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2" name="Freeform 16">
              <a:extLst>
                <a:ext uri="{FF2B5EF4-FFF2-40B4-BE49-F238E27FC236}">
                  <a16:creationId xmlns:a16="http://schemas.microsoft.com/office/drawing/2014/main" id="{158567EE-7ECE-4308-AF7E-DEA507E8E4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D2894DDF-45DE-4178-BFC7-4F0B8D8EF9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4" name="Freeform 16">
              <a:extLst>
                <a:ext uri="{FF2B5EF4-FFF2-40B4-BE49-F238E27FC236}">
                  <a16:creationId xmlns:a16="http://schemas.microsoft.com/office/drawing/2014/main" id="{36B1E453-1287-45A9-9339-730E3914F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5" name="Freeform 16">
              <a:extLst>
                <a:ext uri="{FF2B5EF4-FFF2-40B4-BE49-F238E27FC236}">
                  <a16:creationId xmlns:a16="http://schemas.microsoft.com/office/drawing/2014/main" id="{4D1CFF21-2793-4E1D-A631-989F34A2CB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6" name="Freeform 16">
              <a:extLst>
                <a:ext uri="{FF2B5EF4-FFF2-40B4-BE49-F238E27FC236}">
                  <a16:creationId xmlns:a16="http://schemas.microsoft.com/office/drawing/2014/main" id="{FFFFE495-6317-4046-8780-509B3F7DE4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07F2B335-6843-4188-BE58-F99705AE7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8" name="Freeform 16">
              <a:extLst>
                <a:ext uri="{FF2B5EF4-FFF2-40B4-BE49-F238E27FC236}">
                  <a16:creationId xmlns:a16="http://schemas.microsoft.com/office/drawing/2014/main" id="{6A1AA564-0530-4B23-B215-595CC54E23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49" name="Freeform 16">
              <a:extLst>
                <a:ext uri="{FF2B5EF4-FFF2-40B4-BE49-F238E27FC236}">
                  <a16:creationId xmlns:a16="http://schemas.microsoft.com/office/drawing/2014/main" id="{4876FBCA-0D51-4B33-9375-D3F71918F7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0" name="Freeform 16">
              <a:extLst>
                <a:ext uri="{FF2B5EF4-FFF2-40B4-BE49-F238E27FC236}">
                  <a16:creationId xmlns:a16="http://schemas.microsoft.com/office/drawing/2014/main" id="{B025D520-F3BC-4D3B-BF86-05B537F24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1" name="Freeform 16">
              <a:extLst>
                <a:ext uri="{FF2B5EF4-FFF2-40B4-BE49-F238E27FC236}">
                  <a16:creationId xmlns:a16="http://schemas.microsoft.com/office/drawing/2014/main" id="{24765AAF-1343-40B6-9F77-11BC4F9E47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2" name="Freeform 16">
              <a:extLst>
                <a:ext uri="{FF2B5EF4-FFF2-40B4-BE49-F238E27FC236}">
                  <a16:creationId xmlns:a16="http://schemas.microsoft.com/office/drawing/2014/main" id="{CAE5A3F7-0924-495D-8844-A0BFFEA3F5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3" name="Freeform 16">
              <a:extLst>
                <a:ext uri="{FF2B5EF4-FFF2-40B4-BE49-F238E27FC236}">
                  <a16:creationId xmlns:a16="http://schemas.microsoft.com/office/drawing/2014/main" id="{CFDA1116-035D-4E54-AFBB-4D27A956C2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4" name="Freeform 16">
              <a:extLst>
                <a:ext uri="{FF2B5EF4-FFF2-40B4-BE49-F238E27FC236}">
                  <a16:creationId xmlns:a16="http://schemas.microsoft.com/office/drawing/2014/main" id="{5F363A19-6283-48F8-85FA-6B7CCCB518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5" name="Freeform 16">
              <a:extLst>
                <a:ext uri="{FF2B5EF4-FFF2-40B4-BE49-F238E27FC236}">
                  <a16:creationId xmlns:a16="http://schemas.microsoft.com/office/drawing/2014/main" id="{2A698C8C-4D32-4D3F-9F80-BEC6A13B84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6" name="Freeform 16">
              <a:extLst>
                <a:ext uri="{FF2B5EF4-FFF2-40B4-BE49-F238E27FC236}">
                  <a16:creationId xmlns:a16="http://schemas.microsoft.com/office/drawing/2014/main" id="{4570646F-A2EF-470F-BE69-65F48D8F63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7" name="Freeform 16">
              <a:extLst>
                <a:ext uri="{FF2B5EF4-FFF2-40B4-BE49-F238E27FC236}">
                  <a16:creationId xmlns:a16="http://schemas.microsoft.com/office/drawing/2014/main" id="{6076E36D-73D2-4127-BE4A-21CD4864C9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8" name="Freeform 16">
              <a:extLst>
                <a:ext uri="{FF2B5EF4-FFF2-40B4-BE49-F238E27FC236}">
                  <a16:creationId xmlns:a16="http://schemas.microsoft.com/office/drawing/2014/main" id="{7C8BE7DC-9C93-4AE4-849A-1438EF43DA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59" name="Freeform 16">
              <a:extLst>
                <a:ext uri="{FF2B5EF4-FFF2-40B4-BE49-F238E27FC236}">
                  <a16:creationId xmlns:a16="http://schemas.microsoft.com/office/drawing/2014/main" id="{7A7E7F5E-396F-402D-87C2-4ECEE23A83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0" name="Freeform 16">
              <a:extLst>
                <a:ext uri="{FF2B5EF4-FFF2-40B4-BE49-F238E27FC236}">
                  <a16:creationId xmlns:a16="http://schemas.microsoft.com/office/drawing/2014/main" id="{97EC6D43-68CC-4F32-BFB8-1B15CFBD59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1" name="Freeform 16">
              <a:extLst>
                <a:ext uri="{FF2B5EF4-FFF2-40B4-BE49-F238E27FC236}">
                  <a16:creationId xmlns:a16="http://schemas.microsoft.com/office/drawing/2014/main" id="{AA1D0C14-2069-4DE9-A088-6C76A61F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2" name="Freeform 16">
              <a:extLst>
                <a:ext uri="{FF2B5EF4-FFF2-40B4-BE49-F238E27FC236}">
                  <a16:creationId xmlns:a16="http://schemas.microsoft.com/office/drawing/2014/main" id="{72C3829D-1796-4F37-B8F1-5C9A26E28C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3" name="Freeform 16">
              <a:extLst>
                <a:ext uri="{FF2B5EF4-FFF2-40B4-BE49-F238E27FC236}">
                  <a16:creationId xmlns:a16="http://schemas.microsoft.com/office/drawing/2014/main" id="{F74CEB28-F72C-46BF-955A-1DFBE9110A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7052B90E-88FE-46F1-B64B-F574689D49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5" name="Freeform 16">
              <a:extLst>
                <a:ext uri="{FF2B5EF4-FFF2-40B4-BE49-F238E27FC236}">
                  <a16:creationId xmlns:a16="http://schemas.microsoft.com/office/drawing/2014/main" id="{F8F128E0-3AD1-4260-A7E5-19E87510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6" name="Freeform 16">
              <a:extLst>
                <a:ext uri="{FF2B5EF4-FFF2-40B4-BE49-F238E27FC236}">
                  <a16:creationId xmlns:a16="http://schemas.microsoft.com/office/drawing/2014/main" id="{969B39FA-8605-4E46-98D4-7C699D24F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7" name="Freeform 16">
              <a:extLst>
                <a:ext uri="{FF2B5EF4-FFF2-40B4-BE49-F238E27FC236}">
                  <a16:creationId xmlns:a16="http://schemas.microsoft.com/office/drawing/2014/main" id="{DD141AA4-FDDD-4DF1-A51F-34017775CB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8" name="Freeform 16">
              <a:extLst>
                <a:ext uri="{FF2B5EF4-FFF2-40B4-BE49-F238E27FC236}">
                  <a16:creationId xmlns:a16="http://schemas.microsoft.com/office/drawing/2014/main" id="{855CBA53-E52B-4687-96C6-EBA404B23D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69" name="Freeform 16">
              <a:extLst>
                <a:ext uri="{FF2B5EF4-FFF2-40B4-BE49-F238E27FC236}">
                  <a16:creationId xmlns:a16="http://schemas.microsoft.com/office/drawing/2014/main" id="{BA45AD96-F5AF-4075-86DE-27366EF279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317502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0" name="Freeform 16">
              <a:extLst>
                <a:ext uri="{FF2B5EF4-FFF2-40B4-BE49-F238E27FC236}">
                  <a16:creationId xmlns:a16="http://schemas.microsoft.com/office/drawing/2014/main" id="{BB34F054-D296-4BA7-A495-E174D9BE84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F429DE27-C226-4AA5-9816-E6376A4E2A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2" name="Freeform 16">
              <a:extLst>
                <a:ext uri="{FF2B5EF4-FFF2-40B4-BE49-F238E27FC236}">
                  <a16:creationId xmlns:a16="http://schemas.microsoft.com/office/drawing/2014/main" id="{EE6506CD-9CC1-4BC6-BC32-DFD6FB136A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3" name="Freeform 16">
              <a:extLst>
                <a:ext uri="{FF2B5EF4-FFF2-40B4-BE49-F238E27FC236}">
                  <a16:creationId xmlns:a16="http://schemas.microsoft.com/office/drawing/2014/main" id="{B3A7E91D-34EB-4744-A1A0-13EC637748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4" name="Freeform 16">
              <a:extLst>
                <a:ext uri="{FF2B5EF4-FFF2-40B4-BE49-F238E27FC236}">
                  <a16:creationId xmlns:a16="http://schemas.microsoft.com/office/drawing/2014/main" id="{65A23728-E731-4707-AC6B-35FB937AE7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5" name="Freeform 16">
              <a:extLst>
                <a:ext uri="{FF2B5EF4-FFF2-40B4-BE49-F238E27FC236}">
                  <a16:creationId xmlns:a16="http://schemas.microsoft.com/office/drawing/2014/main" id="{D8983A2E-8721-4A78-B55C-FD0940B28E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6" name="Freeform 16">
              <a:extLst>
                <a:ext uri="{FF2B5EF4-FFF2-40B4-BE49-F238E27FC236}">
                  <a16:creationId xmlns:a16="http://schemas.microsoft.com/office/drawing/2014/main" id="{FD4BBBB1-537D-4BF3-9BCC-DB166F1B91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7" name="Freeform 16">
              <a:extLst>
                <a:ext uri="{FF2B5EF4-FFF2-40B4-BE49-F238E27FC236}">
                  <a16:creationId xmlns:a16="http://schemas.microsoft.com/office/drawing/2014/main" id="{AB55ADFF-1418-463B-9F69-0448C6BC55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8" name="Freeform 16">
              <a:extLst>
                <a:ext uri="{FF2B5EF4-FFF2-40B4-BE49-F238E27FC236}">
                  <a16:creationId xmlns:a16="http://schemas.microsoft.com/office/drawing/2014/main" id="{7DB31205-26C8-4B40-84B2-A21E04286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A55615A4-EA9A-41B6-9F9B-5608693927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0" name="Freeform 16">
              <a:extLst>
                <a:ext uri="{FF2B5EF4-FFF2-40B4-BE49-F238E27FC236}">
                  <a16:creationId xmlns:a16="http://schemas.microsoft.com/office/drawing/2014/main" id="{A66AFF9B-47A8-431E-A764-E6AFD67771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1" name="Freeform 16">
              <a:extLst>
                <a:ext uri="{FF2B5EF4-FFF2-40B4-BE49-F238E27FC236}">
                  <a16:creationId xmlns:a16="http://schemas.microsoft.com/office/drawing/2014/main" id="{BB50F388-4C4F-4B03-AD18-01111D1C59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2" name="Freeform 16">
              <a:extLst>
                <a:ext uri="{FF2B5EF4-FFF2-40B4-BE49-F238E27FC236}">
                  <a16:creationId xmlns:a16="http://schemas.microsoft.com/office/drawing/2014/main" id="{CF3FB584-0B0E-423F-925C-1180324EBD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3" name="Freeform 16">
              <a:extLst>
                <a:ext uri="{FF2B5EF4-FFF2-40B4-BE49-F238E27FC236}">
                  <a16:creationId xmlns:a16="http://schemas.microsoft.com/office/drawing/2014/main" id="{ED4EC88C-3F33-4DC1-85B0-07C4415BBD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4" name="Freeform 16">
              <a:extLst>
                <a:ext uri="{FF2B5EF4-FFF2-40B4-BE49-F238E27FC236}">
                  <a16:creationId xmlns:a16="http://schemas.microsoft.com/office/drawing/2014/main" id="{1C4B329A-FB4F-44FB-B230-B1047E59B3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5" name="Freeform 16">
              <a:extLst>
                <a:ext uri="{FF2B5EF4-FFF2-40B4-BE49-F238E27FC236}">
                  <a16:creationId xmlns:a16="http://schemas.microsoft.com/office/drawing/2014/main" id="{BE396084-F429-410A-AF78-35CDD96AF6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6F0A9973-4361-4CB5-876A-37B001931E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7" name="Freeform 16">
              <a:extLst>
                <a:ext uri="{FF2B5EF4-FFF2-40B4-BE49-F238E27FC236}">
                  <a16:creationId xmlns:a16="http://schemas.microsoft.com/office/drawing/2014/main" id="{1F716BE4-ED9D-4AFC-8882-0079178438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8" name="Freeform 16">
              <a:extLst>
                <a:ext uri="{FF2B5EF4-FFF2-40B4-BE49-F238E27FC236}">
                  <a16:creationId xmlns:a16="http://schemas.microsoft.com/office/drawing/2014/main" id="{A3188B9A-07AD-4D67-9017-92061B138A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89" name="Freeform 16">
              <a:extLst>
                <a:ext uri="{FF2B5EF4-FFF2-40B4-BE49-F238E27FC236}">
                  <a16:creationId xmlns:a16="http://schemas.microsoft.com/office/drawing/2014/main" id="{DE8AD78A-ABB9-4B8E-A0F9-F7CCA2E2EF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02865DC5-04F0-4328-8C93-50994C40E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1" name="Freeform 16">
              <a:extLst>
                <a:ext uri="{FF2B5EF4-FFF2-40B4-BE49-F238E27FC236}">
                  <a16:creationId xmlns:a16="http://schemas.microsoft.com/office/drawing/2014/main" id="{541DB8F0-C031-42C1-A57D-729DA2CFF3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2" name="Freeform 16">
              <a:extLst>
                <a:ext uri="{FF2B5EF4-FFF2-40B4-BE49-F238E27FC236}">
                  <a16:creationId xmlns:a16="http://schemas.microsoft.com/office/drawing/2014/main" id="{E74F6813-CEDF-4C90-9515-18F2D2808D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3" name="Freeform 16">
              <a:extLst>
                <a:ext uri="{FF2B5EF4-FFF2-40B4-BE49-F238E27FC236}">
                  <a16:creationId xmlns:a16="http://schemas.microsoft.com/office/drawing/2014/main" id="{178439D5-98F9-4547-AA18-8F0D15FA503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4" name="Freeform 16">
              <a:extLst>
                <a:ext uri="{FF2B5EF4-FFF2-40B4-BE49-F238E27FC236}">
                  <a16:creationId xmlns:a16="http://schemas.microsoft.com/office/drawing/2014/main" id="{FF65ACCA-B29A-4B23-99DF-9E8988FE77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5" name="Freeform 16">
              <a:extLst>
                <a:ext uri="{FF2B5EF4-FFF2-40B4-BE49-F238E27FC236}">
                  <a16:creationId xmlns:a16="http://schemas.microsoft.com/office/drawing/2014/main" id="{08202144-2699-405E-B70E-10ACB62504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6" name="Freeform 16">
              <a:extLst>
                <a:ext uri="{FF2B5EF4-FFF2-40B4-BE49-F238E27FC236}">
                  <a16:creationId xmlns:a16="http://schemas.microsoft.com/office/drawing/2014/main" id="{8F59B94B-2422-4834-BD86-CFE3D8A53F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7" name="Freeform 16">
              <a:extLst>
                <a:ext uri="{FF2B5EF4-FFF2-40B4-BE49-F238E27FC236}">
                  <a16:creationId xmlns:a16="http://schemas.microsoft.com/office/drawing/2014/main" id="{C5893D12-2CAA-4072-80FB-D3E9971005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C5D33650-F7DF-4640-8624-E4A406586B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199" name="Freeform 16">
              <a:extLst>
                <a:ext uri="{FF2B5EF4-FFF2-40B4-BE49-F238E27FC236}">
                  <a16:creationId xmlns:a16="http://schemas.microsoft.com/office/drawing/2014/main" id="{D8E569D6-7F89-4731-A6B8-6AFEB4544E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0" name="Freeform 16">
              <a:extLst>
                <a:ext uri="{FF2B5EF4-FFF2-40B4-BE49-F238E27FC236}">
                  <a16:creationId xmlns:a16="http://schemas.microsoft.com/office/drawing/2014/main" id="{80CEE136-CAF7-4993-84B3-67A0917C53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1" name="Freeform 16">
              <a:extLst>
                <a:ext uri="{FF2B5EF4-FFF2-40B4-BE49-F238E27FC236}">
                  <a16:creationId xmlns:a16="http://schemas.microsoft.com/office/drawing/2014/main" id="{FFDB2B08-42EF-46F1-9397-9A855C1A2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3979100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2" name="Freeform 16">
              <a:extLst>
                <a:ext uri="{FF2B5EF4-FFF2-40B4-BE49-F238E27FC236}">
                  <a16:creationId xmlns:a16="http://schemas.microsoft.com/office/drawing/2014/main" id="{AB77A349-A09C-4B90-9A2C-EA856A8D86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3" name="Freeform 16">
              <a:extLst>
                <a:ext uri="{FF2B5EF4-FFF2-40B4-BE49-F238E27FC236}">
                  <a16:creationId xmlns:a16="http://schemas.microsoft.com/office/drawing/2014/main" id="{48608721-EE4A-426A-91C2-C463004F97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4" name="Freeform 16">
              <a:extLst>
                <a:ext uri="{FF2B5EF4-FFF2-40B4-BE49-F238E27FC236}">
                  <a16:creationId xmlns:a16="http://schemas.microsoft.com/office/drawing/2014/main" id="{B927CE31-5623-45C2-9E5E-6EF0145365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5" name="Freeform 16">
              <a:extLst>
                <a:ext uri="{FF2B5EF4-FFF2-40B4-BE49-F238E27FC236}">
                  <a16:creationId xmlns:a16="http://schemas.microsoft.com/office/drawing/2014/main" id="{664A9588-E7C2-4376-869E-12661D073A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6" name="Freeform 16">
              <a:extLst>
                <a:ext uri="{FF2B5EF4-FFF2-40B4-BE49-F238E27FC236}">
                  <a16:creationId xmlns:a16="http://schemas.microsoft.com/office/drawing/2014/main" id="{C07EBDA9-99B9-4FEA-8E61-CF7766C803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7" name="Freeform 16">
              <a:extLst>
                <a:ext uri="{FF2B5EF4-FFF2-40B4-BE49-F238E27FC236}">
                  <a16:creationId xmlns:a16="http://schemas.microsoft.com/office/drawing/2014/main" id="{E44A3FF9-F9CA-4868-B495-9C7AAE9DDF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8" name="Freeform 16">
              <a:extLst>
                <a:ext uri="{FF2B5EF4-FFF2-40B4-BE49-F238E27FC236}">
                  <a16:creationId xmlns:a16="http://schemas.microsoft.com/office/drawing/2014/main" id="{CCF5D671-0529-4209-8A7C-1149C28011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09" name="Freeform 16">
              <a:extLst>
                <a:ext uri="{FF2B5EF4-FFF2-40B4-BE49-F238E27FC236}">
                  <a16:creationId xmlns:a16="http://schemas.microsoft.com/office/drawing/2014/main" id="{DCA290DC-6B1F-40EB-A9F0-F96F5851B3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0" name="Freeform 16">
              <a:extLst>
                <a:ext uri="{FF2B5EF4-FFF2-40B4-BE49-F238E27FC236}">
                  <a16:creationId xmlns:a16="http://schemas.microsoft.com/office/drawing/2014/main" id="{36C813C9-8C14-4372-801A-DBB3E037EE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1" name="Freeform 16">
              <a:extLst>
                <a:ext uri="{FF2B5EF4-FFF2-40B4-BE49-F238E27FC236}">
                  <a16:creationId xmlns:a16="http://schemas.microsoft.com/office/drawing/2014/main" id="{F253EC72-B338-4BBF-9042-C191E60067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2" name="Freeform 16">
              <a:extLst>
                <a:ext uri="{FF2B5EF4-FFF2-40B4-BE49-F238E27FC236}">
                  <a16:creationId xmlns:a16="http://schemas.microsoft.com/office/drawing/2014/main" id="{7B28B5DF-2DA6-4E8F-817A-C1902DCD45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3" name="Freeform 16">
              <a:extLst>
                <a:ext uri="{FF2B5EF4-FFF2-40B4-BE49-F238E27FC236}">
                  <a16:creationId xmlns:a16="http://schemas.microsoft.com/office/drawing/2014/main" id="{09D7394F-F75D-4FED-8923-575F140FA2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4" name="Freeform 16">
              <a:extLst>
                <a:ext uri="{FF2B5EF4-FFF2-40B4-BE49-F238E27FC236}">
                  <a16:creationId xmlns:a16="http://schemas.microsoft.com/office/drawing/2014/main" id="{F172134A-6C32-4752-97D8-E661E6A263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5" name="Freeform 16">
              <a:extLst>
                <a:ext uri="{FF2B5EF4-FFF2-40B4-BE49-F238E27FC236}">
                  <a16:creationId xmlns:a16="http://schemas.microsoft.com/office/drawing/2014/main" id="{6CAB8EBC-D1A2-4B27-9297-ADFA1B5C1A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6" name="Freeform 16">
              <a:extLst>
                <a:ext uri="{FF2B5EF4-FFF2-40B4-BE49-F238E27FC236}">
                  <a16:creationId xmlns:a16="http://schemas.microsoft.com/office/drawing/2014/main" id="{6E5A44D5-4DED-4075-8C18-C4EE1E61AB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7" name="Freeform 16">
              <a:extLst>
                <a:ext uri="{FF2B5EF4-FFF2-40B4-BE49-F238E27FC236}">
                  <a16:creationId xmlns:a16="http://schemas.microsoft.com/office/drawing/2014/main" id="{47E67357-8F43-4716-AF36-C4D3FAD577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8" name="Freeform 16">
              <a:extLst>
                <a:ext uri="{FF2B5EF4-FFF2-40B4-BE49-F238E27FC236}">
                  <a16:creationId xmlns:a16="http://schemas.microsoft.com/office/drawing/2014/main" id="{CDB9D3D1-A9FF-4CC6-B6AD-51D73FCAE1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19" name="Freeform 16">
              <a:extLst>
                <a:ext uri="{FF2B5EF4-FFF2-40B4-BE49-F238E27FC236}">
                  <a16:creationId xmlns:a16="http://schemas.microsoft.com/office/drawing/2014/main" id="{B1C55A0F-DE6D-4BE9-B90E-6857701710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0" name="Freeform 16">
              <a:extLst>
                <a:ext uri="{FF2B5EF4-FFF2-40B4-BE49-F238E27FC236}">
                  <a16:creationId xmlns:a16="http://schemas.microsoft.com/office/drawing/2014/main" id="{6627EE65-8BCE-41D8-BE30-34A95B9424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1" name="Freeform 16">
              <a:extLst>
                <a:ext uri="{FF2B5EF4-FFF2-40B4-BE49-F238E27FC236}">
                  <a16:creationId xmlns:a16="http://schemas.microsoft.com/office/drawing/2014/main" id="{FA999AE1-300A-4580-A684-3752E1FB0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2" name="Freeform 16">
              <a:extLst>
                <a:ext uri="{FF2B5EF4-FFF2-40B4-BE49-F238E27FC236}">
                  <a16:creationId xmlns:a16="http://schemas.microsoft.com/office/drawing/2014/main" id="{9BB492A4-E274-4551-A97A-AD8A2538EB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3" name="Freeform 16">
              <a:extLst>
                <a:ext uri="{FF2B5EF4-FFF2-40B4-BE49-F238E27FC236}">
                  <a16:creationId xmlns:a16="http://schemas.microsoft.com/office/drawing/2014/main" id="{CBF53111-DF01-47C3-8596-B57862E0C31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4" name="Freeform 16">
              <a:extLst>
                <a:ext uri="{FF2B5EF4-FFF2-40B4-BE49-F238E27FC236}">
                  <a16:creationId xmlns:a16="http://schemas.microsoft.com/office/drawing/2014/main" id="{C53F7DDB-439E-47C6-90BD-B22EA9B7CDF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5" name="Freeform 16">
              <a:extLst>
                <a:ext uri="{FF2B5EF4-FFF2-40B4-BE49-F238E27FC236}">
                  <a16:creationId xmlns:a16="http://schemas.microsoft.com/office/drawing/2014/main" id="{81E7F6E6-2542-47E1-AE43-9B182D375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6" name="Freeform 16">
              <a:extLst>
                <a:ext uri="{FF2B5EF4-FFF2-40B4-BE49-F238E27FC236}">
                  <a16:creationId xmlns:a16="http://schemas.microsoft.com/office/drawing/2014/main" id="{E777532A-71A5-494B-820C-48C05EC74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7" name="Freeform 16">
              <a:extLst>
                <a:ext uri="{FF2B5EF4-FFF2-40B4-BE49-F238E27FC236}">
                  <a16:creationId xmlns:a16="http://schemas.microsoft.com/office/drawing/2014/main" id="{70329985-9DF6-417E-8BE0-9292329455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8" name="Freeform 16">
              <a:extLst>
                <a:ext uri="{FF2B5EF4-FFF2-40B4-BE49-F238E27FC236}">
                  <a16:creationId xmlns:a16="http://schemas.microsoft.com/office/drawing/2014/main" id="{00252936-908A-4F1A-B1D6-E291EDBA6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29" name="Freeform 16">
              <a:extLst>
                <a:ext uri="{FF2B5EF4-FFF2-40B4-BE49-F238E27FC236}">
                  <a16:creationId xmlns:a16="http://schemas.microsoft.com/office/drawing/2014/main" id="{1614E059-CFCA-409A-8521-5A7B0CD0E4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0" name="Freeform 16">
              <a:extLst>
                <a:ext uri="{FF2B5EF4-FFF2-40B4-BE49-F238E27FC236}">
                  <a16:creationId xmlns:a16="http://schemas.microsoft.com/office/drawing/2014/main" id="{D67A4711-AC1A-4F94-B614-DDA70F4AB3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1" name="Freeform 16">
              <a:extLst>
                <a:ext uri="{FF2B5EF4-FFF2-40B4-BE49-F238E27FC236}">
                  <a16:creationId xmlns:a16="http://schemas.microsoft.com/office/drawing/2014/main" id="{7AC93D6D-B965-4CFB-82B3-C2F8189DD7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2" name="Freeform 16">
              <a:extLst>
                <a:ext uri="{FF2B5EF4-FFF2-40B4-BE49-F238E27FC236}">
                  <a16:creationId xmlns:a16="http://schemas.microsoft.com/office/drawing/2014/main" id="{00CA144B-A572-487C-B67D-E0784F6971C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3" name="Freeform 16">
              <a:extLst>
                <a:ext uri="{FF2B5EF4-FFF2-40B4-BE49-F238E27FC236}">
                  <a16:creationId xmlns:a16="http://schemas.microsoft.com/office/drawing/2014/main" id="{E1487B58-3826-42D4-A325-3E4E04785B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4783175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4" name="Freeform 16">
              <a:extLst>
                <a:ext uri="{FF2B5EF4-FFF2-40B4-BE49-F238E27FC236}">
                  <a16:creationId xmlns:a16="http://schemas.microsoft.com/office/drawing/2014/main" id="{3C65D50D-4B63-4F19-93C9-926E0DA62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6269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5" name="Freeform 16">
              <a:extLst>
                <a:ext uri="{FF2B5EF4-FFF2-40B4-BE49-F238E27FC236}">
                  <a16:creationId xmlns:a16="http://schemas.microsoft.com/office/drawing/2014/main" id="{91A9FD33-BBFB-4EB4-B633-06A023CB6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660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6" name="Freeform 16">
              <a:extLst>
                <a:ext uri="{FF2B5EF4-FFF2-40B4-BE49-F238E27FC236}">
                  <a16:creationId xmlns:a16="http://schemas.microsoft.com/office/drawing/2014/main" id="{8A25449F-C96E-43A9-BE7E-8415CB8CA9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7050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7" name="Freeform 16">
              <a:extLst>
                <a:ext uri="{FF2B5EF4-FFF2-40B4-BE49-F238E27FC236}">
                  <a16:creationId xmlns:a16="http://schemas.microsoft.com/office/drawing/2014/main" id="{E852D294-5AE3-4C12-AE2F-1361C06DF2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2441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8" name="Freeform 16">
              <a:extLst>
                <a:ext uri="{FF2B5EF4-FFF2-40B4-BE49-F238E27FC236}">
                  <a16:creationId xmlns:a16="http://schemas.microsoft.com/office/drawing/2014/main" id="{D75B22CF-07E7-4A6F-B17D-758BBE5538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7831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39" name="Freeform 16">
              <a:extLst>
                <a:ext uri="{FF2B5EF4-FFF2-40B4-BE49-F238E27FC236}">
                  <a16:creationId xmlns:a16="http://schemas.microsoft.com/office/drawing/2014/main" id="{45BB4DE2-44BF-43BF-9C16-259FA34503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3222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0" name="Freeform 16">
              <a:extLst>
                <a:ext uri="{FF2B5EF4-FFF2-40B4-BE49-F238E27FC236}">
                  <a16:creationId xmlns:a16="http://schemas.microsoft.com/office/drawing/2014/main" id="{9082519B-328F-4D85-9648-AA99F35AF4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613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1" name="Freeform 16">
              <a:extLst>
                <a:ext uri="{FF2B5EF4-FFF2-40B4-BE49-F238E27FC236}">
                  <a16:creationId xmlns:a16="http://schemas.microsoft.com/office/drawing/2014/main" id="{D9C1B58C-398E-452F-88B1-1E2D056BC3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003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2" name="Freeform 16">
              <a:extLst>
                <a:ext uri="{FF2B5EF4-FFF2-40B4-BE49-F238E27FC236}">
                  <a16:creationId xmlns:a16="http://schemas.microsoft.com/office/drawing/2014/main" id="{1215C438-62B6-48E8-93BD-2400CE7DCB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09394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3" name="Freeform 16">
              <a:extLst>
                <a:ext uri="{FF2B5EF4-FFF2-40B4-BE49-F238E27FC236}">
                  <a16:creationId xmlns:a16="http://schemas.microsoft.com/office/drawing/2014/main" id="{74287A1C-61DC-4764-AD91-0D8AE5D32F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4784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4" name="Freeform 16">
              <a:extLst>
                <a:ext uri="{FF2B5EF4-FFF2-40B4-BE49-F238E27FC236}">
                  <a16:creationId xmlns:a16="http://schemas.microsoft.com/office/drawing/2014/main" id="{935F5F69-3B06-47EE-8A58-9EFC1B83EC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80175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5" name="Freeform 16">
              <a:extLst>
                <a:ext uri="{FF2B5EF4-FFF2-40B4-BE49-F238E27FC236}">
                  <a16:creationId xmlns:a16="http://schemas.microsoft.com/office/drawing/2014/main" id="{1101FFF9-CF37-4721-8186-544775DE50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5566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6" name="Freeform 16">
              <a:extLst>
                <a:ext uri="{FF2B5EF4-FFF2-40B4-BE49-F238E27FC236}">
                  <a16:creationId xmlns:a16="http://schemas.microsoft.com/office/drawing/2014/main" id="{DA07B02B-AB92-4E6D-BE68-38C0C55A70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50956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7" name="Freeform 16">
              <a:extLst>
                <a:ext uri="{FF2B5EF4-FFF2-40B4-BE49-F238E27FC236}">
                  <a16:creationId xmlns:a16="http://schemas.microsoft.com/office/drawing/2014/main" id="{5C7F6697-9CF8-4C52-8134-856F37E69B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86347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8" name="Freeform 16">
              <a:extLst>
                <a:ext uri="{FF2B5EF4-FFF2-40B4-BE49-F238E27FC236}">
                  <a16:creationId xmlns:a16="http://schemas.microsoft.com/office/drawing/2014/main" id="{71AE8640-CA8D-45ED-B293-E41C04107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1737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49" name="Freeform 16">
              <a:extLst>
                <a:ext uri="{FF2B5EF4-FFF2-40B4-BE49-F238E27FC236}">
                  <a16:creationId xmlns:a16="http://schemas.microsoft.com/office/drawing/2014/main" id="{63C196AF-4D4C-4362-BDBF-EC89D3AF7E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57128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0" name="Freeform 16">
              <a:extLst>
                <a:ext uri="{FF2B5EF4-FFF2-40B4-BE49-F238E27FC236}">
                  <a16:creationId xmlns:a16="http://schemas.microsoft.com/office/drawing/2014/main" id="{ACA5D87D-1923-4B8B-9B95-C833F20B3F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2519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1" name="Freeform 16">
              <a:extLst>
                <a:ext uri="{FF2B5EF4-FFF2-40B4-BE49-F238E27FC236}">
                  <a16:creationId xmlns:a16="http://schemas.microsoft.com/office/drawing/2014/main" id="{5168EF6E-C030-46F7-940B-B2259B19D5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909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2" name="Freeform 16">
              <a:extLst>
                <a:ext uri="{FF2B5EF4-FFF2-40B4-BE49-F238E27FC236}">
                  <a16:creationId xmlns:a16="http://schemas.microsoft.com/office/drawing/2014/main" id="{A141EFDE-9FF6-4BED-B3E7-F887DDD960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3300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3" name="Freeform 16">
              <a:extLst>
                <a:ext uri="{FF2B5EF4-FFF2-40B4-BE49-F238E27FC236}">
                  <a16:creationId xmlns:a16="http://schemas.microsoft.com/office/drawing/2014/main" id="{F1BD7350-6598-41F6-9255-7CC3E31388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98690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4" name="Freeform 16">
              <a:extLst>
                <a:ext uri="{FF2B5EF4-FFF2-40B4-BE49-F238E27FC236}">
                  <a16:creationId xmlns:a16="http://schemas.microsoft.com/office/drawing/2014/main" id="{22AC9D57-87D8-4EB4-9431-D6A909D9B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4081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5" name="Freeform 16">
              <a:extLst>
                <a:ext uri="{FF2B5EF4-FFF2-40B4-BE49-F238E27FC236}">
                  <a16:creationId xmlns:a16="http://schemas.microsoft.com/office/drawing/2014/main" id="{5E5F28C9-581C-4582-AFD5-64DAF5C058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72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6" name="Freeform 16">
              <a:extLst>
                <a:ext uri="{FF2B5EF4-FFF2-40B4-BE49-F238E27FC236}">
                  <a16:creationId xmlns:a16="http://schemas.microsoft.com/office/drawing/2014/main" id="{A3946BBE-EEEB-45AB-8953-28E740687D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04862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7" name="Freeform 16">
              <a:extLst>
                <a:ext uri="{FF2B5EF4-FFF2-40B4-BE49-F238E27FC236}">
                  <a16:creationId xmlns:a16="http://schemas.microsoft.com/office/drawing/2014/main" id="{6CBC4E02-AAC1-4F30-A6A1-640557D976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40253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8" name="Freeform 16">
              <a:extLst>
                <a:ext uri="{FF2B5EF4-FFF2-40B4-BE49-F238E27FC236}">
                  <a16:creationId xmlns:a16="http://schemas.microsoft.com/office/drawing/2014/main" id="{B048D2CD-AC09-4285-A6D5-6EA03B3903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75643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59" name="Freeform 16">
              <a:extLst>
                <a:ext uri="{FF2B5EF4-FFF2-40B4-BE49-F238E27FC236}">
                  <a16:creationId xmlns:a16="http://schemas.microsoft.com/office/drawing/2014/main" id="{15EF59CC-EAE4-472E-9711-C258CA6562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110345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0" name="Freeform 16">
              <a:extLst>
                <a:ext uri="{FF2B5EF4-FFF2-40B4-BE49-F238E27FC236}">
                  <a16:creationId xmlns:a16="http://schemas.microsoft.com/office/drawing/2014/main" id="{0C37583E-F9BD-44A9-BE2D-5885FBF11A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46425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1" name="Freeform 16">
              <a:extLst>
                <a:ext uri="{FF2B5EF4-FFF2-40B4-BE49-F238E27FC236}">
                  <a16:creationId xmlns:a16="http://schemas.microsoft.com/office/drawing/2014/main" id="{C8F816AA-7759-4D40-8B9F-93CE389699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818157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2" name="Freeform 16">
              <a:extLst>
                <a:ext uri="{FF2B5EF4-FFF2-40B4-BE49-F238E27FC236}">
                  <a16:creationId xmlns:a16="http://schemas.microsoft.com/office/drawing/2014/main" id="{B65B9489-7839-490A-B77D-E0E3DFA52E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72063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3" name="Freeform 16">
              <a:extLst>
                <a:ext uri="{FF2B5EF4-FFF2-40B4-BE49-F238E27FC236}">
                  <a16:creationId xmlns:a16="http://schemas.microsoft.com/office/drawing/2014/main" id="{BECB7B9E-23EE-46B4-90EA-B68B9533F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525969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4" name="Freeform 16">
              <a:extLst>
                <a:ext uri="{FF2B5EF4-FFF2-40B4-BE49-F238E27FC236}">
                  <a16:creationId xmlns:a16="http://schemas.microsoft.com/office/drawing/2014/main" id="{37F81689-425B-4586-BA28-A52EA6461B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79862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5" name="Freeform 16">
              <a:extLst>
                <a:ext uri="{FF2B5EF4-FFF2-40B4-BE49-F238E27FC236}">
                  <a16:creationId xmlns:a16="http://schemas.microsoft.com/office/drawing/2014/main" id="{F4E46C55-E55C-4DB9-84CB-12BA4E8360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91211" y="5587248"/>
              <a:ext cx="184150" cy="619125"/>
            </a:xfrm>
            <a:custGeom>
              <a:avLst/>
              <a:gdLst>
                <a:gd name="T0" fmla="*/ 91 w 116"/>
                <a:gd name="T1" fmla="*/ 261 h 390"/>
                <a:gd name="T2" fmla="*/ 25 w 116"/>
                <a:gd name="T3" fmla="*/ 261 h 390"/>
                <a:gd name="T4" fmla="*/ 0 w 116"/>
                <a:gd name="T5" fmla="*/ 0 h 390"/>
                <a:gd name="T6" fmla="*/ 116 w 116"/>
                <a:gd name="T7" fmla="*/ 0 h 390"/>
                <a:gd name="T8" fmla="*/ 91 w 116"/>
                <a:gd name="T9" fmla="*/ 261 h 390"/>
                <a:gd name="T10" fmla="*/ 11 w 116"/>
                <a:gd name="T11" fmla="*/ 390 h 390"/>
                <a:gd name="T12" fmla="*/ 11 w 116"/>
                <a:gd name="T13" fmla="*/ 302 h 390"/>
                <a:gd name="T14" fmla="*/ 105 w 116"/>
                <a:gd name="T15" fmla="*/ 302 h 390"/>
                <a:gd name="T16" fmla="*/ 105 w 116"/>
                <a:gd name="T17" fmla="*/ 390 h 390"/>
                <a:gd name="T18" fmla="*/ 11 w 116"/>
                <a:gd name="T19" fmla="*/ 39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39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sp>
          <p:nvSpPr>
            <p:cNvPr id="266" name="AutoShape 3">
              <a:extLst>
                <a:ext uri="{FF2B5EF4-FFF2-40B4-BE49-F238E27FC236}">
                  <a16:creationId xmlns:a16="http://schemas.microsoft.com/office/drawing/2014/main" id="{9F7F7C91-FA75-4191-AB66-8DE3A6C2C917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9912350" y="127000"/>
              <a:ext cx="400050" cy="42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000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79D6001-5C23-4D4D-89FC-00A862D67E58}"/>
                </a:ext>
              </a:extLst>
            </p:cNvPr>
            <p:cNvGrpSpPr/>
            <p:nvPr userDrawn="1"/>
          </p:nvGrpSpPr>
          <p:grpSpPr>
            <a:xfrm>
              <a:off x="-664463" y="1060450"/>
              <a:ext cx="2884436" cy="4051302"/>
              <a:chOff x="-831850" y="581026"/>
              <a:chExt cx="3567113" cy="5010150"/>
            </a:xfrm>
          </p:grpSpPr>
          <p:sp>
            <p:nvSpPr>
              <p:cNvPr id="272" name="Freeform 10">
                <a:extLst>
                  <a:ext uri="{FF2B5EF4-FFF2-40B4-BE49-F238E27FC236}">
                    <a16:creationId xmlns:a16="http://schemas.microsoft.com/office/drawing/2014/main" id="{93E9F37A-6F37-4C9E-8DC1-2BE2587463E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831850" y="2471738"/>
                <a:ext cx="3567113" cy="3119438"/>
              </a:xfrm>
              <a:custGeom>
                <a:avLst/>
                <a:gdLst>
                  <a:gd name="T0" fmla="*/ 434 w 464"/>
                  <a:gd name="T1" fmla="*/ 406 h 406"/>
                  <a:gd name="T2" fmla="*/ 30 w 464"/>
                  <a:gd name="T3" fmla="*/ 406 h 406"/>
                  <a:gd name="T4" fmla="*/ 0 w 464"/>
                  <a:gd name="T5" fmla="*/ 376 h 406"/>
                  <a:gd name="T6" fmla="*/ 0 w 464"/>
                  <a:gd name="T7" fmla="*/ 30 h 406"/>
                  <a:gd name="T8" fmla="*/ 30 w 464"/>
                  <a:gd name="T9" fmla="*/ 0 h 406"/>
                  <a:gd name="T10" fmla="*/ 434 w 464"/>
                  <a:gd name="T11" fmla="*/ 0 h 406"/>
                  <a:gd name="T12" fmla="*/ 464 w 464"/>
                  <a:gd name="T13" fmla="*/ 30 h 406"/>
                  <a:gd name="T14" fmla="*/ 464 w 464"/>
                  <a:gd name="T15" fmla="*/ 376 h 406"/>
                  <a:gd name="T16" fmla="*/ 434 w 464"/>
                  <a:gd name="T17" fmla="*/ 406 h 4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4" h="406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000"/>
              </a:p>
            </p:txBody>
          </p:sp>
          <p:sp>
            <p:nvSpPr>
              <p:cNvPr id="273" name="Freeform 11">
                <a:extLst>
                  <a:ext uri="{FF2B5EF4-FFF2-40B4-BE49-F238E27FC236}">
                    <a16:creationId xmlns:a16="http://schemas.microsoft.com/office/drawing/2014/main" id="{9622CA32-E887-4015-BE52-CE59C58A50BC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0538" y="3262313"/>
                <a:ext cx="914400" cy="1590675"/>
              </a:xfrm>
              <a:custGeom>
                <a:avLst/>
                <a:gdLst>
                  <a:gd name="T0" fmla="*/ 119 w 119"/>
                  <a:gd name="T1" fmla="*/ 60 h 207"/>
                  <a:gd name="T2" fmla="*/ 60 w 119"/>
                  <a:gd name="T3" fmla="*/ 0 h 207"/>
                  <a:gd name="T4" fmla="*/ 0 w 119"/>
                  <a:gd name="T5" fmla="*/ 60 h 207"/>
                  <a:gd name="T6" fmla="*/ 30 w 119"/>
                  <a:gd name="T7" fmla="*/ 112 h 207"/>
                  <a:gd name="T8" fmla="*/ 11 w 119"/>
                  <a:gd name="T9" fmla="*/ 207 h 207"/>
                  <a:gd name="T10" fmla="*/ 108 w 119"/>
                  <a:gd name="T11" fmla="*/ 207 h 207"/>
                  <a:gd name="T12" fmla="*/ 89 w 119"/>
                  <a:gd name="T13" fmla="*/ 112 h 207"/>
                  <a:gd name="T14" fmla="*/ 119 w 119"/>
                  <a:gd name="T15" fmla="*/ 6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9" h="207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000"/>
              </a:p>
            </p:txBody>
          </p:sp>
          <p:sp>
            <p:nvSpPr>
              <p:cNvPr id="274" name="Freeform 12">
                <a:extLst>
                  <a:ext uri="{FF2B5EF4-FFF2-40B4-BE49-F238E27FC236}">
                    <a16:creationId xmlns:a16="http://schemas.microsoft.com/office/drawing/2014/main" id="{15857072-129D-4B83-AEDA-E98AD3A5AEF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239713" y="581026"/>
                <a:ext cx="2382838" cy="1958975"/>
              </a:xfrm>
              <a:custGeom>
                <a:avLst/>
                <a:gdLst>
                  <a:gd name="T0" fmla="*/ 0 w 310"/>
                  <a:gd name="T1" fmla="*/ 253 h 255"/>
                  <a:gd name="T2" fmla="*/ 0 w 310"/>
                  <a:gd name="T3" fmla="*/ 155 h 255"/>
                  <a:gd name="T4" fmla="*/ 155 w 310"/>
                  <a:gd name="T5" fmla="*/ 0 h 255"/>
                  <a:gd name="T6" fmla="*/ 310 w 310"/>
                  <a:gd name="T7" fmla="*/ 155 h 255"/>
                  <a:gd name="T8" fmla="*/ 310 w 310"/>
                  <a:gd name="T9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0" h="255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 cap="flat">
                <a:solidFill>
                  <a:srgbClr val="C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6000"/>
              </a:p>
            </p:txBody>
          </p:sp>
        </p:grp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395FD607-A9EB-4369-8C8B-71A1A9564207}"/>
                </a:ext>
              </a:extLst>
            </p:cNvPr>
            <p:cNvSpPr/>
            <p:nvPr userDrawn="1"/>
          </p:nvSpPr>
          <p:spPr>
            <a:xfrm>
              <a:off x="-1327308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5CCAC69A-2B74-4981-825D-C3244AD95072}"/>
                </a:ext>
              </a:extLst>
            </p:cNvPr>
            <p:cNvSpPr/>
            <p:nvPr userDrawn="1"/>
          </p:nvSpPr>
          <p:spPr>
            <a:xfrm>
              <a:off x="10973671" y="-152400"/>
              <a:ext cx="1325690" cy="652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60DB5A1-D3C7-4B82-A883-81AAAD318502}"/>
                </a:ext>
              </a:extLst>
            </p:cNvPr>
            <p:cNvSpPr/>
            <p:nvPr userDrawn="1"/>
          </p:nvSpPr>
          <p:spPr>
            <a:xfrm rot="16200000">
              <a:off x="5129275" y="-5934192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02F05F0F-A34E-4FE9-AFF6-B23AF6C59A1F}"/>
                </a:ext>
              </a:extLst>
            </p:cNvPr>
            <p:cNvSpPr/>
            <p:nvPr userDrawn="1"/>
          </p:nvSpPr>
          <p:spPr>
            <a:xfrm rot="16200000">
              <a:off x="5129270" y="643723"/>
              <a:ext cx="405411" cy="1146406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40240" y="12557762"/>
            <a:ext cx="24871680" cy="1969770"/>
          </a:xfrm>
        </p:spPr>
        <p:txBody>
          <a:bodyPr/>
          <a:lstStyle>
            <a:lvl1pPr algn="l">
              <a:defRPr sz="93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540240" y="14538962"/>
            <a:ext cx="24871680" cy="1751543"/>
          </a:xfrm>
        </p:spPr>
        <p:txBody>
          <a:bodyPr/>
          <a:lstStyle>
            <a:lvl1pPr marL="0" indent="0" algn="l">
              <a:buFontTx/>
              <a:buNone/>
              <a:defRPr sz="8000" b="0"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138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64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36576000" cy="186597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495856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6576000" cy="19016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231579"/>
            <a:ext cx="33253680" cy="1785103"/>
          </a:xfrm>
        </p:spPr>
        <p:txBody>
          <a:bodyPr anchor="ctr"/>
          <a:lstStyle>
            <a:lvl1pPr algn="ctr">
              <a:defRPr sz="933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925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n object&#10;&#10;Description automatically generated">
            <a:extLst>
              <a:ext uri="{FF2B5EF4-FFF2-40B4-BE49-F238E27FC236}">
                <a16:creationId xmlns:a16="http://schemas.microsoft.com/office/drawing/2014/main" id="{DB5BC97F-BE1C-4CC1-A0F8-EF37ABD2FD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2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1_Title, Subtitle,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1661160" y="2204088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722500" y="7010120"/>
            <a:ext cx="33253680" cy="1198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1523985" marR="0" lvl="0" indent="-1185321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3047970" marR="0" lvl="1" indent="-1142989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6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4571954" marR="0" lvl="2" indent="-1100656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5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6095939" marR="0" lvl="3" indent="-1142989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6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7619924" marR="0" lvl="4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6667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9143909" marR="0" lvl="5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10667893" marR="0" lvl="6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12191878" marR="0" lvl="7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13715863" marR="0" lvl="8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1661160" y="3944445"/>
            <a:ext cx="33253680" cy="175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1523985" marR="0" lvl="0" indent="-761992" algn="ctr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80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3047970" marR="0" lvl="1" indent="-761992" algn="ctr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4571954" marR="0" lvl="2" indent="-761992" algn="ctr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6095939" marR="0" lvl="3" indent="-761992" algn="ctr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7619924" marR="0" lvl="4" indent="-761992" algn="ctr" rtl="0">
              <a:lnSpc>
                <a:spcPct val="100000"/>
              </a:lnSpc>
              <a:spcBef>
                <a:spcPts val="1867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9143909" marR="0" lvl="5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10667893" marR="0" lvl="6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12191878" marR="0" lvl="7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13715863" marR="0" lvl="8" indent="-1185321" algn="l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34227137" y="18999403"/>
            <a:ext cx="2195000" cy="15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92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 -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765665"/>
            <a:ext cx="36576000" cy="198083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9FFCD0-CFA5-4BC7-BCE6-3E92554098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133" y="8827502"/>
            <a:ext cx="6719760" cy="2354503"/>
          </a:xfrm>
          <a:prstGeom prst="rect">
            <a:avLst/>
          </a:prstGeom>
        </p:spPr>
      </p:pic>
      <p:sp>
        <p:nvSpPr>
          <p:cNvPr id="11" name="Rectangle 4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736167" y="5956990"/>
            <a:ext cx="29002353" cy="923330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2000"/>
              </a:spcBef>
              <a:spcAft>
                <a:spcPts val="1000"/>
              </a:spcAft>
              <a:buFontTx/>
              <a:buNone/>
              <a:defRPr sz="6000" b="0">
                <a:solidFill>
                  <a:schemeClr val="bg2">
                    <a:lumMod val="50000"/>
                  </a:schemeClr>
                </a:solidFill>
                <a:latin typeface="Trebuchet MS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5" name="Title 304"/>
          <p:cNvSpPr>
            <a:spLocks noGrp="1"/>
          </p:cNvSpPr>
          <p:nvPr userDrawn="1">
            <p:ph type="title" hasCustomPrompt="1"/>
          </p:nvPr>
        </p:nvSpPr>
        <p:spPr>
          <a:xfrm>
            <a:off x="1605540" y="2797622"/>
            <a:ext cx="29131133" cy="3276183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15333" b="1" cap="all" baseline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012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5CEBF-9338-476B-8052-A0C77DB3EF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1753" b="-229"/>
          <a:stretch/>
        </p:blipFill>
        <p:spPr>
          <a:xfrm flipV="1">
            <a:off x="0" y="765665"/>
            <a:ext cx="36576000" cy="198083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649158-47CE-48EE-8573-A982767AD70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34000">
                <a:schemeClr val="tx1"/>
              </a:gs>
              <a:gs pos="100000">
                <a:schemeClr val="tx1">
                  <a:alpha val="3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85E20E-9E0B-4DBA-ADE0-F4952632A5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4457" y="13008057"/>
            <a:ext cx="10776193" cy="37758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A3ACD0-451D-4ABB-8870-656D424348FF}"/>
              </a:ext>
            </a:extLst>
          </p:cNvPr>
          <p:cNvSpPr txBox="1"/>
          <p:nvPr userDrawn="1"/>
        </p:nvSpPr>
        <p:spPr>
          <a:xfrm>
            <a:off x="1605470" y="17810990"/>
            <a:ext cx="7940764" cy="101572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6667">
                <a:solidFill>
                  <a:schemeClr val="tx2"/>
                </a:solidFill>
                <a:latin typeface="Trebuchet MS" panose="020B0603020202020204" pitchFamily="34" charset="0"/>
              </a:rPr>
              <a:t>www.nvidia.com/dli</a:t>
            </a:r>
          </a:p>
        </p:txBody>
      </p:sp>
    </p:spTree>
    <p:extLst>
      <p:ext uri="{BB962C8B-B14F-4D97-AF65-F5344CB8AC3E}">
        <p14:creationId xmlns:p14="http://schemas.microsoft.com/office/powerpoint/2010/main" val="401580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2204088"/>
            <a:ext cx="33253680" cy="196977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2500" y="7010118"/>
            <a:ext cx="33162240" cy="1239641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6667">
                <a:solidFill>
                  <a:schemeClr val="bg1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6000">
                <a:solidFill>
                  <a:schemeClr val="bg1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5333">
                <a:solidFill>
                  <a:schemeClr val="bg1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944445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8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722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with 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2204088"/>
            <a:ext cx="33253680" cy="196977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2500" y="7010118"/>
            <a:ext cx="33162240" cy="1239641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6667">
                <a:solidFill>
                  <a:schemeClr val="bg1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6000">
                <a:solidFill>
                  <a:schemeClr val="bg1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5333">
                <a:solidFill>
                  <a:schemeClr val="bg1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944445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8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945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 - NO LOGO &amp; PAGE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2204088"/>
            <a:ext cx="33253680" cy="196977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880" y="7010117"/>
            <a:ext cx="33162240" cy="1231252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6667">
                <a:solidFill>
                  <a:schemeClr val="bg1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6000">
                <a:solidFill>
                  <a:schemeClr val="bg1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6000">
                <a:solidFill>
                  <a:schemeClr val="bg1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944445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8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7033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hot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2" y="2111755"/>
            <a:ext cx="19740390" cy="206210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882" y="7010117"/>
            <a:ext cx="19686110" cy="12312527"/>
          </a:xfr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Tx/>
              <a:buNone/>
              <a:defRPr sz="6667">
                <a:solidFill>
                  <a:schemeClr val="bg1"/>
                </a:solidFill>
              </a:defRPr>
            </a:lvl1pPr>
            <a:lvl2pPr marL="1904981" indent="0">
              <a:buClr>
                <a:schemeClr val="bg2"/>
              </a:buClr>
              <a:buSzPct val="100000"/>
              <a:buFontTx/>
              <a:buNone/>
              <a:defRPr sz="6000">
                <a:solidFill>
                  <a:schemeClr val="bg1"/>
                </a:solidFill>
              </a:defRPr>
            </a:lvl2pPr>
            <a:lvl3pPr marL="3630047" indent="0">
              <a:buClr>
                <a:schemeClr val="bg2"/>
              </a:buClr>
              <a:buSzPct val="100000"/>
              <a:buFontTx/>
              <a:buNone/>
              <a:defRPr sz="6000">
                <a:solidFill>
                  <a:schemeClr val="bg1"/>
                </a:solidFill>
              </a:defRPr>
            </a:lvl3pPr>
            <a:lvl4pPr marL="5916024" indent="-761992">
              <a:buClr>
                <a:schemeClr val="bg2"/>
              </a:buClr>
              <a:buFont typeface="Wingdings" panose="05000000000000000000" pitchFamily="2" charset="2"/>
              <a:buChar char="§"/>
              <a:defRPr sz="6000">
                <a:solidFill>
                  <a:schemeClr val="tx1"/>
                </a:solidFill>
              </a:defRPr>
            </a:lvl4pPr>
            <a:lvl5pPr marL="7059013" indent="-761992"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2" y="3944445"/>
            <a:ext cx="19740390" cy="1751543"/>
          </a:xfrm>
        </p:spPr>
        <p:txBody>
          <a:bodyPr/>
          <a:lstStyle>
            <a:lvl1pPr marL="0" indent="0" algn="l">
              <a:buFontTx/>
              <a:buNone/>
              <a:defRPr sz="8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723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2204088"/>
            <a:ext cx="33253680" cy="196977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188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764AE4-97B7-4C45-A0D0-BEE3BA17B70F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46E4A-4011-49A2-955F-F689C05DC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36576000" cy="20574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3DE1DF3-9BB4-4DC8-8A61-394EC1805CCA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87F1F-4ACA-4D48-ACDC-152646CBD130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9302118"/>
            <a:ext cx="33253680" cy="196977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30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2181175"/>
            <a:ext cx="33253680" cy="196977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61162" y="7038872"/>
            <a:ext cx="16483543" cy="12311737"/>
          </a:xfrm>
        </p:spPr>
        <p:txBody>
          <a:bodyPr/>
          <a:lstStyle>
            <a:lvl1pPr marL="772576" indent="-772576">
              <a:buSzPct val="100000"/>
              <a:buFontTx/>
              <a:buBlip>
                <a:blip r:embed="rId2"/>
              </a:buBlip>
              <a:defRPr sz="8000" b="0">
                <a:solidFill>
                  <a:schemeClr val="bg1"/>
                </a:solidFill>
              </a:defRPr>
            </a:lvl1pPr>
            <a:lvl2pPr marL="2677557" indent="-772576">
              <a:buSzPct val="100000"/>
              <a:buFontTx/>
              <a:buBlip>
                <a:blip r:embed="rId2"/>
              </a:buBlip>
              <a:defRPr sz="6667" b="0">
                <a:solidFill>
                  <a:schemeClr val="bg1"/>
                </a:solidFill>
              </a:defRPr>
            </a:lvl2pPr>
            <a:lvl3pPr marL="4185668" indent="-555621">
              <a:buSzPct val="100000"/>
              <a:buFontTx/>
              <a:buBlip>
                <a:blip r:embed="rId2"/>
              </a:buBlip>
              <a:defRPr sz="6000" b="0">
                <a:solidFill>
                  <a:schemeClr val="bg1"/>
                </a:solidFill>
              </a:defRPr>
            </a:lvl3pPr>
            <a:lvl4pPr marL="5916024" indent="-761992">
              <a:buFont typeface="Wingdings" panose="05000000000000000000" pitchFamily="2" charset="2"/>
              <a:buChar char="§"/>
              <a:defRPr sz="6000" b="0">
                <a:solidFill>
                  <a:schemeClr val="tx1"/>
                </a:solidFill>
              </a:defRPr>
            </a:lvl4pPr>
            <a:lvl5pPr marL="7059013" indent="-761992">
              <a:buFont typeface="Wingdings" panose="05000000000000000000" pitchFamily="2" charset="2"/>
              <a:buChar char="§"/>
              <a:defRPr sz="6000" b="0">
                <a:solidFill>
                  <a:schemeClr val="tx1"/>
                </a:solidFill>
              </a:defRPr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431300" y="7038872"/>
            <a:ext cx="16483540" cy="12311737"/>
          </a:xfrm>
        </p:spPr>
        <p:txBody>
          <a:bodyPr/>
          <a:lstStyle>
            <a:lvl1pPr marL="772576" indent="-772576">
              <a:buSzPct val="100000"/>
              <a:buFontTx/>
              <a:buBlip>
                <a:blip r:embed="rId2"/>
              </a:buBlip>
              <a:defRPr sz="8000" b="0">
                <a:solidFill>
                  <a:schemeClr val="bg1"/>
                </a:solidFill>
              </a:defRPr>
            </a:lvl1pPr>
            <a:lvl2pPr marL="2677557" indent="-772576">
              <a:buSzPct val="100000"/>
              <a:buFontTx/>
              <a:buBlip>
                <a:blip r:embed="rId2"/>
              </a:buBlip>
              <a:defRPr sz="6667" b="0">
                <a:solidFill>
                  <a:schemeClr val="bg1"/>
                </a:solidFill>
              </a:defRPr>
            </a:lvl2pPr>
            <a:lvl3pPr marL="4185668" indent="-555621">
              <a:buSzPct val="100000"/>
              <a:buFontTx/>
              <a:buBlip>
                <a:blip r:embed="rId2"/>
              </a:buBlip>
              <a:defRPr sz="6000" b="0">
                <a:solidFill>
                  <a:schemeClr val="bg1"/>
                </a:solidFill>
              </a:defRPr>
            </a:lvl3pPr>
            <a:lvl4pPr marL="5916024" indent="-761992">
              <a:buFont typeface="Wingdings" panose="05000000000000000000" pitchFamily="2" charset="2"/>
              <a:buChar char="§"/>
              <a:defRPr sz="6000" b="0">
                <a:solidFill>
                  <a:schemeClr val="tx1"/>
                </a:solidFill>
              </a:defRPr>
            </a:lvl4pPr>
            <a:lvl5pPr marL="7059013" indent="-761992">
              <a:buFont typeface="Wingdings" panose="05000000000000000000" pitchFamily="2" charset="2"/>
              <a:buChar char="§"/>
              <a:defRPr sz="6000" b="0">
                <a:solidFill>
                  <a:schemeClr val="tx1"/>
                </a:solidFill>
              </a:defRPr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661160" y="3935229"/>
            <a:ext cx="33253680" cy="1751543"/>
          </a:xfrm>
        </p:spPr>
        <p:txBody>
          <a:bodyPr/>
          <a:lstStyle>
            <a:lvl1pPr marL="0" indent="0" algn="ctr">
              <a:buFontTx/>
              <a:buNone/>
              <a:defRPr sz="8000" b="0">
                <a:solidFill>
                  <a:schemeClr val="tx2"/>
                </a:solidFill>
                <a:latin typeface="Trebuchet MS" panose="020B0603020202020204" pitchFamily="34" charset="0"/>
              </a:defRPr>
            </a:lvl1pPr>
            <a:lvl2pPr marL="1904981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2pPr>
            <a:lvl3pPr marL="3630047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3pPr>
            <a:lvl4pPr marL="5154032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4pPr>
            <a:lvl5pPr marL="6297020" indent="0" algn="ctr">
              <a:buFontTx/>
              <a:buNone/>
              <a:defRPr sz="9333">
                <a:solidFill>
                  <a:schemeClr val="tx2"/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164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8324" y="17842103"/>
            <a:ext cx="26219353" cy="1231107"/>
          </a:xfrm>
        </p:spPr>
        <p:txBody>
          <a:bodyPr anchor="b"/>
          <a:lstStyle>
            <a:lvl1pPr algn="l">
              <a:defRPr sz="6667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0904" y="17140420"/>
            <a:ext cx="25154193" cy="34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0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23629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MO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160" y="17231579"/>
            <a:ext cx="33253680" cy="1785103"/>
          </a:xfrm>
        </p:spPr>
        <p:txBody>
          <a:bodyPr anchor="ctr"/>
          <a:lstStyle>
            <a:lvl1pPr algn="l">
              <a:defRPr sz="10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342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3CF5E6-4F92-46E0-8DC2-62095040401C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9ABDF-4D75-49CA-83AC-B3309B79A6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19" t="22933" r="58849" b="-4267"/>
          <a:stretch/>
        </p:blipFill>
        <p:spPr>
          <a:xfrm flipV="1">
            <a:off x="0" y="0"/>
            <a:ext cx="36576000" cy="20574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E186C6-9892-4B49-86F3-D3AE5430130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40000">
                <a:schemeClr val="tx2"/>
              </a:gs>
              <a:gs pos="100000">
                <a:schemeClr val="tx2"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D92F76-2157-4482-88C8-AE386F9B730D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3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32550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image" Target="../media/image13.emf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3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image" Target="../media/image12.png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13.emf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09" r:id="rId19"/>
    <p:sldLayoutId id="2147483723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4" r:id="rId33"/>
    <p:sldLayoutId id="2147483720" r:id="rId34"/>
    <p:sldLayoutId id="2147483672" r:id="rId35"/>
    <p:sldLayoutId id="2147483708" r:id="rId36"/>
    <p:sldLayoutId id="2147483725" r:id="rId37"/>
    <p:sldLayoutId id="2147483679" r:id="rId38"/>
    <p:sldLayoutId id="2147483676" r:id="rId39"/>
    <p:sldLayoutId id="2147483684" r:id="rId40"/>
    <p:sldLayoutId id="2147483726" r:id="rId41"/>
    <p:sldLayoutId id="2147483796" r:id="rId42"/>
    <p:sldLayoutId id="2147483797" r:id="rId4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65812" y="1737362"/>
            <a:ext cx="33244383" cy="196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24675" y="6674560"/>
            <a:ext cx="33163103" cy="12447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314CEB40-1739-4D24-83DA-0CE9763BE5FC}"/>
              </a:ext>
            </a:extLst>
          </p:cNvPr>
          <p:cNvPicPr preferRelativeResize="0"/>
          <p:nvPr/>
        </p:nvPicPr>
        <p:blipFill rotWithShape="1">
          <a:blip r:embed="rId1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769390" y="19284734"/>
            <a:ext cx="1935620" cy="6877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6BDE7C07-CEF7-436D-9B76-D06FF957C348}"/>
              </a:ext>
            </a:extLst>
          </p:cNvPr>
          <p:cNvSpPr txBox="1"/>
          <p:nvPr/>
        </p:nvSpPr>
        <p:spPr>
          <a:xfrm>
            <a:off x="32540843" y="19437617"/>
            <a:ext cx="1070000" cy="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2667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200"/>
                <a:buFont typeface="Trebuchet MS"/>
                <a:buNone/>
              </a:pPr>
              <a:t>‹#›</a:t>
            </a:fld>
            <a:r>
              <a:rPr lang="en-US" sz="3667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4333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9BEAEF-125F-468A-AB1A-4C4802F194D8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9393" y="19284732"/>
            <a:ext cx="1935627" cy="68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0703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12000" b="0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5pPr>
      <a:lvl6pPr marL="1523985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6pPr>
      <a:lvl7pPr marL="3047970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7pPr>
      <a:lvl8pPr marL="4571954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8pPr>
      <a:lvl9pPr marL="6095939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3000"/>
        </a:spcBef>
        <a:spcAft>
          <a:spcPts val="3000"/>
        </a:spcAft>
        <a:buClr>
          <a:schemeClr val="bg2"/>
        </a:buClr>
        <a:buSzPct val="100000"/>
        <a:buFontTx/>
        <a:buNone/>
        <a:defRPr sz="4667" b="0">
          <a:solidFill>
            <a:schemeClr val="accent4"/>
          </a:solidFill>
          <a:latin typeface="Trebuchet MS" pitchFamily="34" charset="0"/>
          <a:ea typeface="+mn-ea"/>
          <a:cs typeface="+mn-cs"/>
        </a:defRPr>
      </a:lvl1pPr>
      <a:lvl2pPr marL="1904981" indent="0" algn="l" rtl="0" fontAlgn="base">
        <a:lnSpc>
          <a:spcPct val="90000"/>
        </a:lnSpc>
        <a:spcBef>
          <a:spcPts val="3000"/>
        </a:spcBef>
        <a:spcAft>
          <a:spcPts val="3000"/>
        </a:spcAft>
        <a:buClr>
          <a:schemeClr val="bg2"/>
        </a:buClr>
        <a:buSzPct val="100000"/>
        <a:buFontTx/>
        <a:buNone/>
        <a:defRPr sz="4000" b="0">
          <a:solidFill>
            <a:schemeClr val="accent4"/>
          </a:solidFill>
          <a:latin typeface="Trebuchet MS" pitchFamily="34" charset="0"/>
        </a:defRPr>
      </a:lvl2pPr>
      <a:lvl3pPr marL="3630047" indent="0" algn="l" rtl="0" fontAlgn="base">
        <a:lnSpc>
          <a:spcPct val="90000"/>
        </a:lnSpc>
        <a:spcBef>
          <a:spcPts val="3000"/>
        </a:spcBef>
        <a:spcAft>
          <a:spcPts val="3000"/>
        </a:spcAft>
        <a:buClr>
          <a:schemeClr val="bg2"/>
        </a:buClr>
        <a:buSzPct val="100000"/>
        <a:buFontTx/>
        <a:buNone/>
        <a:defRPr sz="3667" b="0">
          <a:solidFill>
            <a:schemeClr val="accent4"/>
          </a:solidFill>
          <a:latin typeface="Trebuchet MS" pitchFamily="34" charset="0"/>
        </a:defRPr>
      </a:lvl3pPr>
      <a:lvl4pPr marL="5916024" indent="-761992" algn="l" rtl="0" fontAlgn="base">
        <a:spcBef>
          <a:spcPct val="20000"/>
        </a:spcBef>
        <a:spcAft>
          <a:spcPct val="0"/>
        </a:spcAft>
        <a:buChar char="–"/>
        <a:defRPr sz="6667">
          <a:solidFill>
            <a:schemeClr val="bg1"/>
          </a:solidFill>
          <a:latin typeface="+mn-lt"/>
        </a:defRPr>
      </a:lvl4pPr>
      <a:lvl5pPr marL="7059013" indent="-761992" algn="l" rtl="0" fontAlgn="base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5pPr>
      <a:lvl6pPr marL="8582998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6pPr>
      <a:lvl7pPr marL="10106982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7pPr>
      <a:lvl8pPr marL="11630967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8pPr>
      <a:lvl9pPr marL="13154952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985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970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954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939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924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909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7893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1878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65812" y="1737362"/>
            <a:ext cx="33244383" cy="196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24675" y="6674560"/>
            <a:ext cx="33163103" cy="12447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6" name="Google Shape;78;p14">
            <a:extLst>
              <a:ext uri="{FF2B5EF4-FFF2-40B4-BE49-F238E27FC236}">
                <a16:creationId xmlns:a16="http://schemas.microsoft.com/office/drawing/2014/main" id="{314CEB40-1739-4D24-83DA-0CE9763BE5FC}"/>
              </a:ext>
            </a:extLst>
          </p:cNvPr>
          <p:cNvPicPr preferRelativeResize="0"/>
          <p:nvPr/>
        </p:nvPicPr>
        <p:blipFill rotWithShape="1">
          <a:blip r:embed="rId1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769390" y="19284734"/>
            <a:ext cx="1935620" cy="6877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9;p14">
            <a:extLst>
              <a:ext uri="{FF2B5EF4-FFF2-40B4-BE49-F238E27FC236}">
                <a16:creationId xmlns:a16="http://schemas.microsoft.com/office/drawing/2014/main" id="{6BDE7C07-CEF7-436D-9B76-D06FF957C348}"/>
              </a:ext>
            </a:extLst>
          </p:cNvPr>
          <p:cNvSpPr txBox="1"/>
          <p:nvPr/>
        </p:nvSpPr>
        <p:spPr>
          <a:xfrm>
            <a:off x="32540843" y="19437617"/>
            <a:ext cx="1070000" cy="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2667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200"/>
                <a:buFont typeface="Trebuchet MS"/>
                <a:buNone/>
              </a:pPr>
              <a:t>‹#›</a:t>
            </a:fld>
            <a:r>
              <a:rPr lang="en-US" sz="3667" b="0" i="0" u="none" strike="noStrike" cap="none" dirty="0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4333" dirty="0"/>
          </a:p>
        </p:txBody>
      </p:sp>
    </p:spTree>
    <p:extLst>
      <p:ext uri="{BB962C8B-B14F-4D97-AF65-F5344CB8AC3E}">
        <p14:creationId xmlns:p14="http://schemas.microsoft.com/office/powerpoint/2010/main" val="3845607420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12000" b="0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5pPr>
      <a:lvl6pPr marL="1523985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6pPr>
      <a:lvl7pPr marL="3047970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7pPr>
      <a:lvl8pPr marL="4571954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8pPr>
      <a:lvl9pPr marL="6095939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3000"/>
        </a:spcBef>
        <a:spcAft>
          <a:spcPts val="3000"/>
        </a:spcAft>
        <a:buClr>
          <a:schemeClr val="bg2"/>
        </a:buClr>
        <a:buSzPct val="100000"/>
        <a:buFontTx/>
        <a:buNone/>
        <a:defRPr sz="4667" b="0">
          <a:solidFill>
            <a:schemeClr val="accent4"/>
          </a:solidFill>
          <a:latin typeface="Trebuchet MS" pitchFamily="34" charset="0"/>
          <a:ea typeface="+mn-ea"/>
          <a:cs typeface="+mn-cs"/>
        </a:defRPr>
      </a:lvl1pPr>
      <a:lvl2pPr marL="1904981" indent="0" algn="l" rtl="0" fontAlgn="base">
        <a:lnSpc>
          <a:spcPct val="90000"/>
        </a:lnSpc>
        <a:spcBef>
          <a:spcPts val="3000"/>
        </a:spcBef>
        <a:spcAft>
          <a:spcPts val="3000"/>
        </a:spcAft>
        <a:buClr>
          <a:schemeClr val="bg2"/>
        </a:buClr>
        <a:buSzPct val="100000"/>
        <a:buFontTx/>
        <a:buNone/>
        <a:defRPr sz="4000" b="0">
          <a:solidFill>
            <a:schemeClr val="accent4"/>
          </a:solidFill>
          <a:latin typeface="Trebuchet MS" pitchFamily="34" charset="0"/>
        </a:defRPr>
      </a:lvl2pPr>
      <a:lvl3pPr marL="3630047" indent="0" algn="l" rtl="0" fontAlgn="base">
        <a:lnSpc>
          <a:spcPct val="90000"/>
        </a:lnSpc>
        <a:spcBef>
          <a:spcPts val="3000"/>
        </a:spcBef>
        <a:spcAft>
          <a:spcPts val="3000"/>
        </a:spcAft>
        <a:buClr>
          <a:schemeClr val="bg2"/>
        </a:buClr>
        <a:buSzPct val="100000"/>
        <a:buFontTx/>
        <a:buNone/>
        <a:defRPr sz="3667" b="0">
          <a:solidFill>
            <a:schemeClr val="accent4"/>
          </a:solidFill>
          <a:latin typeface="Trebuchet MS" pitchFamily="34" charset="0"/>
        </a:defRPr>
      </a:lvl3pPr>
      <a:lvl4pPr marL="5916024" indent="-761992" algn="l" rtl="0" fontAlgn="base">
        <a:spcBef>
          <a:spcPct val="20000"/>
        </a:spcBef>
        <a:spcAft>
          <a:spcPct val="0"/>
        </a:spcAft>
        <a:buChar char="–"/>
        <a:defRPr sz="6667">
          <a:solidFill>
            <a:schemeClr val="bg1"/>
          </a:solidFill>
          <a:latin typeface="+mn-lt"/>
        </a:defRPr>
      </a:lvl4pPr>
      <a:lvl5pPr marL="7059013" indent="-761992" algn="l" rtl="0" fontAlgn="base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5pPr>
      <a:lvl6pPr marL="8582998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6pPr>
      <a:lvl7pPr marL="10106982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7pPr>
      <a:lvl8pPr marL="11630967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8pPr>
      <a:lvl9pPr marL="13154952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985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970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954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939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924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909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7893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1878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65812" y="2178442"/>
            <a:ext cx="33244383" cy="1969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24675" y="6674559"/>
            <a:ext cx="33163103" cy="13026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69214B-99AB-46ED-9864-662329C3618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69393" y="19284732"/>
            <a:ext cx="1935627" cy="68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5477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  <p:sldLayoutId id="2147483794" r:id="rId12"/>
    <p:sldLayoutId id="214748379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12000" b="1" cap="all" baseline="0">
          <a:solidFill>
            <a:schemeClr val="bg1"/>
          </a:solidFill>
          <a:latin typeface="Trebuchet MS" panose="020B0603020202020204" pitchFamily="34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5pPr>
      <a:lvl6pPr marL="1523985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6pPr>
      <a:lvl7pPr marL="3047970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7pPr>
      <a:lvl8pPr marL="4571954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8pPr>
      <a:lvl9pPr marL="6095939" algn="l" rtl="0" eaLnBrk="1" fontAlgn="base" hangingPunct="1">
        <a:spcBef>
          <a:spcPct val="0"/>
        </a:spcBef>
        <a:spcAft>
          <a:spcPct val="0"/>
        </a:spcAft>
        <a:defRPr sz="10667" b="1">
          <a:solidFill>
            <a:srgbClr val="73B900"/>
          </a:solidFill>
          <a:latin typeface="Arial" charset="0"/>
        </a:defRPr>
      </a:lvl9pPr>
    </p:titleStyle>
    <p:bodyStyle>
      <a:lvl1pPr marL="0" indent="0" algn="l" rtl="0" fontAlgn="base">
        <a:lnSpc>
          <a:spcPct val="90000"/>
        </a:lnSpc>
        <a:spcBef>
          <a:spcPts val="3000"/>
        </a:spcBef>
        <a:spcAft>
          <a:spcPts val="3000"/>
        </a:spcAft>
        <a:buClr>
          <a:schemeClr val="bg2"/>
        </a:buClr>
        <a:buSzPct val="100000"/>
        <a:buFontTx/>
        <a:buNone/>
        <a:defRPr sz="6667" b="0">
          <a:solidFill>
            <a:schemeClr val="bg1"/>
          </a:solidFill>
          <a:latin typeface="Trebuchet MS" pitchFamily="34" charset="0"/>
          <a:ea typeface="+mn-ea"/>
          <a:cs typeface="+mn-cs"/>
        </a:defRPr>
      </a:lvl1pPr>
      <a:lvl2pPr marL="1904981" indent="0" algn="l" rtl="0" fontAlgn="base">
        <a:lnSpc>
          <a:spcPct val="90000"/>
        </a:lnSpc>
        <a:spcBef>
          <a:spcPts val="3000"/>
        </a:spcBef>
        <a:spcAft>
          <a:spcPts val="3000"/>
        </a:spcAft>
        <a:buClr>
          <a:schemeClr val="bg2"/>
        </a:buClr>
        <a:buSzPct val="100000"/>
        <a:buFontTx/>
        <a:buNone/>
        <a:defRPr sz="6000" b="0">
          <a:solidFill>
            <a:schemeClr val="bg1"/>
          </a:solidFill>
          <a:latin typeface="Trebuchet MS" pitchFamily="34" charset="0"/>
        </a:defRPr>
      </a:lvl2pPr>
      <a:lvl3pPr marL="3630047" indent="0" algn="l" rtl="0" fontAlgn="base">
        <a:lnSpc>
          <a:spcPct val="90000"/>
        </a:lnSpc>
        <a:spcBef>
          <a:spcPts val="3000"/>
        </a:spcBef>
        <a:spcAft>
          <a:spcPts val="3000"/>
        </a:spcAft>
        <a:buClr>
          <a:schemeClr val="bg2"/>
        </a:buClr>
        <a:buSzPct val="100000"/>
        <a:buFontTx/>
        <a:buNone/>
        <a:defRPr sz="5333" b="0">
          <a:solidFill>
            <a:schemeClr val="bg1"/>
          </a:solidFill>
          <a:latin typeface="Trebuchet MS" pitchFamily="34" charset="0"/>
        </a:defRPr>
      </a:lvl3pPr>
      <a:lvl4pPr marL="5916024" indent="-761992" algn="l" rtl="0" fontAlgn="base">
        <a:spcBef>
          <a:spcPct val="20000"/>
        </a:spcBef>
        <a:spcAft>
          <a:spcPct val="0"/>
        </a:spcAft>
        <a:buChar char="–"/>
        <a:defRPr sz="6667">
          <a:solidFill>
            <a:schemeClr val="bg1"/>
          </a:solidFill>
          <a:latin typeface="+mn-lt"/>
        </a:defRPr>
      </a:lvl4pPr>
      <a:lvl5pPr marL="7059013" indent="-761992" algn="l" rtl="0" fontAlgn="base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5pPr>
      <a:lvl6pPr marL="8582998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6pPr>
      <a:lvl7pPr marL="10106982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7pPr>
      <a:lvl8pPr marL="11630967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8pPr>
      <a:lvl9pPr marL="13154952" indent="-761992" algn="l" rtl="0" eaLnBrk="1" fontAlgn="base" hangingPunct="1">
        <a:spcBef>
          <a:spcPct val="20000"/>
        </a:spcBef>
        <a:spcAft>
          <a:spcPct val="0"/>
        </a:spcAft>
        <a:buChar char="»"/>
        <a:defRPr sz="6667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985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970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954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939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924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909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7893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1878" algn="l" defTabSz="3047970" rtl="0" eaLnBrk="1" latinLnBrk="0" hangingPunct="1">
        <a:defRPr sz="6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012" y="2983577"/>
            <a:ext cx="19282214" cy="4937760"/>
          </a:xfrm>
        </p:spPr>
        <p:txBody>
          <a:bodyPr/>
          <a:lstStyle/>
          <a:p>
            <a:r>
              <a:rPr lang="zh-TW" altLang="en-US" dirty="0"/>
              <a:t>深度學習基本原理</a:t>
            </a:r>
            <a:br>
              <a:rPr lang="zh-TW" altLang="en-US" dirty="0"/>
            </a:br>
            <a:r>
              <a:rPr lang="en-US" altLang="zh-TW" sz="8800" dirty="0"/>
              <a:t>(</a:t>
            </a:r>
            <a:r>
              <a:rPr lang="en-US" sz="8800" dirty="0"/>
              <a:t>Fundamentals of Deep Learning)</a:t>
            </a:r>
            <a:endParaRPr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3012" y="8583168"/>
            <a:ext cx="22919114" cy="1703832"/>
          </a:xfrm>
        </p:spPr>
        <p:txBody>
          <a:bodyPr>
            <a:normAutofit/>
          </a:bodyPr>
          <a:lstStyle/>
          <a:p>
            <a:r>
              <a:rPr sz="6600" dirty="0" err="1"/>
              <a:t>第三部分：卷積神經網路</a:t>
            </a:r>
            <a:r>
              <a:rPr sz="6600" dirty="0"/>
              <a:t>(Convolutional Neural Networks)</a:t>
            </a:r>
          </a:p>
        </p:txBody>
      </p:sp>
    </p:spTree>
    <p:extLst>
      <p:ext uri="{BB962C8B-B14F-4D97-AF65-F5344CB8AC3E}">
        <p14:creationId xmlns:p14="http://schemas.microsoft.com/office/powerpoint/2010/main" val="188783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8E0B866-8D5C-ABB7-396A-E5AC69D40BD8}"/>
              </a:ext>
            </a:extLst>
          </p:cNvPr>
          <p:cNvGraphicFramePr>
            <a:graphicFrameLocks noGrp="1"/>
          </p:cNvGraphicFramePr>
          <p:nvPr/>
        </p:nvGraphicFramePr>
        <p:xfrm>
          <a:off x="18651265" y="7034764"/>
          <a:ext cx="15895909" cy="11573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254">
                  <a:extLst>
                    <a:ext uri="{9D8B030D-6E8A-4147-A177-3AD203B41FA5}">
                      <a16:colId xmlns:a16="http://schemas.microsoft.com/office/drawing/2014/main" val="2906691046"/>
                    </a:ext>
                  </a:extLst>
                </a:gridCol>
                <a:gridCol w="14907655">
                  <a:extLst>
                    <a:ext uri="{9D8B030D-6E8A-4147-A177-3AD203B41FA5}">
                      <a16:colId xmlns:a16="http://schemas.microsoft.com/office/drawing/2014/main" val="3388937594"/>
                    </a:ext>
                  </a:extLst>
                </a:gridCol>
              </a:tblGrid>
              <a:tr h="1796218">
                <a:tc>
                  <a:txBody>
                    <a:bodyPr/>
                    <a:lstStyle/>
                    <a:p>
                      <a:pPr marL="0" indent="0" algn="l">
                        <a:buFont typeface="NVIDIA Sans" panose="020B0503020203020204" pitchFamily="34" charset="0"/>
                        <a:buNone/>
                      </a:pPr>
                      <a:r>
                        <a:rPr lang="en-US" sz="6000" b="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1 </a:t>
                      </a: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部分：深度學習簡介</a:t>
                      </a:r>
                    </a:p>
                  </a:txBody>
                  <a:tcPr marL="0" marR="3657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958080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marL="0" indent="0" algn="l">
                        <a:buFont typeface="NVIDIA Sans" panose="020B0503020203020204" pitchFamily="34" charset="0"/>
                        <a:buNone/>
                      </a:pPr>
                      <a:r>
                        <a:rPr lang="en-US" sz="600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2 </a:t>
                      </a: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部分：神經網路如何訓練</a:t>
                      </a: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812821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marL="0" indent="0" algn="l">
                        <a:buFont typeface="NVIDIA Sans" panose="020B0503020203020204" pitchFamily="34" charset="0"/>
                        <a:buNone/>
                      </a:pPr>
                      <a:r>
                        <a:rPr lang="en-US" sz="600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endParaRPr lang="zh-TW" altLang="en-US" sz="4800" b="0" dirty="0">
                        <a:solidFill>
                          <a:schemeClr val="bg1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3 </a:t>
                      </a: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部分：卷積神經網路</a:t>
                      </a:r>
                      <a:b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</a:b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                     (Convolutional Neural Networks)</a:t>
                      </a: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311925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algn="l"/>
                      <a:r>
                        <a:rPr lang="en-US" sz="600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endParaRPr lang="en-US" altLang="zh-TW" sz="4800" b="0" dirty="0">
                        <a:solidFill>
                          <a:schemeClr val="bg1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4 </a:t>
                      </a: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部分：資料增強與部署</a:t>
                      </a: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270836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marL="0" marR="0" lvl="0" indent="0" algn="l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endParaRPr lang="zh-TW" altLang="en-US" sz="4800" b="0" dirty="0">
                        <a:solidFill>
                          <a:schemeClr val="bg1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5 </a:t>
                      </a: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部分：預訓練模型</a:t>
                      </a:r>
                    </a:p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endParaRPr lang="zh-TW" altLang="en-US" sz="4800" b="0" dirty="0">
                        <a:solidFill>
                          <a:schemeClr val="bg1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864478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algn="l"/>
                      <a:r>
                        <a:rPr lang="en-US" sz="540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zh-TW" altLang="en-US" sz="44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4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6 </a:t>
                      </a:r>
                      <a:r>
                        <a:rPr lang="zh-TW" altLang="en-US" sz="44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部分：進階架構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VIDIA Sans Medium" panose="020B0603020203020204" pitchFamily="34" charset="0"/>
                        <a:ea typeface="+mn-ea"/>
                        <a:cs typeface="NVIDIA Sans Medium" panose="020B0603020203020204" pitchFamily="34" charset="0"/>
                      </a:endParaRP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74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43F418-8875-D8F7-3CC1-B6DE2F73A307}"/>
              </a:ext>
            </a:extLst>
          </p:cNvPr>
          <p:cNvSpPr txBox="1"/>
          <p:nvPr/>
        </p:nvSpPr>
        <p:spPr>
          <a:xfrm>
            <a:off x="19524558" y="5114484"/>
            <a:ext cx="11248985" cy="156966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  <a:cs typeface="NVIDIA Sans" panose="020B0503020203020204" pitchFamily="34" charset="0"/>
                <a:sym typeface="Arial"/>
              </a:rPr>
              <a:t>課程大綱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 panose="020B0503020203020204" pitchFamily="34" charset="0"/>
              <a:ea typeface="+mn-ea"/>
              <a:cs typeface="NVIDIA Sans" panose="020B0503020203020204" pitchFamily="34" charset="0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E6121E-A96A-F527-8E76-FFB24307ED22}"/>
              </a:ext>
            </a:extLst>
          </p:cNvPr>
          <p:cNvSpPr/>
          <p:nvPr/>
        </p:nvSpPr>
        <p:spPr>
          <a:xfrm>
            <a:off x="18013680" y="11058243"/>
            <a:ext cx="17129760" cy="1791484"/>
          </a:xfrm>
          <a:prstGeom prst="rect">
            <a:avLst/>
          </a:prstGeom>
          <a:noFill/>
          <a:ln w="190500">
            <a:solidFill>
              <a:srgbClr val="76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528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zh-TW" altLang="en-US" dirty="0"/>
              <a:t>課程實作</a:t>
            </a:r>
            <a:r>
              <a:rPr dirty="0" err="1"/>
              <a:t>練習回顧</a:t>
            </a:r>
            <a:endParaRPr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DC7D4A5-282B-41AD-A71F-682A783A26D7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88775870"/>
              </p:ext>
            </p:extLst>
          </p:nvPr>
        </p:nvGraphicFramePr>
        <p:xfrm>
          <a:off x="1706562" y="4088606"/>
          <a:ext cx="33162875" cy="12396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622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44C3C-B6A2-3C90-092C-8BB87D9235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與卷積</a:t>
            </a:r>
            <a:r>
              <a:rPr dirty="0"/>
              <a:t>(Convolution)</a:t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644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"/>
    </mc:Choice>
    <mc:Fallback xmlns="">
      <p:transition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與卷積</a:t>
            </a:r>
            <a:r>
              <a:rPr dirty="0"/>
              <a:t>(Convolution)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7C6098-1F31-648D-375B-E4E703F0586B}"/>
              </a:ext>
            </a:extLst>
          </p:cNvPr>
          <p:cNvSpPr/>
          <p:nvPr/>
        </p:nvSpPr>
        <p:spPr>
          <a:xfrm>
            <a:off x="23081140" y="11973921"/>
            <a:ext cx="3048000" cy="603504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調</a:t>
            </a:r>
            <a:r>
              <a:rPr sz="4400" dirty="0" err="1">
                <a:solidFill>
                  <a:schemeClr val="tx1"/>
                </a:solidFill>
              </a:rPr>
              <a:t>暗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altLang="zh-TW" sz="4400" dirty="0">
                <a:solidFill>
                  <a:schemeClr val="tx1"/>
                </a:solidFill>
              </a:rPr>
              <a:t>(</a:t>
            </a:r>
            <a:r>
              <a:rPr lang="en-US" sz="4400" dirty="0">
                <a:solidFill>
                  <a:schemeClr val="tx1"/>
                </a:solidFill>
              </a:rPr>
              <a:t>Darken</a:t>
            </a:r>
            <a:r>
              <a:rPr lang="en-US" altLang="zh-TW" sz="4400" dirty="0">
                <a:solidFill>
                  <a:schemeClr val="tx1"/>
                </a:solidFill>
              </a:rPr>
              <a:t>)</a:t>
            </a:r>
            <a:br>
              <a:rPr sz="4400" dirty="0">
                <a:solidFill>
                  <a:schemeClr val="tx1"/>
                </a:solidFill>
              </a:rPr>
            </a:b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710E36-E636-9BA6-5C1A-786CE2509F39}"/>
              </a:ext>
            </a:extLst>
          </p:cNvPr>
          <p:cNvSpPr/>
          <p:nvPr/>
        </p:nvSpPr>
        <p:spPr>
          <a:xfrm>
            <a:off x="23081140" y="4385661"/>
            <a:ext cx="3048000" cy="603504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br>
              <a:rPr lang="en-US" sz="4400" dirty="0">
                <a:solidFill>
                  <a:schemeClr val="tx1"/>
                </a:solidFill>
              </a:rPr>
            </a:br>
            <a:r>
              <a:rPr sz="4400" dirty="0" err="1">
                <a:solidFill>
                  <a:schemeClr val="tx1"/>
                </a:solidFill>
              </a:rPr>
              <a:t>銳化</a:t>
            </a:r>
            <a:r>
              <a:rPr lang="en-US" altLang="zh-TW" sz="4400" dirty="0">
                <a:solidFill>
                  <a:schemeClr val="tx1"/>
                </a:solidFill>
              </a:rPr>
              <a:t>(Sharpen)</a:t>
            </a:r>
            <a:br>
              <a:rPr sz="4400" dirty="0">
                <a:solidFill>
                  <a:schemeClr val="tx1"/>
                </a:solidFill>
              </a:rPr>
            </a:b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B3BF32-C2D6-A48D-1024-CB65897D377A}"/>
              </a:ext>
            </a:extLst>
          </p:cNvPr>
          <p:cNvSpPr/>
          <p:nvPr/>
        </p:nvSpPr>
        <p:spPr>
          <a:xfrm>
            <a:off x="10329952" y="11910418"/>
            <a:ext cx="3048000" cy="603504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調</a:t>
            </a:r>
            <a:r>
              <a:rPr lang="zh-TW" altLang="en-US" sz="4400" dirty="0">
                <a:solidFill>
                  <a:schemeClr val="tx1"/>
                </a:solidFill>
              </a:rPr>
              <a:t>亮</a:t>
            </a:r>
            <a:br>
              <a:rPr lang="en-US" altLang="zh-TW" sz="4400" dirty="0">
                <a:solidFill>
                  <a:schemeClr val="tx1"/>
                </a:solidFill>
              </a:rPr>
            </a:br>
            <a:r>
              <a:rPr lang="en-US" altLang="zh-TW" sz="4400" dirty="0">
                <a:solidFill>
                  <a:schemeClr val="tx1"/>
                </a:solidFill>
              </a:rPr>
              <a:t>(Brighten)</a:t>
            </a:r>
            <a:br>
              <a:rPr lang="zh-TW" altLang="en-US" sz="4400" dirty="0">
                <a:solidFill>
                  <a:schemeClr val="tx1"/>
                </a:solidFill>
              </a:rPr>
            </a:br>
            <a:endParaRPr lang="zh-TW" altLang="en-US" sz="4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F5FFF-AC1E-A45D-DC5C-E5EF21078023}"/>
              </a:ext>
            </a:extLst>
          </p:cNvPr>
          <p:cNvSpPr/>
          <p:nvPr/>
        </p:nvSpPr>
        <p:spPr>
          <a:xfrm>
            <a:off x="10340060" y="4385661"/>
            <a:ext cx="3048000" cy="603504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sz="4400" dirty="0" err="1">
                <a:solidFill>
                  <a:schemeClr val="tx1"/>
                </a:solidFill>
              </a:rPr>
              <a:t>模糊</a:t>
            </a:r>
            <a:r>
              <a:rPr lang="zh-TW" altLang="en-US" sz="4400" dirty="0">
                <a:solidFill>
                  <a:schemeClr val="tx1"/>
                </a:solidFill>
              </a:rPr>
              <a:t>化</a:t>
            </a:r>
            <a:r>
              <a:rPr lang="en-US" sz="4400" dirty="0">
                <a:solidFill>
                  <a:schemeClr val="tx1"/>
                </a:solidFill>
              </a:rPr>
              <a:t>(Blur)</a:t>
            </a:r>
            <a:endParaRPr lang="en-US" sz="166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B61E42-23D4-DB6C-977D-0D411AAF7975}"/>
              </a:ext>
            </a:extLst>
          </p:cNvPr>
          <p:cNvSpPr/>
          <p:nvPr/>
        </p:nvSpPr>
        <p:spPr>
          <a:xfrm>
            <a:off x="1353869" y="12880284"/>
            <a:ext cx="8001003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原始圖像</a:t>
            </a:r>
            <a:endParaRPr sz="6000" dirty="0">
              <a:solidFill>
                <a:schemeClr val="tx1"/>
              </a:solidFill>
            </a:endParaRPr>
          </a:p>
        </p:txBody>
      </p:sp>
      <p:pic>
        <p:nvPicPr>
          <p:cNvPr id="14" name="Graphic 13" descr="Water">
            <a:extLst>
              <a:ext uri="{FF2B5EF4-FFF2-40B4-BE49-F238E27FC236}">
                <a16:creationId xmlns:a16="http://schemas.microsoft.com/office/drawing/2014/main" id="{8B7FEEE8-3E9F-06B7-CF21-3EC561D34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0060" y="4647601"/>
            <a:ext cx="3048000" cy="3048000"/>
          </a:xfrm>
          <a:prstGeom prst="rect">
            <a:avLst/>
          </a:pr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F53239B3-19B3-F816-F62F-050A65673C3D}"/>
              </a:ext>
            </a:extLst>
          </p:cNvPr>
          <p:cNvSpPr/>
          <p:nvPr/>
        </p:nvSpPr>
        <p:spPr>
          <a:xfrm>
            <a:off x="23557390" y="5092100"/>
            <a:ext cx="2095500" cy="215900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6E384F32-48F0-1965-6048-BD531148E3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62" t="24748" r="1" b="22669"/>
          <a:stretch/>
        </p:blipFill>
        <p:spPr bwMode="auto">
          <a:xfrm>
            <a:off x="1366945" y="6227853"/>
            <a:ext cx="8014077" cy="6010557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05B5675-EEDB-3155-F52E-8EB1984DC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34100" y="4418688"/>
            <a:ext cx="8001000" cy="60325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47377A0-B88F-AD8F-AEC1-B63D9E8344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5180" y="4418688"/>
            <a:ext cx="8001000" cy="60325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1" name="Graphic 20" descr="Dim (Medium Sun)">
            <a:extLst>
              <a:ext uri="{FF2B5EF4-FFF2-40B4-BE49-F238E27FC236}">
                <a16:creationId xmlns:a16="http://schemas.microsoft.com/office/drawing/2014/main" id="{8710C8AA-8324-9B72-9B7D-B57C1C6438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13910" y="12238408"/>
            <a:ext cx="3048000" cy="3048000"/>
          </a:xfrm>
          <a:prstGeom prst="rect">
            <a:avLst/>
          </a:prstGeom>
        </p:spPr>
      </p:pic>
      <p:pic>
        <p:nvPicPr>
          <p:cNvPr id="22" name="Graphic 21" descr="Sunglasses">
            <a:extLst>
              <a:ext uri="{FF2B5EF4-FFF2-40B4-BE49-F238E27FC236}">
                <a16:creationId xmlns:a16="http://schemas.microsoft.com/office/drawing/2014/main" id="{FA67D743-B5A4-9087-7F04-DC33311FBF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081140" y="12238408"/>
            <a:ext cx="3048000" cy="304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B5A13C2-2CFC-9659-1365-E5B13EBA6F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75180" y="11943441"/>
            <a:ext cx="8001000" cy="60325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75040FB-27E5-148C-4DF7-BE44B637D2E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34100" y="11943441"/>
            <a:ext cx="8001000" cy="60325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943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21EB3-C25B-FBDB-AB66-F36ECD2C3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C491A-0F94-8EF5-AB83-DBB27134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與卷積</a:t>
            </a:r>
            <a:r>
              <a:rPr dirty="0"/>
              <a:t>(Convolution)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F46EAD-B4C8-6F89-446B-FB776D992CB4}"/>
              </a:ext>
            </a:extLst>
          </p:cNvPr>
          <p:cNvSpPr/>
          <p:nvPr/>
        </p:nvSpPr>
        <p:spPr>
          <a:xfrm>
            <a:off x="23081140" y="11973921"/>
            <a:ext cx="3048000" cy="603504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400" b="1" dirty="0" err="1">
                <a:solidFill>
                  <a:schemeClr val="tx1"/>
                </a:solidFill>
              </a:rPr>
              <a:t>調</a:t>
            </a:r>
            <a:r>
              <a:rPr sz="4400" dirty="0" err="1">
                <a:solidFill>
                  <a:schemeClr val="tx1"/>
                </a:solidFill>
              </a:rPr>
              <a:t>暗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altLang="zh-TW" sz="4400" dirty="0">
                <a:solidFill>
                  <a:schemeClr val="tx1"/>
                </a:solidFill>
              </a:rPr>
              <a:t>(</a:t>
            </a:r>
            <a:r>
              <a:rPr lang="en-US" sz="4400" dirty="0">
                <a:solidFill>
                  <a:schemeClr val="tx1"/>
                </a:solidFill>
              </a:rPr>
              <a:t>Darken</a:t>
            </a:r>
            <a:r>
              <a:rPr lang="en-US" altLang="zh-TW" sz="4400" dirty="0">
                <a:solidFill>
                  <a:schemeClr val="tx1"/>
                </a:solidFill>
              </a:rPr>
              <a:t>)</a:t>
            </a:r>
            <a:br>
              <a:rPr sz="4400" dirty="0">
                <a:solidFill>
                  <a:schemeClr val="tx1"/>
                </a:solidFill>
              </a:rPr>
            </a:b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57FC65-64A7-B7B1-BBE5-355BD87BA7AD}"/>
              </a:ext>
            </a:extLst>
          </p:cNvPr>
          <p:cNvSpPr/>
          <p:nvPr/>
        </p:nvSpPr>
        <p:spPr>
          <a:xfrm>
            <a:off x="23081140" y="4385661"/>
            <a:ext cx="3048000" cy="603504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br>
              <a:rPr lang="en-US" sz="4400" dirty="0">
                <a:solidFill>
                  <a:schemeClr val="tx1"/>
                </a:solidFill>
              </a:rPr>
            </a:br>
            <a:r>
              <a:rPr sz="4400" dirty="0" err="1">
                <a:solidFill>
                  <a:schemeClr val="tx1"/>
                </a:solidFill>
              </a:rPr>
              <a:t>銳化</a:t>
            </a:r>
            <a:r>
              <a:rPr lang="en-US" altLang="zh-TW" sz="4400" dirty="0">
                <a:solidFill>
                  <a:schemeClr val="tx1"/>
                </a:solidFill>
              </a:rPr>
              <a:t>(Sharpen)</a:t>
            </a:r>
            <a:br>
              <a:rPr sz="4400" dirty="0">
                <a:solidFill>
                  <a:schemeClr val="tx1"/>
                </a:solidFill>
              </a:rPr>
            </a:b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01DC09-E0AC-EB03-5CF8-F0E81554346A}"/>
              </a:ext>
            </a:extLst>
          </p:cNvPr>
          <p:cNvSpPr/>
          <p:nvPr/>
        </p:nvSpPr>
        <p:spPr>
          <a:xfrm>
            <a:off x="10329952" y="11910418"/>
            <a:ext cx="3048000" cy="603504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調</a:t>
            </a:r>
            <a:r>
              <a:rPr lang="zh-TW" altLang="en-US" sz="4400" dirty="0">
                <a:solidFill>
                  <a:schemeClr val="tx1"/>
                </a:solidFill>
              </a:rPr>
              <a:t>亮</a:t>
            </a:r>
            <a:br>
              <a:rPr lang="en-US" altLang="zh-TW" sz="4400" dirty="0">
                <a:solidFill>
                  <a:schemeClr val="tx1"/>
                </a:solidFill>
              </a:rPr>
            </a:br>
            <a:r>
              <a:rPr lang="en-US" altLang="zh-TW" sz="4400" dirty="0">
                <a:solidFill>
                  <a:schemeClr val="tx1"/>
                </a:solidFill>
              </a:rPr>
              <a:t>(Brighten)</a:t>
            </a:r>
            <a:br>
              <a:rPr lang="zh-TW" altLang="en-US" sz="4400" dirty="0">
                <a:solidFill>
                  <a:schemeClr val="tx1"/>
                </a:solidFill>
              </a:rPr>
            </a:br>
            <a:endParaRPr lang="zh-TW" altLang="en-US" sz="4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E51E77-E35D-7D82-DD4D-2D99530BCECE}"/>
              </a:ext>
            </a:extLst>
          </p:cNvPr>
          <p:cNvSpPr/>
          <p:nvPr/>
        </p:nvSpPr>
        <p:spPr>
          <a:xfrm>
            <a:off x="10340060" y="4385661"/>
            <a:ext cx="3048000" cy="603504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sz="4400" dirty="0" err="1">
                <a:solidFill>
                  <a:schemeClr val="tx1"/>
                </a:solidFill>
              </a:rPr>
              <a:t>模糊</a:t>
            </a:r>
            <a:r>
              <a:rPr lang="zh-TW" altLang="en-US" sz="4400" dirty="0">
                <a:solidFill>
                  <a:schemeClr val="tx1"/>
                </a:solidFill>
              </a:rPr>
              <a:t>化</a:t>
            </a:r>
            <a:r>
              <a:rPr lang="en-US" sz="4400" dirty="0">
                <a:solidFill>
                  <a:schemeClr val="tx1"/>
                </a:solidFill>
              </a:rPr>
              <a:t>(Blur)</a:t>
            </a:r>
            <a:endParaRPr lang="en-US" sz="16600" b="1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665AA2-CD9E-3665-0C94-E15E86929A84}"/>
              </a:ext>
            </a:extLst>
          </p:cNvPr>
          <p:cNvSpPr/>
          <p:nvPr/>
        </p:nvSpPr>
        <p:spPr>
          <a:xfrm>
            <a:off x="1353869" y="12880284"/>
            <a:ext cx="8001003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原始圖像</a:t>
            </a:r>
            <a:endParaRPr sz="6000" dirty="0">
              <a:solidFill>
                <a:schemeClr val="tx1"/>
              </a:solidFill>
            </a:endParaRPr>
          </a:p>
        </p:txBody>
      </p:sp>
      <p:pic>
        <p:nvPicPr>
          <p:cNvPr id="14" name="Graphic 13" descr="Water">
            <a:extLst>
              <a:ext uri="{FF2B5EF4-FFF2-40B4-BE49-F238E27FC236}">
                <a16:creationId xmlns:a16="http://schemas.microsoft.com/office/drawing/2014/main" id="{707B3054-6C80-A028-85A1-64F5F9681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0060" y="4647601"/>
            <a:ext cx="3048000" cy="3048000"/>
          </a:xfrm>
          <a:prstGeom prst="rect">
            <a:avLst/>
          </a:pr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19C83C08-F1A3-A0B1-CBFA-10534C319CE9}"/>
              </a:ext>
            </a:extLst>
          </p:cNvPr>
          <p:cNvSpPr/>
          <p:nvPr/>
        </p:nvSpPr>
        <p:spPr>
          <a:xfrm>
            <a:off x="23557390" y="5092100"/>
            <a:ext cx="2095500" cy="215900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00E63148-A48B-A5EE-ADEF-45CE61C33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62" t="24748" r="1" b="22669"/>
          <a:stretch/>
        </p:blipFill>
        <p:spPr bwMode="auto">
          <a:xfrm>
            <a:off x="1366945" y="6227853"/>
            <a:ext cx="8014077" cy="6010557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CE607BC-3B98-9E09-FA1A-4F94A1097E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34100" y="4418688"/>
            <a:ext cx="8001000" cy="60325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6B5BA8-D0CB-80BB-A96B-03AE02C14E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5180" y="4418688"/>
            <a:ext cx="8001000" cy="60325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1" name="Graphic 20" descr="Dim (Medium Sun)">
            <a:extLst>
              <a:ext uri="{FF2B5EF4-FFF2-40B4-BE49-F238E27FC236}">
                <a16:creationId xmlns:a16="http://schemas.microsoft.com/office/drawing/2014/main" id="{ED63E513-59EB-ADC8-18C4-E930B209E0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13910" y="12238408"/>
            <a:ext cx="3048000" cy="3048000"/>
          </a:xfrm>
          <a:prstGeom prst="rect">
            <a:avLst/>
          </a:prstGeom>
        </p:spPr>
      </p:pic>
      <p:pic>
        <p:nvPicPr>
          <p:cNvPr id="22" name="Graphic 21" descr="Sunglasses">
            <a:extLst>
              <a:ext uri="{FF2B5EF4-FFF2-40B4-BE49-F238E27FC236}">
                <a16:creationId xmlns:a16="http://schemas.microsoft.com/office/drawing/2014/main" id="{7010DAA9-941E-767E-B4E4-CA992F14BE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081140" y="12238408"/>
            <a:ext cx="3048000" cy="304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3F9CD82-E324-A534-79DB-4045F43149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75180" y="11943441"/>
            <a:ext cx="8001000" cy="60325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F98219A-C0D6-15FA-4C08-1C3FF8839EF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34100" y="11943441"/>
            <a:ext cx="8001000" cy="6032500"/>
          </a:xfrm>
          <a:prstGeom prst="rect">
            <a:avLst/>
          </a:prstGeom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B45C99-57C0-919D-1E1E-06AD8495B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57609"/>
              </p:ext>
            </p:extLst>
          </p:nvPr>
        </p:nvGraphicFramePr>
        <p:xfrm>
          <a:off x="14320952" y="12068798"/>
          <a:ext cx="56252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8CBF78-6940-4443-1F05-B217D62BA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564472"/>
              </p:ext>
            </p:extLst>
          </p:nvPr>
        </p:nvGraphicFramePr>
        <p:xfrm>
          <a:off x="27103328" y="12068798"/>
          <a:ext cx="56252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0.5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3BF177-EEF8-E3DD-D122-A1B06D275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009113"/>
              </p:ext>
            </p:extLst>
          </p:nvPr>
        </p:nvGraphicFramePr>
        <p:xfrm>
          <a:off x="14322732" y="4510301"/>
          <a:ext cx="56252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.25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0A3FFC-46D4-FA53-4720-534C03922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857708"/>
              </p:ext>
            </p:extLst>
          </p:nvPr>
        </p:nvGraphicFramePr>
        <p:xfrm>
          <a:off x="27103328" y="4508374"/>
          <a:ext cx="56252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644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與卷積</a:t>
            </a:r>
            <a:r>
              <a:rPr dirty="0"/>
              <a:t>(Convolution)</a:t>
            </a:r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BE4242B0-1BBB-4B75-A0CD-99037FDEA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742182"/>
              </p:ext>
            </p:extLst>
          </p:nvPr>
        </p:nvGraphicFramePr>
        <p:xfrm>
          <a:off x="11051697" y="9134203"/>
          <a:ext cx="11676180" cy="87782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216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8687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38E6E95-8DF3-4930-885F-0A3549E4D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353857"/>
              </p:ext>
            </p:extLst>
          </p:nvPr>
        </p:nvGraphicFramePr>
        <p:xfrm>
          <a:off x="3098508" y="12056840"/>
          <a:ext cx="5625270" cy="43891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.25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1611D445-0D43-4945-9680-414E73DD2E2C}"/>
              </a:ext>
            </a:extLst>
          </p:cNvPr>
          <p:cNvSpPr/>
          <p:nvPr/>
        </p:nvSpPr>
        <p:spPr>
          <a:xfrm>
            <a:off x="11051697" y="5425223"/>
            <a:ext cx="11676180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原始圖像</a:t>
            </a:r>
            <a:endParaRPr sz="60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F5E77E-5566-4F0E-B7DC-61BA7B0F09C6}"/>
              </a:ext>
            </a:extLst>
          </p:cNvPr>
          <p:cNvSpPr/>
          <p:nvPr/>
        </p:nvSpPr>
        <p:spPr>
          <a:xfrm>
            <a:off x="3098508" y="5425223"/>
            <a:ext cx="5625270" cy="30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/>
              <a:t>模糊</a:t>
            </a:r>
            <a:r>
              <a:rPr lang="zh-TW" altLang="en-US" sz="6000" dirty="0"/>
              <a:t>化</a:t>
            </a:r>
            <a:r>
              <a:rPr sz="6000" dirty="0" err="1"/>
              <a:t>核心</a:t>
            </a:r>
            <a:r>
              <a:rPr sz="6000" dirty="0"/>
              <a:t>(Blur Kernel)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78D823-1113-4FF6-BEAE-378E43C5B115}"/>
                  </a:ext>
                </a:extLst>
              </p:cNvPr>
              <p:cNvSpPr txBox="1"/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106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78D823-1113-4FF6-BEAE-378E43C5B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C6051-C661-43C0-8C97-B4A16A730003}"/>
                  </a:ext>
                </a:extLst>
              </p:cNvPr>
              <p:cNvSpPr txBox="1"/>
              <p:nvPr/>
            </p:nvSpPr>
            <p:spPr>
              <a:xfrm>
                <a:off x="23442948" y="13340284"/>
                <a:ext cx="1203856" cy="1292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667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C6051-C661-43C0-8C97-B4A16A730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2948" y="13340284"/>
                <a:ext cx="1203856" cy="12925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2">
            <a:extLst>
              <a:ext uri="{FF2B5EF4-FFF2-40B4-BE49-F238E27FC236}">
                <a16:creationId xmlns:a16="http://schemas.microsoft.com/office/drawing/2014/main" id="{ADCAE3CC-2989-4751-A0D8-EC4193F73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301464"/>
              </p:ext>
            </p:extLst>
          </p:nvPr>
        </p:nvGraphicFramePr>
        <p:xfrm>
          <a:off x="25055797" y="9828333"/>
          <a:ext cx="7784120" cy="58521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8B19572-09C3-467C-BD54-9002142CF8B4}"/>
              </a:ext>
            </a:extLst>
          </p:cNvPr>
          <p:cNvSpPr/>
          <p:nvPr/>
        </p:nvSpPr>
        <p:spPr>
          <a:xfrm>
            <a:off x="25055797" y="5425223"/>
            <a:ext cx="7784120" cy="304800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卷積後的圖像</a:t>
            </a:r>
            <a:endParaRPr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53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與卷積</a:t>
            </a:r>
            <a:r>
              <a:rPr dirty="0"/>
              <a:t>(Convolution)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C6051-C661-43C0-8C97-B4A16A730003}"/>
                  </a:ext>
                </a:extLst>
              </p:cNvPr>
              <p:cNvSpPr txBox="1"/>
              <p:nvPr/>
            </p:nvSpPr>
            <p:spPr>
              <a:xfrm>
                <a:off x="23442948" y="13340284"/>
                <a:ext cx="1203856" cy="1292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667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C6051-C661-43C0-8C97-B4A16A730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2948" y="13340284"/>
                <a:ext cx="1203856" cy="12925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9C879AB7-7B10-AFCE-74B7-A08E297F2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209334"/>
              </p:ext>
            </p:extLst>
          </p:nvPr>
        </p:nvGraphicFramePr>
        <p:xfrm>
          <a:off x="11051697" y="9134203"/>
          <a:ext cx="11676180" cy="87782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216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868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E990EA-E045-8075-9DCC-2A2D71032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146745"/>
              </p:ext>
            </p:extLst>
          </p:nvPr>
        </p:nvGraphicFramePr>
        <p:xfrm>
          <a:off x="3098508" y="12056840"/>
          <a:ext cx="5625270" cy="43891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.25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46B917-C96F-178F-DD5B-F969B9BDDACB}"/>
                  </a:ext>
                </a:extLst>
              </p:cNvPr>
              <p:cNvSpPr txBox="1"/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106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46B917-C96F-178F-DD5B-F969B9BDD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12">
            <a:extLst>
              <a:ext uri="{FF2B5EF4-FFF2-40B4-BE49-F238E27FC236}">
                <a16:creationId xmlns:a16="http://schemas.microsoft.com/office/drawing/2014/main" id="{AFA29DC8-3E09-AF31-AF58-FD893F166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933514"/>
              </p:ext>
            </p:extLst>
          </p:nvPr>
        </p:nvGraphicFramePr>
        <p:xfrm>
          <a:off x="25055797" y="9828333"/>
          <a:ext cx="7784120" cy="58521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7209814-DB67-C891-BDCD-2465C466509B}"/>
              </a:ext>
            </a:extLst>
          </p:cNvPr>
          <p:cNvSpPr/>
          <p:nvPr/>
        </p:nvSpPr>
        <p:spPr>
          <a:xfrm>
            <a:off x="11051697" y="5425223"/>
            <a:ext cx="11676180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原始圖像</a:t>
            </a:r>
            <a:endParaRPr sz="60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2C8087-2C7E-B1A2-B5B6-94B2263DE7F8}"/>
              </a:ext>
            </a:extLst>
          </p:cNvPr>
          <p:cNvSpPr/>
          <p:nvPr/>
        </p:nvSpPr>
        <p:spPr>
          <a:xfrm>
            <a:off x="3098508" y="5425223"/>
            <a:ext cx="5625270" cy="30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/>
              <a:t>模糊</a:t>
            </a:r>
            <a:r>
              <a:rPr lang="zh-TW" altLang="en-US" sz="6000" dirty="0"/>
              <a:t>化</a:t>
            </a:r>
            <a:r>
              <a:rPr sz="6000" dirty="0" err="1"/>
              <a:t>核心</a:t>
            </a:r>
            <a:r>
              <a:rPr sz="6000" dirty="0"/>
              <a:t>(Blur Kernel)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E53C16-C8FB-56C3-7938-2694F5D0A823}"/>
              </a:ext>
            </a:extLst>
          </p:cNvPr>
          <p:cNvSpPr/>
          <p:nvPr/>
        </p:nvSpPr>
        <p:spPr>
          <a:xfrm>
            <a:off x="25055797" y="5425223"/>
            <a:ext cx="7784120" cy="304800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卷積後的圖像</a:t>
            </a:r>
            <a:endParaRPr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95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12">
            <a:extLst>
              <a:ext uri="{FF2B5EF4-FFF2-40B4-BE49-F238E27FC236}">
                <a16:creationId xmlns:a16="http://schemas.microsoft.com/office/drawing/2014/main" id="{42FFEA3A-9189-42B8-C345-0C3E8BEE7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847389"/>
              </p:ext>
            </p:extLst>
          </p:nvPr>
        </p:nvGraphicFramePr>
        <p:xfrm>
          <a:off x="11040812" y="9123318"/>
          <a:ext cx="11676180" cy="87782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216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86872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92BB4D0-E30A-1F41-7184-D3414BDEF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386502"/>
              </p:ext>
            </p:extLst>
          </p:nvPr>
        </p:nvGraphicFramePr>
        <p:xfrm>
          <a:off x="3087623" y="12045955"/>
          <a:ext cx="5625270" cy="43891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.25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C6051-C661-43C0-8C97-B4A16A730003}"/>
                  </a:ext>
                </a:extLst>
              </p:cNvPr>
              <p:cNvSpPr txBox="1"/>
              <p:nvPr/>
            </p:nvSpPr>
            <p:spPr>
              <a:xfrm>
                <a:off x="23442948" y="13340284"/>
                <a:ext cx="1203856" cy="1292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667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C6051-C661-43C0-8C97-B4A16A730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2948" y="13340284"/>
                <a:ext cx="1203856" cy="12925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266938-A201-4835-806B-78DDBD34E77E}"/>
              </a:ext>
            </a:extLst>
          </p:cNvPr>
          <p:cNvCxnSpPr>
            <a:cxnSpLocks/>
          </p:cNvCxnSpPr>
          <p:nvPr/>
        </p:nvCxnSpPr>
        <p:spPr>
          <a:xfrm flipV="1">
            <a:off x="4180115" y="10287000"/>
            <a:ext cx="7257143" cy="176984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1BBEB8-B6EA-4747-BB35-20AE8A8EFABF}"/>
              </a:ext>
            </a:extLst>
          </p:cNvPr>
          <p:cNvCxnSpPr>
            <a:cxnSpLocks/>
          </p:cNvCxnSpPr>
          <p:nvPr/>
        </p:nvCxnSpPr>
        <p:spPr>
          <a:xfrm flipV="1">
            <a:off x="6248409" y="10287000"/>
            <a:ext cx="7257143" cy="176984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78C165-12B1-4850-8864-B0A026513C00}"/>
              </a:ext>
            </a:extLst>
          </p:cNvPr>
          <p:cNvCxnSpPr>
            <a:cxnSpLocks/>
          </p:cNvCxnSpPr>
          <p:nvPr/>
        </p:nvCxnSpPr>
        <p:spPr>
          <a:xfrm flipV="1">
            <a:off x="8316702" y="10287000"/>
            <a:ext cx="7257143" cy="176984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2426AD9-5164-4E70-8D7D-8A397C855F20}"/>
              </a:ext>
            </a:extLst>
          </p:cNvPr>
          <p:cNvCxnSpPr>
            <a:cxnSpLocks/>
          </p:cNvCxnSpPr>
          <p:nvPr/>
        </p:nvCxnSpPr>
        <p:spPr>
          <a:xfrm flipV="1">
            <a:off x="4252699" y="11636839"/>
            <a:ext cx="7257143" cy="176984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D69802-4791-4AFD-95CE-2BA8B1A47358}"/>
              </a:ext>
            </a:extLst>
          </p:cNvPr>
          <p:cNvCxnSpPr>
            <a:cxnSpLocks/>
          </p:cNvCxnSpPr>
          <p:nvPr/>
        </p:nvCxnSpPr>
        <p:spPr>
          <a:xfrm flipV="1">
            <a:off x="6320992" y="11636839"/>
            <a:ext cx="7257143" cy="176984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640A2B-0E2D-44CA-BF3B-D2488B741B25}"/>
              </a:ext>
            </a:extLst>
          </p:cNvPr>
          <p:cNvCxnSpPr>
            <a:cxnSpLocks/>
          </p:cNvCxnSpPr>
          <p:nvPr/>
        </p:nvCxnSpPr>
        <p:spPr>
          <a:xfrm flipV="1">
            <a:off x="8389285" y="11636839"/>
            <a:ext cx="7257143" cy="176984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21FD4D8-F37C-45FB-9620-F0C6DEECC07D}"/>
              </a:ext>
            </a:extLst>
          </p:cNvPr>
          <p:cNvCxnSpPr>
            <a:cxnSpLocks/>
          </p:cNvCxnSpPr>
          <p:nvPr/>
        </p:nvCxnSpPr>
        <p:spPr>
          <a:xfrm flipV="1">
            <a:off x="4455875" y="13175356"/>
            <a:ext cx="7257143" cy="176984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DF27BD-EBBC-4449-83D5-CB20B538622E}"/>
              </a:ext>
            </a:extLst>
          </p:cNvPr>
          <p:cNvCxnSpPr>
            <a:cxnSpLocks/>
          </p:cNvCxnSpPr>
          <p:nvPr/>
        </p:nvCxnSpPr>
        <p:spPr>
          <a:xfrm flipV="1">
            <a:off x="6524169" y="13175356"/>
            <a:ext cx="7257143" cy="176984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FF79467-5E45-4036-BCAE-89FEA924088A}"/>
              </a:ext>
            </a:extLst>
          </p:cNvPr>
          <p:cNvCxnSpPr>
            <a:cxnSpLocks/>
          </p:cNvCxnSpPr>
          <p:nvPr/>
        </p:nvCxnSpPr>
        <p:spPr>
          <a:xfrm flipV="1">
            <a:off x="8592462" y="13175356"/>
            <a:ext cx="7257143" cy="176984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859CDC5-8730-40EC-B3E1-5205E4BAF125}"/>
              </a:ext>
            </a:extLst>
          </p:cNvPr>
          <p:cNvSpPr txBox="1"/>
          <p:nvPr/>
        </p:nvSpPr>
        <p:spPr>
          <a:xfrm rot="20753442">
            <a:off x="5045553" y="9384967"/>
            <a:ext cx="4112700" cy="1588127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6000" dirty="0" err="1">
                <a:solidFill>
                  <a:schemeClr val="tx1"/>
                </a:solidFill>
              </a:rPr>
              <a:t>相乘</a:t>
            </a:r>
            <a:br>
              <a:rPr sz="6000" dirty="0">
                <a:solidFill>
                  <a:schemeClr val="tx1"/>
                </a:solidFill>
              </a:rPr>
            </a:br>
            <a:r>
              <a:rPr lang="en-US" altLang="zh-TW" sz="4400" dirty="0">
                <a:solidFill>
                  <a:schemeClr val="tx1"/>
                </a:solidFill>
              </a:rPr>
              <a:t>(</a:t>
            </a:r>
            <a:r>
              <a:rPr lang="en-US" sz="4400" dirty="0">
                <a:solidFill>
                  <a:schemeClr val="tx1"/>
                </a:solidFill>
              </a:rPr>
              <a:t>Multiply</a:t>
            </a:r>
            <a:r>
              <a:rPr lang="en-US" altLang="zh-TW" sz="4400" dirty="0">
                <a:solidFill>
                  <a:schemeClr val="tx1"/>
                </a:solidFill>
              </a:rPr>
              <a:t>)</a:t>
            </a:r>
            <a:endParaRPr sz="6000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86333F94-B6A0-FD76-5B44-651A227F2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72627"/>
              </p:ext>
            </p:extLst>
          </p:nvPr>
        </p:nvGraphicFramePr>
        <p:xfrm>
          <a:off x="25055797" y="9828333"/>
          <a:ext cx="7784120" cy="58521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E3F871-FD08-4250-EC5C-329AFF607D8C}"/>
                  </a:ext>
                </a:extLst>
              </p:cNvPr>
              <p:cNvSpPr txBox="1"/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106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E3F871-FD08-4250-EC5C-329AFF607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DEA44023-858F-2A7A-03D2-8DDDAF4F0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與卷積</a:t>
            </a:r>
            <a:r>
              <a:rPr dirty="0"/>
              <a:t>(Convolution)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93631-613B-D624-D3E4-0B2F04BCE0E2}"/>
              </a:ext>
            </a:extLst>
          </p:cNvPr>
          <p:cNvSpPr/>
          <p:nvPr/>
        </p:nvSpPr>
        <p:spPr>
          <a:xfrm>
            <a:off x="11051697" y="5425223"/>
            <a:ext cx="11676180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原始圖像</a:t>
            </a:r>
            <a:endParaRPr sz="6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AD32F6-7ADA-073F-0184-76C2E3651F12}"/>
              </a:ext>
            </a:extLst>
          </p:cNvPr>
          <p:cNvSpPr/>
          <p:nvPr/>
        </p:nvSpPr>
        <p:spPr>
          <a:xfrm>
            <a:off x="3098508" y="5425223"/>
            <a:ext cx="5625270" cy="30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/>
              <a:t>模糊</a:t>
            </a:r>
            <a:r>
              <a:rPr lang="zh-TW" altLang="en-US" sz="6000" dirty="0"/>
              <a:t>化</a:t>
            </a:r>
            <a:r>
              <a:rPr sz="6000" dirty="0" err="1"/>
              <a:t>核心</a:t>
            </a:r>
            <a:r>
              <a:rPr sz="6000" dirty="0"/>
              <a:t>(Blur Kernel)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981D3-776D-BAA5-32D7-67BF967C149B}"/>
              </a:ext>
            </a:extLst>
          </p:cNvPr>
          <p:cNvSpPr/>
          <p:nvPr/>
        </p:nvSpPr>
        <p:spPr>
          <a:xfrm>
            <a:off x="25055797" y="5425223"/>
            <a:ext cx="7784120" cy="304800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卷積後的圖像</a:t>
            </a:r>
            <a:endParaRPr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35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9DAE3E-ACA3-97B4-26CE-0ECBB817DECC}"/>
                  </a:ext>
                </a:extLst>
              </p:cNvPr>
              <p:cNvSpPr txBox="1"/>
              <p:nvPr/>
            </p:nvSpPr>
            <p:spPr>
              <a:xfrm>
                <a:off x="23442948" y="13340284"/>
                <a:ext cx="1203856" cy="1292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667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9DAE3E-ACA3-97B4-26CE-0ECBB817D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2948" y="13340284"/>
                <a:ext cx="1203856" cy="12925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E548923F-5265-B70F-5404-D8828D0DE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571419"/>
              </p:ext>
            </p:extLst>
          </p:nvPr>
        </p:nvGraphicFramePr>
        <p:xfrm>
          <a:off x="11051697" y="9134203"/>
          <a:ext cx="11676180" cy="87782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216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8687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8CC1A1-5B4B-48BD-5077-B6DCFBF4F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263958"/>
              </p:ext>
            </p:extLst>
          </p:nvPr>
        </p:nvGraphicFramePr>
        <p:xfrm>
          <a:off x="3098508" y="12056840"/>
          <a:ext cx="5625270" cy="43891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.25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7BC140-B1EA-FAF2-00CF-870176BB7CA1}"/>
                  </a:ext>
                </a:extLst>
              </p:cNvPr>
              <p:cNvSpPr txBox="1"/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106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7BC140-B1EA-FAF2-00CF-870176BB7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5B213484-9DAA-1936-5736-869B8085D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870613"/>
              </p:ext>
            </p:extLst>
          </p:nvPr>
        </p:nvGraphicFramePr>
        <p:xfrm>
          <a:off x="25055797" y="9828333"/>
          <a:ext cx="7784120" cy="58521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.56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3A4AE6-71F7-4601-BD86-7CC34DA0A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14612"/>
              </p:ext>
            </p:extLst>
          </p:nvPr>
        </p:nvGraphicFramePr>
        <p:xfrm>
          <a:off x="11065401" y="9167481"/>
          <a:ext cx="5625270" cy="43891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 anchor="ctr">
                    <a:lnL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.25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0ED838D-FED4-4DB1-A875-160B543AE7D0}"/>
              </a:ext>
            </a:extLst>
          </p:cNvPr>
          <p:cNvCxnSpPr>
            <a:cxnSpLocks/>
          </p:cNvCxnSpPr>
          <p:nvPr/>
        </p:nvCxnSpPr>
        <p:spPr>
          <a:xfrm>
            <a:off x="16889787" y="9134203"/>
            <a:ext cx="8166011" cy="694132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FC1234-0036-4769-A388-6FA4BDC18CFD}"/>
              </a:ext>
            </a:extLst>
          </p:cNvPr>
          <p:cNvCxnSpPr>
            <a:cxnSpLocks/>
          </p:cNvCxnSpPr>
          <p:nvPr/>
        </p:nvCxnSpPr>
        <p:spPr>
          <a:xfrm flipV="1">
            <a:off x="16690671" y="11279078"/>
            <a:ext cx="8365127" cy="2277523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D29269-DF1B-4F8C-B1B3-8AFE8A51A33A}"/>
              </a:ext>
            </a:extLst>
          </p:cNvPr>
          <p:cNvSpPr txBox="1"/>
          <p:nvPr/>
        </p:nvSpPr>
        <p:spPr>
          <a:xfrm>
            <a:off x="16889787" y="10817414"/>
            <a:ext cx="4112700" cy="923330"/>
          </a:xfrm>
          <a:prstGeom prst="rect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6000" b="1" dirty="0" err="1">
                <a:solidFill>
                  <a:schemeClr val="tx1"/>
                </a:solidFill>
              </a:rPr>
              <a:t>總和</a:t>
            </a:r>
            <a:endParaRPr sz="6000" b="1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C828975-8CA2-E071-A6CA-FAEE0DC6A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與卷積</a:t>
            </a:r>
            <a:r>
              <a:rPr dirty="0"/>
              <a:t>(Convolution)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B79406-19BB-6B66-2DC5-7B675989DA75}"/>
              </a:ext>
            </a:extLst>
          </p:cNvPr>
          <p:cNvSpPr/>
          <p:nvPr/>
        </p:nvSpPr>
        <p:spPr>
          <a:xfrm>
            <a:off x="11051697" y="5425223"/>
            <a:ext cx="11676180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原始圖像</a:t>
            </a:r>
            <a:endParaRPr sz="60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081248-CB83-043E-D70B-68DDAAD25E22}"/>
              </a:ext>
            </a:extLst>
          </p:cNvPr>
          <p:cNvSpPr/>
          <p:nvPr/>
        </p:nvSpPr>
        <p:spPr>
          <a:xfrm>
            <a:off x="3098508" y="5425223"/>
            <a:ext cx="5625270" cy="30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/>
              <a:t>模糊</a:t>
            </a:r>
            <a:r>
              <a:rPr lang="zh-TW" altLang="en-US" sz="6000" dirty="0"/>
              <a:t>化</a:t>
            </a:r>
            <a:r>
              <a:rPr sz="6000" dirty="0" err="1"/>
              <a:t>核心</a:t>
            </a:r>
            <a:r>
              <a:rPr sz="6000" dirty="0"/>
              <a:t>(Blur Kernel)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E679FE-FF06-1FFD-BF2F-0704147279C6}"/>
              </a:ext>
            </a:extLst>
          </p:cNvPr>
          <p:cNvSpPr/>
          <p:nvPr/>
        </p:nvSpPr>
        <p:spPr>
          <a:xfrm>
            <a:off x="25055797" y="5425223"/>
            <a:ext cx="7784120" cy="304800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卷積後的圖像</a:t>
            </a:r>
            <a:endParaRPr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73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9DBFDC19-B56F-35F1-522A-5E8639858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47009"/>
              </p:ext>
            </p:extLst>
          </p:nvPr>
        </p:nvGraphicFramePr>
        <p:xfrm>
          <a:off x="11051697" y="9134203"/>
          <a:ext cx="11676180" cy="87782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216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868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C6051-C661-43C0-8C97-B4A16A730003}"/>
                  </a:ext>
                </a:extLst>
              </p:cNvPr>
              <p:cNvSpPr txBox="1"/>
              <p:nvPr/>
            </p:nvSpPr>
            <p:spPr>
              <a:xfrm>
                <a:off x="23442948" y="13340284"/>
                <a:ext cx="1203856" cy="1292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667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C6051-C661-43C0-8C97-B4A16A730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2948" y="13340284"/>
                <a:ext cx="1203856" cy="12925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12">
            <a:extLst>
              <a:ext uri="{FF2B5EF4-FFF2-40B4-BE49-F238E27FC236}">
                <a16:creationId xmlns:a16="http://schemas.microsoft.com/office/drawing/2014/main" id="{E4F673EE-C251-454D-BBD2-551779870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439746"/>
              </p:ext>
            </p:extLst>
          </p:nvPr>
        </p:nvGraphicFramePr>
        <p:xfrm>
          <a:off x="25055797" y="9828333"/>
          <a:ext cx="7784120" cy="58521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.56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1" dirty="0">
                          <a:solidFill>
                            <a:schemeClr val="bg1"/>
                          </a:solidFill>
                        </a:rPr>
                        <a:t>.57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tx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0" dirty="0">
                        <a:solidFill>
                          <a:schemeClr val="bg1"/>
                        </a:solidFill>
                      </a:endParaRP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3A4AE6-71F7-4601-BD86-7CC34DA0A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403527"/>
              </p:ext>
            </p:extLst>
          </p:nvPr>
        </p:nvGraphicFramePr>
        <p:xfrm>
          <a:off x="13105542" y="9210368"/>
          <a:ext cx="5625270" cy="43891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 anchor="ctr">
                    <a:lnL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 anchor="ctr">
                    <a:lnL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F0325D-AE14-D74B-19E4-694672F5D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475009"/>
              </p:ext>
            </p:extLst>
          </p:nvPr>
        </p:nvGraphicFramePr>
        <p:xfrm>
          <a:off x="3098508" y="12056840"/>
          <a:ext cx="5625270" cy="43891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.25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4E8473-D69C-F735-0D60-BD80B42A8479}"/>
                  </a:ext>
                </a:extLst>
              </p:cNvPr>
              <p:cNvSpPr txBox="1"/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106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4E8473-D69C-F735-0D60-BD80B42A8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D4FA48F6-A1B3-94F4-9E82-B23FFA37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與卷積</a:t>
            </a:r>
            <a:r>
              <a:rPr dirty="0"/>
              <a:t>(Convolution)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8AF7D5-3D7F-9F5D-4376-40CEDB4765E6}"/>
              </a:ext>
            </a:extLst>
          </p:cNvPr>
          <p:cNvSpPr/>
          <p:nvPr/>
        </p:nvSpPr>
        <p:spPr>
          <a:xfrm>
            <a:off x="11051697" y="5425223"/>
            <a:ext cx="11676180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原始圖像</a:t>
            </a:r>
            <a:endParaRPr sz="6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144C23-AB5F-09E6-1913-5EB713C14A9A}"/>
              </a:ext>
            </a:extLst>
          </p:cNvPr>
          <p:cNvSpPr/>
          <p:nvPr/>
        </p:nvSpPr>
        <p:spPr>
          <a:xfrm>
            <a:off x="3098508" y="5425223"/>
            <a:ext cx="5625270" cy="30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/>
              <a:t>模糊</a:t>
            </a:r>
            <a:r>
              <a:rPr lang="zh-TW" altLang="en-US" sz="6000" dirty="0"/>
              <a:t>化</a:t>
            </a:r>
            <a:r>
              <a:rPr sz="6000" dirty="0" err="1"/>
              <a:t>核心</a:t>
            </a:r>
            <a:r>
              <a:rPr sz="6000" dirty="0"/>
              <a:t>(Blur Kernel)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D9FB6A-A8FD-52FB-E1C8-7FFECAE77FDF}"/>
              </a:ext>
            </a:extLst>
          </p:cNvPr>
          <p:cNvSpPr/>
          <p:nvPr/>
        </p:nvSpPr>
        <p:spPr>
          <a:xfrm>
            <a:off x="25055797" y="5425223"/>
            <a:ext cx="7784120" cy="304800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卷積後的圖像</a:t>
            </a:r>
            <a:endParaRPr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49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BE4242B0-1BBB-4B75-A0CD-99037FDEA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661099"/>
              </p:ext>
            </p:extLst>
          </p:nvPr>
        </p:nvGraphicFramePr>
        <p:xfrm>
          <a:off x="11051697" y="9134203"/>
          <a:ext cx="11676180" cy="877824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216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8687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C6051-C661-43C0-8C97-B4A16A730003}"/>
                  </a:ext>
                </a:extLst>
              </p:cNvPr>
              <p:cNvSpPr txBox="1"/>
              <p:nvPr/>
            </p:nvSpPr>
            <p:spPr>
              <a:xfrm>
                <a:off x="23417301" y="13340284"/>
                <a:ext cx="1255152" cy="1292598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 defTabSz="1523985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333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0667">
                  <a:solidFill>
                    <a:srgbClr val="000000"/>
                  </a:solidFill>
                  <a:latin typeface="Trebuchet MS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C6051-C661-43C0-8C97-B4A16A730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7301" y="13340284"/>
                <a:ext cx="1255152" cy="12925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2">
            <a:extLst>
              <a:ext uri="{FF2B5EF4-FFF2-40B4-BE49-F238E27FC236}">
                <a16:creationId xmlns:a16="http://schemas.microsoft.com/office/drawing/2014/main" id="{ADCAE3CC-2989-4751-A0D8-EC4193F73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865780"/>
              </p:ext>
            </p:extLst>
          </p:nvPr>
        </p:nvGraphicFramePr>
        <p:xfrm>
          <a:off x="25055797" y="9828333"/>
          <a:ext cx="7784120" cy="58521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.56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.57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.57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.56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.7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.82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.82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.7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.69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.95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.95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.69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.64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.69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.69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.64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A02904-2BF2-1CEA-D4AF-D7FFC13E0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475009"/>
              </p:ext>
            </p:extLst>
          </p:nvPr>
        </p:nvGraphicFramePr>
        <p:xfrm>
          <a:off x="3098508" y="12056840"/>
          <a:ext cx="5625270" cy="43891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.25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.13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.06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D45BCD-BAED-5566-070C-DDB6AB8A59C5}"/>
                  </a:ext>
                </a:extLst>
              </p:cNvPr>
              <p:cNvSpPr txBox="1"/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333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10667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D45BCD-BAED-5566-070C-DDB6AB8A5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724" y="13063285"/>
                <a:ext cx="1266372" cy="18465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59A59DD5-2A34-A1B9-A354-4973CC3E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與卷積</a:t>
            </a:r>
            <a:r>
              <a:rPr dirty="0"/>
              <a:t>(Convolution)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3CF7A2-A4FA-CAAD-A920-916E92808214}"/>
              </a:ext>
            </a:extLst>
          </p:cNvPr>
          <p:cNvSpPr/>
          <p:nvPr/>
        </p:nvSpPr>
        <p:spPr>
          <a:xfrm>
            <a:off x="11051697" y="5425223"/>
            <a:ext cx="11676180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原始圖像</a:t>
            </a:r>
            <a:endParaRPr sz="6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F78645-366B-6C0B-386F-E628909D3D77}"/>
              </a:ext>
            </a:extLst>
          </p:cNvPr>
          <p:cNvSpPr/>
          <p:nvPr/>
        </p:nvSpPr>
        <p:spPr>
          <a:xfrm>
            <a:off x="3098508" y="5425223"/>
            <a:ext cx="5625270" cy="304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/>
              <a:t>模糊</a:t>
            </a:r>
            <a:r>
              <a:rPr lang="zh-TW" altLang="en-US" sz="6000" dirty="0"/>
              <a:t>化</a:t>
            </a:r>
            <a:r>
              <a:rPr sz="6000" dirty="0" err="1"/>
              <a:t>核心</a:t>
            </a:r>
            <a:r>
              <a:rPr sz="6000" dirty="0"/>
              <a:t>(Blur Kernel)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244A70-C9CD-DF01-B407-953C189D8169}"/>
              </a:ext>
            </a:extLst>
          </p:cNvPr>
          <p:cNvSpPr/>
          <p:nvPr/>
        </p:nvSpPr>
        <p:spPr>
          <a:xfrm>
            <a:off x="25055797" y="5425223"/>
            <a:ext cx="7784120" cy="304800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卷積後的圖像</a:t>
            </a:r>
            <a:endParaRPr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96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BE4242B0-1BBB-4B75-A0CD-99037FDEA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817766"/>
              </p:ext>
            </p:extLst>
          </p:nvPr>
        </p:nvGraphicFramePr>
        <p:xfrm>
          <a:off x="7533847" y="4331537"/>
          <a:ext cx="11676180" cy="43891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</a:tbl>
          </a:graphicData>
        </a:graphic>
      </p:graphicFrame>
      <p:graphicFrame>
        <p:nvGraphicFramePr>
          <p:cNvPr id="6" name="Table 12">
            <a:extLst>
              <a:ext uri="{FF2B5EF4-FFF2-40B4-BE49-F238E27FC236}">
                <a16:creationId xmlns:a16="http://schemas.microsoft.com/office/drawing/2014/main" id="{680FB274-7C94-4A0C-BBC2-F2A9E83A0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314502"/>
              </p:ext>
            </p:extLst>
          </p:nvPr>
        </p:nvGraphicFramePr>
        <p:xfrm>
          <a:off x="7533847" y="14923120"/>
          <a:ext cx="11676180" cy="43891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步長</a:t>
            </a:r>
            <a:r>
              <a:rPr dirty="0"/>
              <a:t>(Stride)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11D445-0D43-4945-9680-414E73DD2E2C}"/>
              </a:ext>
            </a:extLst>
          </p:cNvPr>
          <p:cNvSpPr/>
          <p:nvPr/>
        </p:nvSpPr>
        <p:spPr>
          <a:xfrm>
            <a:off x="1722500" y="4319019"/>
            <a:ext cx="4768873" cy="438912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sz="5400" b="1" dirty="0" err="1">
                <a:solidFill>
                  <a:schemeClr val="tx1"/>
                </a:solidFill>
              </a:rPr>
              <a:t>步長</a:t>
            </a:r>
            <a:r>
              <a:rPr sz="5400" b="1" dirty="0">
                <a:solidFill>
                  <a:schemeClr val="tx1"/>
                </a:solidFill>
              </a:rPr>
              <a:t>(Stride) 1</a:t>
            </a:r>
            <a:br>
              <a:rPr sz="5400" b="1" dirty="0">
                <a:solidFill>
                  <a:schemeClr val="tx1"/>
                </a:solidFill>
              </a:rPr>
            </a:br>
            <a:endParaRPr sz="54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2">
            <a:extLst>
              <a:ext uri="{FF2B5EF4-FFF2-40B4-BE49-F238E27FC236}">
                <a16:creationId xmlns:a16="http://schemas.microsoft.com/office/drawing/2014/main" id="{ADCAE3CC-2989-4751-A0D8-EC4193F73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811977"/>
              </p:ext>
            </p:extLst>
          </p:nvPr>
        </p:nvGraphicFramePr>
        <p:xfrm>
          <a:off x="25832820" y="11226000"/>
          <a:ext cx="3892060" cy="1463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.56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.57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EACD2B0-C088-4C8C-BCCC-8E3734543B1A}"/>
              </a:ext>
            </a:extLst>
          </p:cNvPr>
          <p:cNvSpPr/>
          <p:nvPr/>
        </p:nvSpPr>
        <p:spPr>
          <a:xfrm>
            <a:off x="1722500" y="9608546"/>
            <a:ext cx="4768873" cy="438912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sz="5400" b="1" dirty="0" err="1">
                <a:solidFill>
                  <a:schemeClr val="tx1"/>
                </a:solidFill>
              </a:rPr>
              <a:t>步長</a:t>
            </a:r>
            <a:r>
              <a:rPr sz="5400" b="1" dirty="0">
                <a:solidFill>
                  <a:schemeClr val="tx1"/>
                </a:solidFill>
              </a:rPr>
              <a:t>(Stride) 2</a:t>
            </a:r>
            <a:br>
              <a:rPr sz="5400" b="1" dirty="0">
                <a:solidFill>
                  <a:schemeClr val="tx1"/>
                </a:solidFill>
              </a:rPr>
            </a:br>
            <a:endParaRPr sz="54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9C54D-8FF3-4677-9604-BE319CBE08B6}"/>
              </a:ext>
            </a:extLst>
          </p:cNvPr>
          <p:cNvSpPr/>
          <p:nvPr/>
        </p:nvSpPr>
        <p:spPr>
          <a:xfrm>
            <a:off x="1722500" y="14910603"/>
            <a:ext cx="4768873" cy="4401638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sz="5400" b="1" dirty="0" err="1">
                <a:solidFill>
                  <a:schemeClr val="tx1"/>
                </a:solidFill>
              </a:rPr>
              <a:t>步長</a:t>
            </a:r>
            <a:r>
              <a:rPr sz="5400" b="1" dirty="0">
                <a:solidFill>
                  <a:schemeClr val="tx1"/>
                </a:solidFill>
              </a:rPr>
              <a:t>(Stride) 3</a:t>
            </a:r>
            <a:br>
              <a:rPr sz="5400" b="1" dirty="0">
                <a:solidFill>
                  <a:schemeClr val="tx1"/>
                </a:solidFill>
              </a:rPr>
            </a:br>
            <a:endParaRPr sz="5400" b="1" dirty="0">
              <a:solidFill>
                <a:schemeClr val="tx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1748016-8FD3-4489-B50C-B3293722A979}"/>
              </a:ext>
            </a:extLst>
          </p:cNvPr>
          <p:cNvSpPr/>
          <p:nvPr/>
        </p:nvSpPr>
        <p:spPr>
          <a:xfrm>
            <a:off x="20784457" y="5550187"/>
            <a:ext cx="3425373" cy="2374613"/>
          </a:xfrm>
          <a:prstGeom prst="rightArrow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FF0A2383-154B-4BFE-AF6E-9CEAEA4A6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526069"/>
              </p:ext>
            </p:extLst>
          </p:nvPr>
        </p:nvGraphicFramePr>
        <p:xfrm>
          <a:off x="25784260" y="5928763"/>
          <a:ext cx="7784120" cy="1463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.56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.57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.57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.56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75A11B05-ED0D-45B6-985B-EECEFFE43F6F}"/>
              </a:ext>
            </a:extLst>
          </p:cNvPr>
          <p:cNvSpPr/>
          <p:nvPr/>
        </p:nvSpPr>
        <p:spPr>
          <a:xfrm>
            <a:off x="20808737" y="10847424"/>
            <a:ext cx="3425373" cy="2374613"/>
          </a:xfrm>
          <a:prstGeom prst="rightArrow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EC14298-D56F-4E03-8908-C6D4039EA183}"/>
              </a:ext>
            </a:extLst>
          </p:cNvPr>
          <p:cNvSpPr/>
          <p:nvPr/>
        </p:nvSpPr>
        <p:spPr>
          <a:xfrm>
            <a:off x="20784457" y="16149480"/>
            <a:ext cx="3425373" cy="2374613"/>
          </a:xfrm>
          <a:prstGeom prst="rightArrow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p:graphicFrame>
        <p:nvGraphicFramePr>
          <p:cNvPr id="27" name="Table 12">
            <a:extLst>
              <a:ext uri="{FF2B5EF4-FFF2-40B4-BE49-F238E27FC236}">
                <a16:creationId xmlns:a16="http://schemas.microsoft.com/office/drawing/2014/main" id="{D2371A67-48FA-444B-940E-8F885606D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672613"/>
              </p:ext>
            </p:extLst>
          </p:nvPr>
        </p:nvGraphicFramePr>
        <p:xfrm>
          <a:off x="25832820" y="16523237"/>
          <a:ext cx="3892060" cy="1463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.56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.56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</a:tbl>
          </a:graphicData>
        </a:graphic>
      </p:graphicFrame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082512F1-03FD-0202-734E-AC0032406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299028"/>
              </p:ext>
            </p:extLst>
          </p:nvPr>
        </p:nvGraphicFramePr>
        <p:xfrm>
          <a:off x="7533847" y="9621063"/>
          <a:ext cx="11676180" cy="43891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946030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946030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42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A0CD-0A56-B9CF-B779-FAFBD1C6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填充</a:t>
            </a:r>
            <a:r>
              <a:rPr dirty="0"/>
              <a:t>(Padding)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3EED7A-A48C-48B1-9E84-A9FAD04C54A6}"/>
              </a:ext>
            </a:extLst>
          </p:cNvPr>
          <p:cNvSpPr/>
          <p:nvPr/>
        </p:nvSpPr>
        <p:spPr>
          <a:xfrm>
            <a:off x="4113870" y="3574707"/>
            <a:ext cx="11676180" cy="1708493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原始圖像</a:t>
            </a:r>
            <a:endParaRPr sz="6000" dirty="0">
              <a:solidFill>
                <a:schemeClr val="tx1"/>
              </a:solidFill>
            </a:endParaRPr>
          </a:p>
        </p:txBody>
      </p:sp>
      <p:graphicFrame>
        <p:nvGraphicFramePr>
          <p:cNvPr id="35" name="Table 12">
            <a:extLst>
              <a:ext uri="{FF2B5EF4-FFF2-40B4-BE49-F238E27FC236}">
                <a16:creationId xmlns:a16="http://schemas.microsoft.com/office/drawing/2014/main" id="{00B8F273-1736-4E2E-B7B2-A52CC7968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438833"/>
              </p:ext>
            </p:extLst>
          </p:nvPr>
        </p:nvGraphicFramePr>
        <p:xfrm>
          <a:off x="19107120" y="6441860"/>
          <a:ext cx="11676184" cy="11704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59523">
                  <a:extLst>
                    <a:ext uri="{9D8B030D-6E8A-4147-A177-3AD203B41FA5}">
                      <a16:colId xmlns:a16="http://schemas.microsoft.com/office/drawing/2014/main" val="3380693492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3400768079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6486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216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8687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25993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AAC57F45-FEFB-44CA-A701-D7EC616E7C94}"/>
              </a:ext>
            </a:extLst>
          </p:cNvPr>
          <p:cNvSpPr/>
          <p:nvPr/>
        </p:nvSpPr>
        <p:spPr>
          <a:xfrm>
            <a:off x="19107127" y="3574707"/>
            <a:ext cx="11676180" cy="1708493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零填充</a:t>
            </a:r>
            <a:r>
              <a:rPr sz="6000" dirty="0">
                <a:solidFill>
                  <a:schemeClr val="tx1"/>
                </a:solidFill>
              </a:rPr>
              <a:t>(Zero Padding)</a:t>
            </a:r>
          </a:p>
        </p:txBody>
      </p:sp>
      <p:graphicFrame>
        <p:nvGraphicFramePr>
          <p:cNvPr id="16" name="Table 12">
            <a:extLst>
              <a:ext uri="{FF2B5EF4-FFF2-40B4-BE49-F238E27FC236}">
                <a16:creationId xmlns:a16="http://schemas.microsoft.com/office/drawing/2014/main" id="{A7544019-8D82-458F-8D43-ED5E9D349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654956"/>
              </p:ext>
            </p:extLst>
          </p:nvPr>
        </p:nvGraphicFramePr>
        <p:xfrm>
          <a:off x="5282827" y="8059320"/>
          <a:ext cx="8767002" cy="8778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61167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461167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461167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461167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461167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461167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216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86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84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43EED7A-A48C-48B1-9E84-A9FAD04C54A6}"/>
              </a:ext>
            </a:extLst>
          </p:cNvPr>
          <p:cNvSpPr/>
          <p:nvPr/>
        </p:nvSpPr>
        <p:spPr>
          <a:xfrm>
            <a:off x="4113870" y="3574707"/>
            <a:ext cx="11676180" cy="1708493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原始圖像</a:t>
            </a:r>
            <a:endParaRPr sz="6000" dirty="0">
              <a:solidFill>
                <a:schemeClr val="tx1"/>
              </a:solidFill>
            </a:endParaRPr>
          </a:p>
        </p:txBody>
      </p:sp>
      <p:graphicFrame>
        <p:nvGraphicFramePr>
          <p:cNvPr id="35" name="Table 12">
            <a:extLst>
              <a:ext uri="{FF2B5EF4-FFF2-40B4-BE49-F238E27FC236}">
                <a16:creationId xmlns:a16="http://schemas.microsoft.com/office/drawing/2014/main" id="{00B8F273-1736-4E2E-B7B2-A52CC7968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885179"/>
              </p:ext>
            </p:extLst>
          </p:nvPr>
        </p:nvGraphicFramePr>
        <p:xfrm>
          <a:off x="19107120" y="6441860"/>
          <a:ext cx="11676184" cy="11704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59523">
                  <a:extLst>
                    <a:ext uri="{9D8B030D-6E8A-4147-A177-3AD203B41FA5}">
                      <a16:colId xmlns:a16="http://schemas.microsoft.com/office/drawing/2014/main" val="3380693492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  <a:gridCol w="1459523">
                  <a:extLst>
                    <a:ext uri="{9D8B030D-6E8A-4147-A177-3AD203B41FA5}">
                      <a16:colId xmlns:a16="http://schemas.microsoft.com/office/drawing/2014/main" val="3400768079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6486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216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86872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325993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AAC57F45-FEFB-44CA-A701-D7EC616E7C94}"/>
              </a:ext>
            </a:extLst>
          </p:cNvPr>
          <p:cNvSpPr/>
          <p:nvPr/>
        </p:nvSpPr>
        <p:spPr>
          <a:xfrm>
            <a:off x="19107127" y="3574707"/>
            <a:ext cx="11676180" cy="1708493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000" dirty="0" err="1">
                <a:solidFill>
                  <a:schemeClr val="tx1"/>
                </a:solidFill>
              </a:rPr>
              <a:t>鏡像填充</a:t>
            </a:r>
            <a:br>
              <a:rPr lang="en-US" sz="6000" dirty="0">
                <a:solidFill>
                  <a:schemeClr val="tx1"/>
                </a:solidFill>
              </a:rPr>
            </a:br>
            <a:r>
              <a:rPr sz="4400" dirty="0">
                <a:solidFill>
                  <a:schemeClr val="tx1"/>
                </a:solidFill>
              </a:rPr>
              <a:t>(Mirror Padding)</a:t>
            </a:r>
            <a:endParaRPr sz="6000" dirty="0">
              <a:solidFill>
                <a:schemeClr val="tx1"/>
              </a:solidFill>
            </a:endParaRPr>
          </a:p>
        </p:txBody>
      </p:sp>
      <p:graphicFrame>
        <p:nvGraphicFramePr>
          <p:cNvPr id="16" name="Table 12">
            <a:extLst>
              <a:ext uri="{FF2B5EF4-FFF2-40B4-BE49-F238E27FC236}">
                <a16:creationId xmlns:a16="http://schemas.microsoft.com/office/drawing/2014/main" id="{A7544019-8D82-458F-8D43-ED5E9D349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761639"/>
              </p:ext>
            </p:extLst>
          </p:nvPr>
        </p:nvGraphicFramePr>
        <p:xfrm>
          <a:off x="5282827" y="8059320"/>
          <a:ext cx="8767002" cy="8778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61167">
                  <a:extLst>
                    <a:ext uri="{9D8B030D-6E8A-4147-A177-3AD203B41FA5}">
                      <a16:colId xmlns:a16="http://schemas.microsoft.com/office/drawing/2014/main" val="1559549635"/>
                    </a:ext>
                  </a:extLst>
                </a:gridCol>
                <a:gridCol w="1461167">
                  <a:extLst>
                    <a:ext uri="{9D8B030D-6E8A-4147-A177-3AD203B41FA5}">
                      <a16:colId xmlns:a16="http://schemas.microsoft.com/office/drawing/2014/main" val="722485242"/>
                    </a:ext>
                  </a:extLst>
                </a:gridCol>
                <a:gridCol w="1461167">
                  <a:extLst>
                    <a:ext uri="{9D8B030D-6E8A-4147-A177-3AD203B41FA5}">
                      <a16:colId xmlns:a16="http://schemas.microsoft.com/office/drawing/2014/main" val="1938600863"/>
                    </a:ext>
                  </a:extLst>
                </a:gridCol>
                <a:gridCol w="1461167">
                  <a:extLst>
                    <a:ext uri="{9D8B030D-6E8A-4147-A177-3AD203B41FA5}">
                      <a16:colId xmlns:a16="http://schemas.microsoft.com/office/drawing/2014/main" val="2110764589"/>
                    </a:ext>
                  </a:extLst>
                </a:gridCol>
                <a:gridCol w="1461167">
                  <a:extLst>
                    <a:ext uri="{9D8B030D-6E8A-4147-A177-3AD203B41FA5}">
                      <a16:colId xmlns:a16="http://schemas.microsoft.com/office/drawing/2014/main" val="3106461485"/>
                    </a:ext>
                  </a:extLst>
                </a:gridCol>
                <a:gridCol w="1461167">
                  <a:extLst>
                    <a:ext uri="{9D8B030D-6E8A-4147-A177-3AD203B41FA5}">
                      <a16:colId xmlns:a16="http://schemas.microsoft.com/office/drawing/2014/main" val="63818625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661677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328564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2555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34719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2166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8687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DE1E60-4D01-2BFF-A00B-FFF20072F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</p:spPr>
        <p:txBody>
          <a:bodyPr/>
          <a:lstStyle/>
          <a:p>
            <a:r>
              <a:t>Padding填充(Padding)</a:t>
            </a:r>
            <a:br/>
            <a:endParaRPr/>
          </a:p>
        </p:txBody>
      </p:sp>
    </p:spTree>
    <p:extLst>
      <p:ext uri="{BB962C8B-B14F-4D97-AF65-F5344CB8AC3E}">
        <p14:creationId xmlns:p14="http://schemas.microsoft.com/office/powerpoint/2010/main" val="130474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0889A3-F424-8CD0-9EF6-A63381C65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與神經網路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80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與神經網路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80DE42-9119-D3AB-BD3D-76A53A7CFEBA}"/>
              </a:ext>
            </a:extLst>
          </p:cNvPr>
          <p:cNvSpPr/>
          <p:nvPr/>
        </p:nvSpPr>
        <p:spPr>
          <a:xfrm>
            <a:off x="5224505" y="5425223"/>
            <a:ext cx="5625270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sz="6000" dirty="0" err="1">
                <a:solidFill>
                  <a:schemeClr val="tx1"/>
                </a:solidFill>
              </a:rPr>
              <a:t>核心</a:t>
            </a:r>
            <a:r>
              <a:rPr sz="6000" dirty="0">
                <a:solidFill>
                  <a:schemeClr val="tx1"/>
                </a:solidFill>
              </a:rPr>
              <a:t>(Kernel)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1C1D0D6A-E450-C673-FCE9-12416173D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049" y="9904283"/>
            <a:ext cx="8774181" cy="705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0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與神經網路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E40163-8265-442F-AE8A-D8CA7025D926}"/>
              </a:ext>
            </a:extLst>
          </p:cNvPr>
          <p:cNvGrpSpPr/>
          <p:nvPr/>
        </p:nvGrpSpPr>
        <p:grpSpPr>
          <a:xfrm>
            <a:off x="21345590" y="8970683"/>
            <a:ext cx="7863831" cy="9469194"/>
            <a:chOff x="5974139" y="2049390"/>
            <a:chExt cx="2979591" cy="358786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FBD143F-26F4-4B34-8F1A-211517AE486E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6866709" y="3488601"/>
              <a:ext cx="585884" cy="871334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7E8B883-54F6-4B4A-8675-89C316E66BD8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>
              <a:off x="7452593" y="4840066"/>
              <a:ext cx="0" cy="797184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7878FB1-6F8E-46C3-8EE7-7590E04C2CBE}"/>
                    </a:ext>
                  </a:extLst>
                </p:cNvPr>
                <p:cNvSpPr txBox="1"/>
                <p:nvPr/>
              </p:nvSpPr>
              <p:spPr>
                <a:xfrm>
                  <a:off x="7619996" y="4817757"/>
                  <a:ext cx="448826" cy="52474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>
                  <a:spAutoFit/>
                </a:bodyPr>
                <a:lstStyle/>
                <a:p>
                  <a:pPr algn="ctr">
                    <a:lnSpc>
                      <a:spcPct val="9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9333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9333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US" sz="9333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7878FB1-6F8E-46C3-8EE7-7590E04C2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996" y="4817757"/>
                  <a:ext cx="448826" cy="52474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BC6046-91C0-41A5-BA55-21E8839E41CC}"/>
                </a:ext>
              </a:extLst>
            </p:cNvPr>
            <p:cNvSpPr txBox="1"/>
            <p:nvPr/>
          </p:nvSpPr>
          <p:spPr>
            <a:xfrm>
              <a:off x="7830880" y="3661893"/>
              <a:ext cx="604460" cy="52474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333">
                  <a:solidFill>
                    <a:schemeClr val="bg1"/>
                  </a:solidFill>
                </a:rPr>
                <a:t>w</a:t>
              </a:r>
              <a:r>
                <a:rPr lang="en-US" sz="9333" baseline="-25000">
                  <a:solidFill>
                    <a:schemeClr val="bg1"/>
                  </a:solidFill>
                </a:rPr>
                <a:t>6</a:t>
              </a:r>
              <a:endParaRPr lang="en-US" sz="9333">
                <a:solidFill>
                  <a:schemeClr val="bg1"/>
                </a:solidFill>
              </a:endParaRPr>
            </a:p>
          </p:txBody>
        </p:sp>
        <p:sp>
          <p:nvSpPr>
            <p:cNvPr id="9" name="Google Shape;219;p33">
              <a:extLst>
                <a:ext uri="{FF2B5EF4-FFF2-40B4-BE49-F238E27FC236}">
                  <a16:creationId xmlns:a16="http://schemas.microsoft.com/office/drawing/2014/main" id="{9406F522-F4DE-4B76-8705-BFD05BA0EE96}"/>
                </a:ext>
              </a:extLst>
            </p:cNvPr>
            <p:cNvSpPr/>
            <p:nvPr/>
          </p:nvSpPr>
          <p:spPr>
            <a:xfrm rot="5400000">
              <a:off x="7212528" y="4361398"/>
              <a:ext cx="480131" cy="4772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398CDA3-F093-4285-A799-6C2C9069187A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H="1">
              <a:off x="7452593" y="3488601"/>
              <a:ext cx="566641" cy="871334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CD63FA-C3BC-4BBF-A3EF-FC5CACCB9F33}"/>
                </a:ext>
              </a:extLst>
            </p:cNvPr>
            <p:cNvSpPr txBox="1"/>
            <p:nvPr/>
          </p:nvSpPr>
          <p:spPr>
            <a:xfrm>
              <a:off x="6564479" y="3661893"/>
              <a:ext cx="604460" cy="52474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333">
                  <a:solidFill>
                    <a:schemeClr val="bg1"/>
                  </a:solidFill>
                </a:rPr>
                <a:t>w</a:t>
              </a:r>
              <a:r>
                <a:rPr lang="en-US" sz="9333" baseline="-25000">
                  <a:solidFill>
                    <a:schemeClr val="bg1"/>
                  </a:solidFill>
                </a:rPr>
                <a:t>5</a:t>
              </a:r>
              <a:endParaRPr lang="en-US" sz="9333">
                <a:solidFill>
                  <a:schemeClr val="bg1"/>
                </a:solidFill>
              </a:endParaRPr>
            </a:p>
          </p:txBody>
        </p:sp>
        <p:sp>
          <p:nvSpPr>
            <p:cNvPr id="12" name="Google Shape;219;p33">
              <a:extLst>
                <a:ext uri="{FF2B5EF4-FFF2-40B4-BE49-F238E27FC236}">
                  <a16:creationId xmlns:a16="http://schemas.microsoft.com/office/drawing/2014/main" id="{84F1C7AE-08C5-4D4C-9A4D-0314192AC623}"/>
                </a:ext>
              </a:extLst>
            </p:cNvPr>
            <p:cNvSpPr/>
            <p:nvPr/>
          </p:nvSpPr>
          <p:spPr>
            <a:xfrm rot="5400000">
              <a:off x="6592068" y="3009932"/>
              <a:ext cx="480131" cy="4772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219;p33">
              <a:extLst>
                <a:ext uri="{FF2B5EF4-FFF2-40B4-BE49-F238E27FC236}">
                  <a16:creationId xmlns:a16="http://schemas.microsoft.com/office/drawing/2014/main" id="{C401CC6E-32A3-4355-A013-A2D22F62EAC1}"/>
                </a:ext>
              </a:extLst>
            </p:cNvPr>
            <p:cNvSpPr/>
            <p:nvPr/>
          </p:nvSpPr>
          <p:spPr>
            <a:xfrm rot="5400000">
              <a:off x="7802719" y="3009931"/>
              <a:ext cx="480131" cy="4772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CAD83F8-D22B-42B0-9B08-90E8C9C604BC}"/>
                </a:ext>
              </a:extLst>
            </p:cNvPr>
            <p:cNvCxnSpPr>
              <a:cxnSpLocks/>
              <a:stCxn id="22" idx="2"/>
              <a:endCxn id="12" idx="2"/>
            </p:cNvCxnSpPr>
            <p:nvPr/>
          </p:nvCxnSpPr>
          <p:spPr>
            <a:xfrm>
              <a:off x="6438085" y="2574138"/>
              <a:ext cx="394048" cy="434331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2D8310E-F37F-486D-BB89-BFF1F2BD37A0}"/>
                </a:ext>
              </a:extLst>
            </p:cNvPr>
            <p:cNvCxnSpPr>
              <a:cxnSpLocks/>
              <a:stCxn id="22" idx="2"/>
              <a:endCxn id="14" idx="2"/>
            </p:cNvCxnSpPr>
            <p:nvPr/>
          </p:nvCxnSpPr>
          <p:spPr>
            <a:xfrm>
              <a:off x="6438085" y="2574138"/>
              <a:ext cx="1604699" cy="434330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36EB94A-3AD2-41FE-B0FD-2955CE239389}"/>
                </a:ext>
              </a:extLst>
            </p:cNvPr>
            <p:cNvCxnSpPr>
              <a:cxnSpLocks/>
              <a:stCxn id="23" idx="2"/>
              <a:endCxn id="12" idx="2"/>
            </p:cNvCxnSpPr>
            <p:nvPr/>
          </p:nvCxnSpPr>
          <p:spPr>
            <a:xfrm flipH="1">
              <a:off x="6832133" y="2574138"/>
              <a:ext cx="1617462" cy="434331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903A594-E2AE-4FC4-95DE-B725D573CCD0}"/>
                </a:ext>
              </a:extLst>
            </p:cNvPr>
            <p:cNvCxnSpPr>
              <a:cxnSpLocks/>
              <a:stCxn id="23" idx="2"/>
              <a:endCxn id="14" idx="2"/>
            </p:cNvCxnSpPr>
            <p:nvPr/>
          </p:nvCxnSpPr>
          <p:spPr>
            <a:xfrm flipH="1">
              <a:off x="8042784" y="2574138"/>
              <a:ext cx="406811" cy="434330"/>
            </a:xfrm>
            <a:prstGeom prst="straightConnector1">
              <a:avLst/>
            </a:prstGeom>
            <a:ln w="762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22D589-C9DA-4814-9C80-B9D9F6ADA571}"/>
                </a:ext>
              </a:extLst>
            </p:cNvPr>
            <p:cNvSpPr txBox="1"/>
            <p:nvPr/>
          </p:nvSpPr>
          <p:spPr>
            <a:xfrm>
              <a:off x="5974139" y="2627323"/>
              <a:ext cx="604460" cy="52474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333">
                  <a:solidFill>
                    <a:schemeClr val="bg1"/>
                  </a:solidFill>
                </a:rPr>
                <a:t>w</a:t>
              </a:r>
              <a:r>
                <a:rPr lang="en-US" sz="9333" baseline="-25000">
                  <a:solidFill>
                    <a:schemeClr val="bg1"/>
                  </a:solidFill>
                </a:rPr>
                <a:t>1</a:t>
              </a:r>
              <a:endParaRPr lang="en-US" sz="9333">
                <a:solidFill>
                  <a:schemeClr val="bg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5284F34-894F-438B-BD70-97833F8C078D}"/>
                </a:ext>
              </a:extLst>
            </p:cNvPr>
            <p:cNvSpPr txBox="1"/>
            <p:nvPr/>
          </p:nvSpPr>
          <p:spPr>
            <a:xfrm>
              <a:off x="6830888" y="2229431"/>
              <a:ext cx="604460" cy="52474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333">
                  <a:solidFill>
                    <a:schemeClr val="bg1"/>
                  </a:solidFill>
                </a:rPr>
                <a:t>w</a:t>
              </a:r>
              <a:r>
                <a:rPr lang="en-US" sz="9333" baseline="-25000">
                  <a:solidFill>
                    <a:schemeClr val="bg1"/>
                  </a:solidFill>
                </a:rPr>
                <a:t>2</a:t>
              </a:r>
              <a:endParaRPr lang="en-US" sz="9333"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9449EEF-8F73-4DEB-9A31-AC1CACAEC578}"/>
                </a:ext>
              </a:extLst>
            </p:cNvPr>
            <p:cNvSpPr txBox="1"/>
            <p:nvPr/>
          </p:nvSpPr>
          <p:spPr>
            <a:xfrm>
              <a:off x="6194467" y="2049390"/>
              <a:ext cx="487236" cy="52474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333">
                  <a:solidFill>
                    <a:schemeClr val="bg1"/>
                  </a:solidFill>
                </a:rPr>
                <a:t>x</a:t>
              </a:r>
              <a:r>
                <a:rPr lang="en-US" sz="9333" baseline="-25000">
                  <a:solidFill>
                    <a:schemeClr val="bg1"/>
                  </a:solidFill>
                </a:rPr>
                <a:t>1</a:t>
              </a:r>
              <a:endParaRPr lang="en-US" sz="9333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58B9027-FF6D-4D9C-A370-F5718F5C45A1}"/>
                </a:ext>
              </a:extLst>
            </p:cNvPr>
            <p:cNvSpPr txBox="1"/>
            <p:nvPr/>
          </p:nvSpPr>
          <p:spPr>
            <a:xfrm>
              <a:off x="8205977" y="2049390"/>
              <a:ext cx="487236" cy="52474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333">
                  <a:solidFill>
                    <a:schemeClr val="bg1"/>
                  </a:solidFill>
                </a:rPr>
                <a:t>x</a:t>
              </a:r>
              <a:r>
                <a:rPr lang="en-US" sz="9333" baseline="-25000">
                  <a:solidFill>
                    <a:schemeClr val="bg1"/>
                  </a:solidFill>
                </a:rPr>
                <a:t>2</a:t>
              </a:r>
              <a:endParaRPr lang="en-US" sz="9333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3B76664-ECC4-405A-AC1B-7B86FFDB3C97}"/>
                </a:ext>
              </a:extLst>
            </p:cNvPr>
            <p:cNvSpPr txBox="1"/>
            <p:nvPr/>
          </p:nvSpPr>
          <p:spPr>
            <a:xfrm>
              <a:off x="7348359" y="2229427"/>
              <a:ext cx="604460" cy="52474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333">
                  <a:solidFill>
                    <a:schemeClr val="bg1"/>
                  </a:solidFill>
                </a:rPr>
                <a:t>w</a:t>
              </a:r>
              <a:r>
                <a:rPr lang="en-US" sz="9333" baseline="-25000">
                  <a:solidFill>
                    <a:schemeClr val="bg1"/>
                  </a:solidFill>
                </a:rPr>
                <a:t>3</a:t>
              </a:r>
              <a:endParaRPr lang="en-US" sz="9333">
                <a:solidFill>
                  <a:schemeClr val="bg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01DCC5-C88C-4BFE-9DCC-1167F7FDA826}"/>
                </a:ext>
              </a:extLst>
            </p:cNvPr>
            <p:cNvSpPr txBox="1"/>
            <p:nvPr/>
          </p:nvSpPr>
          <p:spPr>
            <a:xfrm>
              <a:off x="8349270" y="2589546"/>
              <a:ext cx="604460" cy="524748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333">
                  <a:solidFill>
                    <a:schemeClr val="bg1"/>
                  </a:solidFill>
                </a:rPr>
                <a:t>w</a:t>
              </a:r>
              <a:r>
                <a:rPr lang="en-US" sz="9333" baseline="-25000">
                  <a:solidFill>
                    <a:schemeClr val="bg1"/>
                  </a:solidFill>
                </a:rPr>
                <a:t>4</a:t>
              </a:r>
              <a:endParaRPr lang="en-US" sz="9333">
                <a:solidFill>
                  <a:schemeClr val="bg1"/>
                </a:solidFill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603BCE7-4563-41F7-846B-6DD981F36CB6}"/>
              </a:ext>
            </a:extLst>
          </p:cNvPr>
          <p:cNvSpPr/>
          <p:nvPr/>
        </p:nvSpPr>
        <p:spPr>
          <a:xfrm>
            <a:off x="22786495" y="5425223"/>
            <a:ext cx="5625270" cy="3048000"/>
          </a:xfrm>
          <a:prstGeom prst="rect">
            <a:avLst/>
          </a:prstGeom>
          <a:solidFill>
            <a:schemeClr val="tx2"/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sz="5400" dirty="0" err="1">
                <a:solidFill>
                  <a:schemeClr val="tx1"/>
                </a:solidFill>
              </a:rPr>
              <a:t>神經元</a:t>
            </a:r>
            <a:br>
              <a:rPr lang="en-US" sz="5400" dirty="0">
                <a:solidFill>
                  <a:schemeClr val="tx1"/>
                </a:solidFill>
              </a:rPr>
            </a:br>
            <a:r>
              <a:rPr lang="en-US" altLang="zh-TW" sz="5400" dirty="0">
                <a:solidFill>
                  <a:schemeClr val="tx1"/>
                </a:solidFill>
              </a:rPr>
              <a:t>(</a:t>
            </a:r>
            <a:r>
              <a:rPr lang="en-US" sz="5400" dirty="0">
                <a:solidFill>
                  <a:schemeClr val="tx1"/>
                </a:solidFill>
              </a:rPr>
              <a:t>Neuron</a:t>
            </a:r>
            <a:r>
              <a:rPr lang="en-US" altLang="zh-TW" sz="5400" dirty="0">
                <a:solidFill>
                  <a:schemeClr val="tx1"/>
                </a:solidFill>
              </a:rPr>
              <a:t>)</a:t>
            </a:r>
            <a:endParaRPr sz="54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7B8D4E-4AE2-732A-C513-2476BE4C63CB}"/>
              </a:ext>
            </a:extLst>
          </p:cNvPr>
          <p:cNvSpPr/>
          <p:nvPr/>
        </p:nvSpPr>
        <p:spPr>
          <a:xfrm>
            <a:off x="5224505" y="5425223"/>
            <a:ext cx="5625270" cy="3048000"/>
          </a:xfrm>
          <a:prstGeom prst="rect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sz="6000" dirty="0" err="1">
                <a:solidFill>
                  <a:schemeClr val="tx1"/>
                </a:solidFill>
              </a:rPr>
              <a:t>核心</a:t>
            </a:r>
            <a:r>
              <a:rPr sz="6000" dirty="0">
                <a:solidFill>
                  <a:schemeClr val="tx1"/>
                </a:solidFill>
              </a:rPr>
              <a:t>(Kernel)</a:t>
            </a:r>
          </a:p>
        </p:txBody>
      </p:sp>
      <p:pic>
        <p:nvPicPr>
          <p:cNvPr id="27" name="table">
            <a:extLst>
              <a:ext uri="{FF2B5EF4-FFF2-40B4-BE49-F238E27FC236}">
                <a16:creationId xmlns:a16="http://schemas.microsoft.com/office/drawing/2014/main" id="{FDB55514-AEF4-47F1-CA32-C959B4C5E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049" y="9904283"/>
            <a:ext cx="8774181" cy="705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5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核心</a:t>
            </a:r>
            <a:r>
              <a:rPr dirty="0"/>
              <a:t>(Kernel)</a:t>
            </a:r>
            <a:r>
              <a:rPr dirty="0" err="1"/>
              <a:t>與神經網路</a:t>
            </a:r>
            <a:endParaRPr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68C468-C774-E366-4D02-47E3F1838792}"/>
              </a:ext>
            </a:extLst>
          </p:cNvPr>
          <p:cNvCxnSpPr>
            <a:cxnSpLocks/>
          </p:cNvCxnSpPr>
          <p:nvPr/>
        </p:nvCxnSpPr>
        <p:spPr>
          <a:xfrm>
            <a:off x="19252297" y="11590478"/>
            <a:ext cx="4859240" cy="338903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F748334-B056-6CC4-904C-9A1119679A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49" t="46563" r="48253" b="22257"/>
          <a:stretch/>
        </p:blipFill>
        <p:spPr>
          <a:xfrm>
            <a:off x="2228165" y="6096000"/>
            <a:ext cx="5203150" cy="8792027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graphicFrame>
        <p:nvGraphicFramePr>
          <p:cNvPr id="10" name="Table 173">
            <a:extLst>
              <a:ext uri="{FF2B5EF4-FFF2-40B4-BE49-F238E27FC236}">
                <a16:creationId xmlns:a16="http://schemas.microsoft.com/office/drawing/2014/main" id="{B64E1F3C-CA31-E2AA-E492-EF8BD760EE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056970"/>
              </p:ext>
            </p:extLst>
          </p:nvPr>
        </p:nvGraphicFramePr>
        <p:xfrm>
          <a:off x="23990873" y="4008704"/>
          <a:ext cx="934453" cy="121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453">
                  <a:extLst>
                    <a:ext uri="{9D8B030D-6E8A-4147-A177-3AD203B41FA5}">
                      <a16:colId xmlns:a16="http://schemas.microsoft.com/office/drawing/2014/main" val="3772995847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80634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endParaRPr lang="en-US" sz="8000" dirty="0"/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664915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endParaRPr lang="en-US" sz="8000"/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43886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endParaRPr lang="en-US" sz="8000"/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048206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endParaRPr lang="en-US" sz="8000"/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94205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endParaRPr lang="en-US" sz="8000"/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810097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endParaRPr lang="en-US" sz="8000"/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839989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endParaRPr lang="en-US" sz="8000" dirty="0"/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07262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80AD533-5A0E-A6D4-86E9-2145D9EB1F08}"/>
              </a:ext>
            </a:extLst>
          </p:cNvPr>
          <p:cNvSpPr txBox="1"/>
          <p:nvPr/>
        </p:nvSpPr>
        <p:spPr>
          <a:xfrm>
            <a:off x="20766281" y="16113611"/>
            <a:ext cx="7293087" cy="275152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/>
              <a:t>(1568)</a:t>
            </a:r>
          </a:p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 err="1"/>
              <a:t>扁平化圖像向量</a:t>
            </a:r>
            <a:br>
              <a:rPr lang="en-US" sz="4800" dirty="0"/>
            </a:br>
            <a:r>
              <a:rPr lang="en-US" altLang="zh-TW" sz="4800" dirty="0"/>
              <a:t>(</a:t>
            </a:r>
            <a:r>
              <a:rPr lang="en-US" sz="4800" dirty="0"/>
              <a:t>Flattened Image</a:t>
            </a:r>
            <a:r>
              <a:rPr lang="zh-TW" altLang="en-US" sz="4800" dirty="0"/>
              <a:t> </a:t>
            </a:r>
            <a:r>
              <a:rPr lang="en-US" sz="4800" dirty="0"/>
              <a:t>Vector</a:t>
            </a:r>
            <a:r>
              <a:rPr lang="en-US" altLang="zh-TW" sz="4800" dirty="0"/>
              <a:t>)</a:t>
            </a:r>
            <a:br>
              <a:rPr sz="4800" dirty="0"/>
            </a:br>
            <a:endParaRPr sz="4800" dirty="0"/>
          </a:p>
        </p:txBody>
      </p:sp>
      <p:sp>
        <p:nvSpPr>
          <p:cNvPr id="15" name="Google Shape;219;p33">
            <a:extLst>
              <a:ext uri="{FF2B5EF4-FFF2-40B4-BE49-F238E27FC236}">
                <a16:creationId xmlns:a16="http://schemas.microsoft.com/office/drawing/2014/main" id="{54112088-C52A-4E52-A261-E5B3851A5A91}"/>
              </a:ext>
            </a:extLst>
          </p:cNvPr>
          <p:cNvSpPr/>
          <p:nvPr/>
        </p:nvSpPr>
        <p:spPr>
          <a:xfrm>
            <a:off x="26905047" y="5537317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9;p33">
            <a:extLst>
              <a:ext uri="{FF2B5EF4-FFF2-40B4-BE49-F238E27FC236}">
                <a16:creationId xmlns:a16="http://schemas.microsoft.com/office/drawing/2014/main" id="{D90531A0-51C6-B6A7-E5A1-C82DBBD049DF}"/>
              </a:ext>
            </a:extLst>
          </p:cNvPr>
          <p:cNvSpPr/>
          <p:nvPr/>
        </p:nvSpPr>
        <p:spPr>
          <a:xfrm>
            <a:off x="26896034" y="13441433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166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19;p33">
            <a:extLst>
              <a:ext uri="{FF2B5EF4-FFF2-40B4-BE49-F238E27FC236}">
                <a16:creationId xmlns:a16="http://schemas.microsoft.com/office/drawing/2014/main" id="{E475DE46-BE4D-24F2-D1C5-61D887D2A6FB}"/>
              </a:ext>
            </a:extLst>
          </p:cNvPr>
          <p:cNvSpPr/>
          <p:nvPr/>
        </p:nvSpPr>
        <p:spPr>
          <a:xfrm>
            <a:off x="26896034" y="14190703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166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19;p33">
            <a:extLst>
              <a:ext uri="{FF2B5EF4-FFF2-40B4-BE49-F238E27FC236}">
                <a16:creationId xmlns:a16="http://schemas.microsoft.com/office/drawing/2014/main" id="{709570EB-D460-4F4D-0F0A-A7F29FD361AA}"/>
              </a:ext>
            </a:extLst>
          </p:cNvPr>
          <p:cNvSpPr/>
          <p:nvPr/>
        </p:nvSpPr>
        <p:spPr>
          <a:xfrm>
            <a:off x="29046587" y="5537317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219;p33">
            <a:extLst>
              <a:ext uri="{FF2B5EF4-FFF2-40B4-BE49-F238E27FC236}">
                <a16:creationId xmlns:a16="http://schemas.microsoft.com/office/drawing/2014/main" id="{5327CC7A-785B-2239-007B-0347EF28920D}"/>
              </a:ext>
            </a:extLst>
          </p:cNvPr>
          <p:cNvSpPr/>
          <p:nvPr/>
        </p:nvSpPr>
        <p:spPr>
          <a:xfrm>
            <a:off x="29037577" y="13441433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166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19;p33">
            <a:extLst>
              <a:ext uri="{FF2B5EF4-FFF2-40B4-BE49-F238E27FC236}">
                <a16:creationId xmlns:a16="http://schemas.microsoft.com/office/drawing/2014/main" id="{2C4B6283-0BFB-11DE-CBE2-C8499FE858AA}"/>
              </a:ext>
            </a:extLst>
          </p:cNvPr>
          <p:cNvSpPr/>
          <p:nvPr/>
        </p:nvSpPr>
        <p:spPr>
          <a:xfrm>
            <a:off x="29037577" y="14190703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166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219;p33">
            <a:extLst>
              <a:ext uri="{FF2B5EF4-FFF2-40B4-BE49-F238E27FC236}">
                <a16:creationId xmlns:a16="http://schemas.microsoft.com/office/drawing/2014/main" id="{F5B6EDEB-ECCF-BCF9-4E08-F5B18BB38523}"/>
              </a:ext>
            </a:extLst>
          </p:cNvPr>
          <p:cNvSpPr/>
          <p:nvPr/>
        </p:nvSpPr>
        <p:spPr>
          <a:xfrm>
            <a:off x="31724120" y="15108887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166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8504FDF-17B9-CC58-1CCE-D63F823682B7}"/>
              </a:ext>
            </a:extLst>
          </p:cNvPr>
          <p:cNvGrpSpPr/>
          <p:nvPr/>
        </p:nvGrpSpPr>
        <p:grpSpPr>
          <a:xfrm>
            <a:off x="27542883" y="5847778"/>
            <a:ext cx="1503707" cy="8653390"/>
            <a:chOff x="8430069" y="1754333"/>
            <a:chExt cx="283908" cy="259601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7D82BCE-15DA-4BAD-9D3B-72B7D582CB51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rot="16200000">
              <a:off x="7274015" y="2910388"/>
              <a:ext cx="2596016" cy="283908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AFF6826-B7D7-E90F-A9BF-D11B55674087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rot="16200000">
              <a:off x="8458280" y="4097357"/>
              <a:ext cx="224781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8C0611E-A955-2D00-EE06-D944BB4968DD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rot="16200000">
              <a:off x="8570671" y="4209748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3FCE258-A86B-228E-B6D3-CF5B9183EF02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rot="16200000">
              <a:off x="8573375" y="1613732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E3FBA0B-E398-27A3-86D6-43C1BE9BBD63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rot="16200000" flipH="1">
              <a:off x="7386405" y="2800701"/>
              <a:ext cx="2371235" cy="27850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00DB3CF-8B94-EBAD-F65E-F14A8927702D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rot="16200000" flipH="1">
              <a:off x="7274015" y="2913092"/>
              <a:ext cx="2596016" cy="27850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F720CF-A1B7-4B73-0145-61FFD75ABCE9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rot="16200000">
              <a:off x="7386405" y="2797997"/>
              <a:ext cx="2371235" cy="283908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135549C-79DD-566C-7DE8-B60BED1C997D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rot="16200000">
              <a:off x="8570671" y="3984967"/>
              <a:ext cx="0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897EE93-9E6F-EBA0-931E-7A5CFF2A92FD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rot="16200000" flipH="1">
              <a:off x="8458280" y="4097357"/>
              <a:ext cx="224781" cy="28120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Google Shape;219;p33">
            <a:extLst>
              <a:ext uri="{FF2B5EF4-FFF2-40B4-BE49-F238E27FC236}">
                <a16:creationId xmlns:a16="http://schemas.microsoft.com/office/drawing/2014/main" id="{F7FE2602-14AE-3886-E387-C1E1DB11C5E2}"/>
              </a:ext>
            </a:extLst>
          </p:cNvPr>
          <p:cNvSpPr/>
          <p:nvPr/>
        </p:nvSpPr>
        <p:spPr>
          <a:xfrm>
            <a:off x="31715254" y="13914843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166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219;p33">
            <a:extLst>
              <a:ext uri="{FF2B5EF4-FFF2-40B4-BE49-F238E27FC236}">
                <a16:creationId xmlns:a16="http://schemas.microsoft.com/office/drawing/2014/main" id="{574C1855-B49C-AD20-9A60-A8C2A7FE24E7}"/>
              </a:ext>
            </a:extLst>
          </p:cNvPr>
          <p:cNvSpPr/>
          <p:nvPr/>
        </p:nvSpPr>
        <p:spPr>
          <a:xfrm>
            <a:off x="31724120" y="12716383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219;p33">
            <a:extLst>
              <a:ext uri="{FF2B5EF4-FFF2-40B4-BE49-F238E27FC236}">
                <a16:creationId xmlns:a16="http://schemas.microsoft.com/office/drawing/2014/main" id="{8EFEDABD-27FB-26BE-1FA8-8758EB39F242}"/>
              </a:ext>
            </a:extLst>
          </p:cNvPr>
          <p:cNvSpPr/>
          <p:nvPr/>
        </p:nvSpPr>
        <p:spPr>
          <a:xfrm>
            <a:off x="31715254" y="11522340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219;p33">
            <a:extLst>
              <a:ext uri="{FF2B5EF4-FFF2-40B4-BE49-F238E27FC236}">
                <a16:creationId xmlns:a16="http://schemas.microsoft.com/office/drawing/2014/main" id="{3BBF4915-59E5-EA83-D33E-3C42C1C5F4E7}"/>
              </a:ext>
            </a:extLst>
          </p:cNvPr>
          <p:cNvSpPr/>
          <p:nvPr/>
        </p:nvSpPr>
        <p:spPr>
          <a:xfrm>
            <a:off x="31724120" y="10274140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219;p33">
            <a:extLst>
              <a:ext uri="{FF2B5EF4-FFF2-40B4-BE49-F238E27FC236}">
                <a16:creationId xmlns:a16="http://schemas.microsoft.com/office/drawing/2014/main" id="{5672FFCE-9240-976F-58E7-0F4A2CDA3EED}"/>
              </a:ext>
            </a:extLst>
          </p:cNvPr>
          <p:cNvSpPr/>
          <p:nvPr/>
        </p:nvSpPr>
        <p:spPr>
          <a:xfrm>
            <a:off x="31715254" y="9080097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219;p33">
            <a:extLst>
              <a:ext uri="{FF2B5EF4-FFF2-40B4-BE49-F238E27FC236}">
                <a16:creationId xmlns:a16="http://schemas.microsoft.com/office/drawing/2014/main" id="{F132BF86-7386-931B-4EEF-32E07528AB02}"/>
              </a:ext>
            </a:extLst>
          </p:cNvPr>
          <p:cNvSpPr/>
          <p:nvPr/>
        </p:nvSpPr>
        <p:spPr>
          <a:xfrm>
            <a:off x="31740430" y="7887993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219;p33">
            <a:extLst>
              <a:ext uri="{FF2B5EF4-FFF2-40B4-BE49-F238E27FC236}">
                <a16:creationId xmlns:a16="http://schemas.microsoft.com/office/drawing/2014/main" id="{57873552-DED2-28AA-1A52-B3329B69EE0A}"/>
              </a:ext>
            </a:extLst>
          </p:cNvPr>
          <p:cNvSpPr/>
          <p:nvPr/>
        </p:nvSpPr>
        <p:spPr>
          <a:xfrm>
            <a:off x="31731564" y="6693947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219;p33">
            <a:extLst>
              <a:ext uri="{FF2B5EF4-FFF2-40B4-BE49-F238E27FC236}">
                <a16:creationId xmlns:a16="http://schemas.microsoft.com/office/drawing/2014/main" id="{2E68849C-9E0D-C717-1725-495C1546ED0A}"/>
              </a:ext>
            </a:extLst>
          </p:cNvPr>
          <p:cNvSpPr/>
          <p:nvPr/>
        </p:nvSpPr>
        <p:spPr>
          <a:xfrm>
            <a:off x="31724120" y="5501843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19;p33">
            <a:extLst>
              <a:ext uri="{FF2B5EF4-FFF2-40B4-BE49-F238E27FC236}">
                <a16:creationId xmlns:a16="http://schemas.microsoft.com/office/drawing/2014/main" id="{A2B9BCD6-144D-FDD0-4A9A-A497313FA6EE}"/>
              </a:ext>
            </a:extLst>
          </p:cNvPr>
          <p:cNvSpPr/>
          <p:nvPr/>
        </p:nvSpPr>
        <p:spPr>
          <a:xfrm>
            <a:off x="31715254" y="4307800"/>
            <a:ext cx="624733" cy="62092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71F2DCB-FD7E-9248-5EE1-80FDB7149661}"/>
              </a:ext>
            </a:extLst>
          </p:cNvPr>
          <p:cNvGrpSpPr/>
          <p:nvPr/>
        </p:nvGrpSpPr>
        <p:grpSpPr>
          <a:xfrm>
            <a:off x="29661163" y="4618262"/>
            <a:ext cx="2079267" cy="10801090"/>
            <a:chOff x="9127523" y="1385478"/>
            <a:chExt cx="394606" cy="3240327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3ABE719-CFC5-DD40-DA05-2CBACDF3AFA4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rot="16200000" flipH="1">
              <a:off x="7893772" y="3002340"/>
              <a:ext cx="2859920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AF51F46-695D-BE16-3EAE-0125E7FEBCA3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rot="16200000" flipH="1">
              <a:off x="9078037" y="4186606"/>
              <a:ext cx="488685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49D27A0-D3C7-4050-1BE1-3791FA65CD6F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rot="16200000" flipH="1">
              <a:off x="9190428" y="4298996"/>
              <a:ext cx="263904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8AE79C4-BAFA-F7FF-7EE9-CAAB6D2233DB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rot="16200000">
              <a:off x="9273895" y="4121219"/>
              <a:ext cx="94309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2AA51E0-0DE2-9D9B-5DF3-3947B44A14D5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rot="16200000" flipH="1">
              <a:off x="9255814" y="4008829"/>
              <a:ext cx="13047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5A18886-8797-0054-08FD-B6FA48BA6C43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rot="16200000" flipH="1">
              <a:off x="8071549" y="2824563"/>
              <a:ext cx="2501706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E24446F-BA8C-BBD0-3559-591DA823ACDE}"/>
                </a:ext>
              </a:extLst>
            </p:cNvPr>
            <p:cNvCxnSpPr>
              <a:cxnSpLocks/>
              <a:endCxn id="44" idx="2"/>
            </p:cNvCxnSpPr>
            <p:nvPr/>
          </p:nvCxnSpPr>
          <p:spPr>
            <a:xfrm rot="16200000">
              <a:off x="9207847" y="3827730"/>
              <a:ext cx="229066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DA09B41-682B-7D04-153C-C61365760C2E}"/>
                </a:ext>
              </a:extLst>
            </p:cNvPr>
            <p:cNvCxnSpPr>
              <a:cxnSpLocks/>
              <a:endCxn id="44" idx="2"/>
            </p:cNvCxnSpPr>
            <p:nvPr/>
          </p:nvCxnSpPr>
          <p:spPr>
            <a:xfrm rot="16200000">
              <a:off x="9095456" y="3940121"/>
              <a:ext cx="453847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6E98D33-0FB5-B58F-B72A-7A399FA7523D}"/>
                </a:ext>
              </a:extLst>
            </p:cNvPr>
            <p:cNvCxnSpPr>
              <a:cxnSpLocks/>
              <a:endCxn id="44" idx="2"/>
            </p:cNvCxnSpPr>
            <p:nvPr/>
          </p:nvCxnSpPr>
          <p:spPr>
            <a:xfrm rot="16200000" flipH="1">
              <a:off x="8252647" y="2643465"/>
              <a:ext cx="2142169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0625964-A152-D4C8-9DE7-FB0022AF3672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rot="16200000">
              <a:off x="8915020" y="3762344"/>
              <a:ext cx="812060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313793E-7690-9AEC-036E-262448BD20FE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rot="16200000">
              <a:off x="9027410" y="3649953"/>
              <a:ext cx="587279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6B20869-23EF-DB22-2F30-0DCD2B4714CC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rot="16200000" flipH="1">
              <a:off x="8430424" y="2465688"/>
              <a:ext cx="1783955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E75334D-969E-323C-C2CB-190D7C21515B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 rot="16200000">
              <a:off x="8729120" y="3573784"/>
              <a:ext cx="118651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4C4B71E-8781-2CB5-092C-7CA07286F8B5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 rot="16200000">
              <a:off x="8841510" y="3461394"/>
              <a:ext cx="96173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150D587-9FBF-3152-84CE-D2455D95EBE5}"/>
                </a:ext>
              </a:extLst>
            </p:cNvPr>
            <p:cNvCxnSpPr>
              <a:cxnSpLocks/>
              <a:endCxn id="46" idx="2"/>
            </p:cNvCxnSpPr>
            <p:nvPr/>
          </p:nvCxnSpPr>
          <p:spPr>
            <a:xfrm rot="16200000" flipH="1">
              <a:off x="8618984" y="2277129"/>
              <a:ext cx="1409496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410A91D-D3BD-D3B2-3DA7-04C5000E6488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rot="16200000">
              <a:off x="8661074" y="3283617"/>
              <a:ext cx="131995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3561B41-BA2D-EBDF-5336-C83047E536F6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rot="16200000">
              <a:off x="8548684" y="3396007"/>
              <a:ext cx="1544733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F585723-F36A-E1DD-BB3A-BD2BD48395E1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rot="16200000" flipH="1">
              <a:off x="8796760" y="2099352"/>
              <a:ext cx="1051283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F782EAC-D836-EB7F-5B80-860B11925EFB}"/>
                </a:ext>
              </a:extLst>
            </p:cNvPr>
            <p:cNvCxnSpPr>
              <a:cxnSpLocks/>
              <a:endCxn id="48" idx="2"/>
            </p:cNvCxnSpPr>
            <p:nvPr/>
          </p:nvCxnSpPr>
          <p:spPr>
            <a:xfrm rot="16200000">
              <a:off x="8373644" y="3213416"/>
              <a:ext cx="1902364" cy="394605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6D1B2B4-573B-2FEF-5859-5264B3CD75B7}"/>
                </a:ext>
              </a:extLst>
            </p:cNvPr>
            <p:cNvCxnSpPr>
              <a:cxnSpLocks/>
              <a:endCxn id="48" idx="2"/>
            </p:cNvCxnSpPr>
            <p:nvPr/>
          </p:nvCxnSpPr>
          <p:spPr>
            <a:xfrm rot="16200000">
              <a:off x="8486034" y="3101025"/>
              <a:ext cx="1677583" cy="394605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83F310A-4E54-3927-0601-7BA07D32E610}"/>
                </a:ext>
              </a:extLst>
            </p:cNvPr>
            <p:cNvCxnSpPr>
              <a:cxnSpLocks/>
              <a:endCxn id="48" idx="2"/>
            </p:cNvCxnSpPr>
            <p:nvPr/>
          </p:nvCxnSpPr>
          <p:spPr>
            <a:xfrm rot="16200000" flipH="1">
              <a:off x="8979352" y="1916760"/>
              <a:ext cx="693651" cy="391902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DA04FAF4-F95E-C914-2D26-A59C393ABB82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rot="16200000">
              <a:off x="8193208" y="3035639"/>
              <a:ext cx="2260577" cy="391946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B96ABEF-538A-FE0B-1F0B-33F16105E975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rot="16200000">
              <a:off x="8305598" y="2923248"/>
              <a:ext cx="2035797" cy="391946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F8F5AF-30CA-8417-9456-8C581718D8A3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rot="16200000" flipH="1">
              <a:off x="9157129" y="1738983"/>
              <a:ext cx="335438" cy="389242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A8F9A94-EE00-DA9D-2C65-62110C64F09C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rot="16200000">
              <a:off x="8013275" y="2857940"/>
              <a:ext cx="2618209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40220E0-9119-8A43-95FB-15D1A1E12766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rot="16200000">
              <a:off x="8125666" y="2745549"/>
              <a:ext cx="2393428" cy="38971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299FDAD-6707-981F-11BC-D24805EF9D93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rot="16200000">
              <a:off x="9312635" y="1561284"/>
              <a:ext cx="22193" cy="38700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CD45381-FD35-12B7-12D3-5E5B7AD17302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rot="16200000">
              <a:off x="7832839" y="2680163"/>
              <a:ext cx="2976422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8F26E47-5F1C-DA20-3015-C6273C0CF3CF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rot="16200000">
              <a:off x="7945229" y="2567772"/>
              <a:ext cx="2751641" cy="38705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55176EF-58B5-4CA0-5E92-F474C0D78BB1}"/>
                </a:ext>
              </a:extLst>
            </p:cNvPr>
            <p:cNvCxnSpPr>
              <a:cxnSpLocks/>
              <a:endCxn id="52" idx="2"/>
            </p:cNvCxnSpPr>
            <p:nvPr/>
          </p:nvCxnSpPr>
          <p:spPr>
            <a:xfrm rot="16200000">
              <a:off x="9132199" y="1383507"/>
              <a:ext cx="380407" cy="38434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8BD892E-3395-22E9-8A52-DC9E1C7215A0}"/>
              </a:ext>
            </a:extLst>
          </p:cNvPr>
          <p:cNvCxnSpPr>
            <a:cxnSpLocks/>
            <a:endCxn id="26" idx="2"/>
          </p:cNvCxnSpPr>
          <p:nvPr/>
        </p:nvCxnSpPr>
        <p:spPr>
          <a:xfrm rot="16200000" flipH="1">
            <a:off x="24281892" y="11887023"/>
            <a:ext cx="3644603" cy="158368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E1033C0-1D88-AE31-F40F-0EFF6EAC6B20}"/>
              </a:ext>
            </a:extLst>
          </p:cNvPr>
          <p:cNvCxnSpPr>
            <a:cxnSpLocks/>
            <a:endCxn id="21" idx="2"/>
          </p:cNvCxnSpPr>
          <p:nvPr/>
        </p:nvCxnSpPr>
        <p:spPr>
          <a:xfrm rot="16200000" flipH="1">
            <a:off x="24656525" y="11512387"/>
            <a:ext cx="2895337" cy="158368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72395F4-7601-3581-7A5D-D45A8D8F8D26}"/>
              </a:ext>
            </a:extLst>
          </p:cNvPr>
          <p:cNvCxnSpPr>
            <a:cxnSpLocks/>
            <a:endCxn id="15" idx="2"/>
          </p:cNvCxnSpPr>
          <p:nvPr/>
        </p:nvCxnSpPr>
        <p:spPr>
          <a:xfrm rot="16200000">
            <a:off x="23604309" y="7555824"/>
            <a:ext cx="5008783" cy="159269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16C4C746-D050-1FE6-C4D9-7A4643AE6530}"/>
              </a:ext>
            </a:extLst>
          </p:cNvPr>
          <p:cNvSpPr txBox="1"/>
          <p:nvPr/>
        </p:nvSpPr>
        <p:spPr>
          <a:xfrm rot="16200000">
            <a:off x="25618740" y="9245874"/>
            <a:ext cx="7316807" cy="11079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t>…                 …… …</a:t>
            </a:r>
            <a:br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F3933F7-375C-60C9-D268-8210CDC3DDE5}"/>
              </a:ext>
            </a:extLst>
          </p:cNvPr>
          <p:cNvSpPr txBox="1"/>
          <p:nvPr/>
        </p:nvSpPr>
        <p:spPr>
          <a:xfrm rot="16200000">
            <a:off x="23421770" y="9245874"/>
            <a:ext cx="7316807" cy="11079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t>…                 …… …</a:t>
            </a:r>
            <a:br/>
            <a:endParaRPr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E404446-05C1-7E95-F733-62ACB8E94907}"/>
              </a:ext>
            </a:extLst>
          </p:cNvPr>
          <p:cNvCxnSpPr>
            <a:cxnSpLocks/>
            <a:endCxn id="26" idx="2"/>
          </p:cNvCxnSpPr>
          <p:nvPr/>
        </p:nvCxnSpPr>
        <p:spPr>
          <a:xfrm rot="16200000" flipH="1">
            <a:off x="23987489" y="11592617"/>
            <a:ext cx="4248723" cy="156837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67EAC93-DE29-727C-1FA3-E4BFECE9E360}"/>
              </a:ext>
            </a:extLst>
          </p:cNvPr>
          <p:cNvCxnSpPr>
            <a:cxnSpLocks/>
            <a:endCxn id="21" idx="2"/>
          </p:cNvCxnSpPr>
          <p:nvPr/>
        </p:nvCxnSpPr>
        <p:spPr>
          <a:xfrm rot="16200000" flipH="1">
            <a:off x="24353717" y="11209580"/>
            <a:ext cx="3516260" cy="156837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6CECA4D-5852-75EF-BA41-28AAF8D932D7}"/>
              </a:ext>
            </a:extLst>
          </p:cNvPr>
          <p:cNvCxnSpPr>
            <a:cxnSpLocks/>
            <a:endCxn id="15" idx="2"/>
          </p:cNvCxnSpPr>
          <p:nvPr/>
        </p:nvCxnSpPr>
        <p:spPr>
          <a:xfrm rot="16200000">
            <a:off x="23914022" y="7261417"/>
            <a:ext cx="4404663" cy="157738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747FA329-2151-F4BF-9686-86040ECFE7B2}"/>
              </a:ext>
            </a:extLst>
          </p:cNvPr>
          <p:cNvCxnSpPr>
            <a:cxnSpLocks/>
            <a:endCxn id="26" idx="2"/>
          </p:cNvCxnSpPr>
          <p:nvPr/>
        </p:nvCxnSpPr>
        <p:spPr>
          <a:xfrm rot="16200000" flipH="1">
            <a:off x="23256409" y="10861537"/>
            <a:ext cx="5710883" cy="156837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E4392C5-7300-D7B6-CFAD-0081D66F5DFC}"/>
              </a:ext>
            </a:extLst>
          </p:cNvPr>
          <p:cNvCxnSpPr>
            <a:cxnSpLocks/>
            <a:endCxn id="21" idx="2"/>
          </p:cNvCxnSpPr>
          <p:nvPr/>
        </p:nvCxnSpPr>
        <p:spPr>
          <a:xfrm rot="16200000" flipH="1">
            <a:off x="23631040" y="10486900"/>
            <a:ext cx="4961613" cy="156837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CBB1FF8-9CB8-D01C-A638-0D5ADCD195F3}"/>
              </a:ext>
            </a:extLst>
          </p:cNvPr>
          <p:cNvCxnSpPr>
            <a:cxnSpLocks/>
            <a:endCxn id="15" idx="2"/>
          </p:cNvCxnSpPr>
          <p:nvPr/>
        </p:nvCxnSpPr>
        <p:spPr>
          <a:xfrm rot="16200000">
            <a:off x="24645102" y="6530337"/>
            <a:ext cx="2942503" cy="157738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F057C2DA-DFEA-5418-CC60-F6873733B2AE}"/>
              </a:ext>
            </a:extLst>
          </p:cNvPr>
          <p:cNvSpPr txBox="1"/>
          <p:nvPr/>
        </p:nvSpPr>
        <p:spPr>
          <a:xfrm>
            <a:off x="30729359" y="16504157"/>
            <a:ext cx="2646878" cy="208672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/>
              <a:t>(10)</a:t>
            </a:r>
          </a:p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 err="1"/>
              <a:t>輸出預測</a:t>
            </a:r>
            <a:br>
              <a:rPr sz="4800" dirty="0"/>
            </a:br>
            <a:endParaRPr sz="48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175F0A6-C258-74BE-00CE-7638EA7CCFDA}"/>
              </a:ext>
            </a:extLst>
          </p:cNvPr>
          <p:cNvSpPr txBox="1"/>
          <p:nvPr/>
        </p:nvSpPr>
        <p:spPr>
          <a:xfrm>
            <a:off x="25841482" y="14862963"/>
            <a:ext cx="2403222" cy="275152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/>
              <a:t>(512)</a:t>
            </a:r>
            <a:br>
              <a:rPr sz="4800" dirty="0"/>
            </a:br>
            <a:r>
              <a:rPr sz="4800" dirty="0" err="1"/>
              <a:t>線性</a:t>
            </a:r>
            <a:br>
              <a:rPr lang="en-US" sz="4800" dirty="0"/>
            </a:br>
            <a:r>
              <a:rPr sz="4800" dirty="0"/>
              <a:t>(Linear)</a:t>
            </a:r>
            <a:br>
              <a:rPr sz="4800" dirty="0"/>
            </a:br>
            <a:endParaRPr sz="48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1FD2AD8-9231-7A8B-2E7B-80E5933E1AAF}"/>
              </a:ext>
            </a:extLst>
          </p:cNvPr>
          <p:cNvSpPr txBox="1"/>
          <p:nvPr/>
        </p:nvSpPr>
        <p:spPr>
          <a:xfrm>
            <a:off x="28256500" y="14887403"/>
            <a:ext cx="2331086" cy="275152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/>
              <a:t>(512)</a:t>
            </a:r>
            <a:br>
              <a:rPr sz="4800" dirty="0"/>
            </a:br>
            <a:r>
              <a:rPr sz="4800" dirty="0" err="1"/>
              <a:t>線性</a:t>
            </a:r>
            <a:br>
              <a:rPr lang="en-US" sz="4800" dirty="0"/>
            </a:br>
            <a:r>
              <a:rPr sz="4800" dirty="0"/>
              <a:t>(Linear)</a:t>
            </a:r>
            <a:br>
              <a:rPr sz="4800" dirty="0"/>
            </a:br>
            <a:endParaRPr sz="480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770794A-FD1B-3D16-19FB-037933ABB8D8}"/>
              </a:ext>
            </a:extLst>
          </p:cNvPr>
          <p:cNvSpPr/>
          <p:nvPr/>
        </p:nvSpPr>
        <p:spPr>
          <a:xfrm>
            <a:off x="3184352" y="8018422"/>
            <a:ext cx="1354263" cy="97047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0">
              <a:solidFill>
                <a:srgbClr val="FFFFFF"/>
              </a:solidFill>
              <a:latin typeface="Trebuchet MS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AFE7C3A-D24E-6803-0911-79E6A2752112}"/>
              </a:ext>
            </a:extLst>
          </p:cNvPr>
          <p:cNvCxnSpPr/>
          <p:nvPr/>
        </p:nvCxnSpPr>
        <p:spPr>
          <a:xfrm flipV="1">
            <a:off x="3861480" y="7319030"/>
            <a:ext cx="5414273" cy="1151387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Picture 100">
            <a:extLst>
              <a:ext uri="{FF2B5EF4-FFF2-40B4-BE49-F238E27FC236}">
                <a16:creationId xmlns:a16="http://schemas.microsoft.com/office/drawing/2014/main" id="{CA97E922-BA1C-395F-8A50-DC02CC8C02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018" t="46330" r="44192" b="39913"/>
          <a:stretch/>
        </p:blipFill>
        <p:spPr>
          <a:xfrm>
            <a:off x="7723438" y="5865180"/>
            <a:ext cx="2849430" cy="2830533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47E50DB-C582-0C1B-7D4C-5F486E52D676}"/>
              </a:ext>
            </a:extLst>
          </p:cNvPr>
          <p:cNvCxnSpPr>
            <a:cxnSpLocks/>
          </p:cNvCxnSpPr>
          <p:nvPr/>
        </p:nvCxnSpPr>
        <p:spPr>
          <a:xfrm>
            <a:off x="3896230" y="8483133"/>
            <a:ext cx="5309887" cy="2263467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102">
            <a:extLst>
              <a:ext uri="{FF2B5EF4-FFF2-40B4-BE49-F238E27FC236}">
                <a16:creationId xmlns:a16="http://schemas.microsoft.com/office/drawing/2014/main" id="{AF33996D-A450-8CF5-FEFC-69A6BA5BB2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839" t="46366" r="58553" b="39877"/>
          <a:stretch/>
        </p:blipFill>
        <p:spPr>
          <a:xfrm>
            <a:off x="7884468" y="9139434"/>
            <a:ext cx="2782577" cy="2830533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AA3ED44-E3FF-BAD3-F9D8-AE6A575CDBF2}"/>
              </a:ext>
            </a:extLst>
          </p:cNvPr>
          <p:cNvCxnSpPr>
            <a:cxnSpLocks/>
          </p:cNvCxnSpPr>
          <p:nvPr/>
        </p:nvCxnSpPr>
        <p:spPr>
          <a:xfrm>
            <a:off x="9205600" y="7284258"/>
            <a:ext cx="3727153" cy="1381397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Picture 104">
            <a:extLst>
              <a:ext uri="{FF2B5EF4-FFF2-40B4-BE49-F238E27FC236}">
                <a16:creationId xmlns:a16="http://schemas.microsoft.com/office/drawing/2014/main" id="{FC78E408-0097-49E8-848B-4B7A7B4434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328" t="39232" r="58064" b="47010"/>
          <a:stretch/>
        </p:blipFill>
        <p:spPr>
          <a:xfrm>
            <a:off x="10155895" y="6007067"/>
            <a:ext cx="4532843" cy="4610967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483C7232-3137-9CBA-30A7-FC99BDACDF94}"/>
              </a:ext>
            </a:extLst>
          </p:cNvPr>
          <p:cNvSpPr/>
          <p:nvPr/>
        </p:nvSpPr>
        <p:spPr>
          <a:xfrm>
            <a:off x="10946189" y="7205208"/>
            <a:ext cx="1354263" cy="97047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6000">
              <a:solidFill>
                <a:srgbClr val="FFFFFF"/>
              </a:solidFill>
              <a:latin typeface="Trebuchet MS"/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17EC6C41-EDFD-4C68-57AA-F1529C94CFF7}"/>
              </a:ext>
            </a:extLst>
          </p:cNvPr>
          <p:cNvCxnSpPr>
            <a:cxnSpLocks/>
          </p:cNvCxnSpPr>
          <p:nvPr/>
        </p:nvCxnSpPr>
        <p:spPr>
          <a:xfrm flipV="1">
            <a:off x="9302310" y="9858059"/>
            <a:ext cx="2100887" cy="695823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3D391C8-41EE-1A14-0042-30C18306206E}"/>
              </a:ext>
            </a:extLst>
          </p:cNvPr>
          <p:cNvGrpSpPr/>
          <p:nvPr/>
        </p:nvGrpSpPr>
        <p:grpSpPr>
          <a:xfrm>
            <a:off x="10711162" y="7009970"/>
            <a:ext cx="4532843" cy="4598887"/>
            <a:chOff x="3213348" y="2102991"/>
            <a:chExt cx="1359853" cy="1379666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EA277BC7-5823-69DB-1E60-8E0ABB3AF4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8611" t="39389" r="43867" b="47044"/>
            <a:stretch/>
          </p:blipFill>
          <p:spPr>
            <a:xfrm>
              <a:off x="3213348" y="2102991"/>
              <a:ext cx="1359853" cy="1379666"/>
            </a:xfrm>
            <a:prstGeom prst="rect">
              <a:avLst/>
            </a:prstGeom>
            <a:scene3d>
              <a:camera prst="isometricRightUp"/>
              <a:lightRig rig="threePt" dir="t"/>
            </a:scene3d>
          </p:spPr>
        </p:pic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2266919-DA8C-864C-5CCA-185D213F15D5}"/>
                </a:ext>
              </a:extLst>
            </p:cNvPr>
            <p:cNvSpPr/>
            <p:nvPr/>
          </p:nvSpPr>
          <p:spPr>
            <a:xfrm>
              <a:off x="3473547" y="2448480"/>
              <a:ext cx="406279" cy="291141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23985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6000">
                <a:solidFill>
                  <a:srgbClr val="FFFFFF"/>
                </a:solidFill>
                <a:latin typeface="Trebuchet MS"/>
              </a:endParaRPr>
            </a:p>
          </p:txBody>
        </p:sp>
      </p:grp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D5AEF90-56F7-970C-4F1E-6772FE69255E}"/>
              </a:ext>
            </a:extLst>
          </p:cNvPr>
          <p:cNvCxnSpPr>
            <a:cxnSpLocks/>
          </p:cNvCxnSpPr>
          <p:nvPr/>
        </p:nvCxnSpPr>
        <p:spPr>
          <a:xfrm flipV="1">
            <a:off x="11585172" y="6604067"/>
            <a:ext cx="5071203" cy="1123747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Picture 111">
            <a:extLst>
              <a:ext uri="{FF2B5EF4-FFF2-40B4-BE49-F238E27FC236}">
                <a16:creationId xmlns:a16="http://schemas.microsoft.com/office/drawing/2014/main" id="{8C06EF87-E4FC-994C-9D41-31793723512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3839" t="48989" r="58501" b="37066"/>
          <a:stretch/>
        </p:blipFill>
        <p:spPr>
          <a:xfrm>
            <a:off x="15135858" y="5327590"/>
            <a:ext cx="2801357" cy="286890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BA214C4-6B7D-CE30-F6FD-2773E5E3C4FD}"/>
              </a:ext>
            </a:extLst>
          </p:cNvPr>
          <p:cNvCxnSpPr>
            <a:cxnSpLocks/>
          </p:cNvCxnSpPr>
          <p:nvPr/>
        </p:nvCxnSpPr>
        <p:spPr>
          <a:xfrm>
            <a:off x="11604838" y="7690442"/>
            <a:ext cx="5051537" cy="231089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Picture 113">
            <a:extLst>
              <a:ext uri="{FF2B5EF4-FFF2-40B4-BE49-F238E27FC236}">
                <a16:creationId xmlns:a16="http://schemas.microsoft.com/office/drawing/2014/main" id="{D3C2C306-6AE7-7552-8883-483A93A4BB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095" t="65776" r="44259" b="20771"/>
          <a:stretch/>
        </p:blipFill>
        <p:spPr>
          <a:xfrm>
            <a:off x="15067085" y="8910920"/>
            <a:ext cx="2796357" cy="2767713"/>
          </a:xfrm>
          <a:prstGeom prst="rect">
            <a:avLst/>
          </a:prstGeom>
          <a:ln w="3175">
            <a:solidFill>
              <a:srgbClr val="B3B3B3">
                <a:alpha val="56078"/>
              </a:srgbClr>
            </a:solidFill>
          </a:ln>
          <a:scene3d>
            <a:camera prst="isometricRightUp"/>
            <a:lightRig rig="threePt" dir="t"/>
          </a:scene3d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48C6A94-E07A-2659-2531-6EB3ADDF4C75}"/>
              </a:ext>
            </a:extLst>
          </p:cNvPr>
          <p:cNvCxnSpPr>
            <a:cxnSpLocks/>
          </p:cNvCxnSpPr>
          <p:nvPr/>
        </p:nvCxnSpPr>
        <p:spPr>
          <a:xfrm>
            <a:off x="12300450" y="8667650"/>
            <a:ext cx="4357440" cy="1916953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Picture 115">
            <a:extLst>
              <a:ext uri="{FF2B5EF4-FFF2-40B4-BE49-F238E27FC236}">
                <a16:creationId xmlns:a16="http://schemas.microsoft.com/office/drawing/2014/main" id="{CD18DCE7-BB4F-8A09-3FAD-B23D26D369B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103" t="65700" r="44252" b="20664"/>
          <a:stretch/>
        </p:blipFill>
        <p:spPr>
          <a:xfrm>
            <a:off x="15340198" y="9151120"/>
            <a:ext cx="2796357" cy="2805513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E31DD88-0BBF-F223-328D-723CD2F3FB49}"/>
              </a:ext>
            </a:extLst>
          </p:cNvPr>
          <p:cNvCxnSpPr>
            <a:cxnSpLocks/>
          </p:cNvCxnSpPr>
          <p:nvPr/>
        </p:nvCxnSpPr>
        <p:spPr>
          <a:xfrm flipV="1">
            <a:off x="12255622" y="7053464"/>
            <a:ext cx="4623570" cy="1614813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8" name="Picture 117">
            <a:extLst>
              <a:ext uri="{FF2B5EF4-FFF2-40B4-BE49-F238E27FC236}">
                <a16:creationId xmlns:a16="http://schemas.microsoft.com/office/drawing/2014/main" id="{3599D149-420F-5494-53EE-47ACEB1733B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024" t="49170" r="44231" b="37094"/>
          <a:stretch/>
        </p:blipFill>
        <p:spPr>
          <a:xfrm>
            <a:off x="15425280" y="5623200"/>
            <a:ext cx="2867593" cy="2860527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F8870F1-9217-6402-6E2B-BAC253C064D4}"/>
              </a:ext>
            </a:extLst>
          </p:cNvPr>
          <p:cNvCxnSpPr>
            <a:cxnSpLocks/>
          </p:cNvCxnSpPr>
          <p:nvPr/>
        </p:nvCxnSpPr>
        <p:spPr>
          <a:xfrm>
            <a:off x="16920117" y="7080835"/>
            <a:ext cx="3727153" cy="1381397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19">
            <a:extLst>
              <a:ext uri="{FF2B5EF4-FFF2-40B4-BE49-F238E27FC236}">
                <a16:creationId xmlns:a16="http://schemas.microsoft.com/office/drawing/2014/main" id="{A15315B7-A4D1-608B-EDB4-9CAE98CF6E5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394" t="55920" r="58015" b="30443"/>
          <a:stretch/>
        </p:blipFill>
        <p:spPr>
          <a:xfrm>
            <a:off x="17996158" y="5846139"/>
            <a:ext cx="4551357" cy="4598883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FA7A9DF-39BA-5CA6-73DC-115BFB1188DF}"/>
              </a:ext>
            </a:extLst>
          </p:cNvPr>
          <p:cNvCxnSpPr>
            <a:cxnSpLocks/>
          </p:cNvCxnSpPr>
          <p:nvPr/>
        </p:nvCxnSpPr>
        <p:spPr>
          <a:xfrm flipV="1">
            <a:off x="16794525" y="9799834"/>
            <a:ext cx="2643823" cy="784773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121">
            <a:extLst>
              <a:ext uri="{FF2B5EF4-FFF2-40B4-BE49-F238E27FC236}">
                <a16:creationId xmlns:a16="http://schemas.microsoft.com/office/drawing/2014/main" id="{049FD2D6-E5E5-7B5C-EC9E-E07914D3180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680" t="55835" r="43764" b="30529"/>
          <a:stretch/>
        </p:blipFill>
        <p:spPr>
          <a:xfrm>
            <a:off x="18514174" y="6639383"/>
            <a:ext cx="4476093" cy="4544567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8BF5F93-F11A-B61E-E923-21F48034A48B}"/>
              </a:ext>
            </a:extLst>
          </p:cNvPr>
          <p:cNvCxnSpPr>
            <a:cxnSpLocks/>
          </p:cNvCxnSpPr>
          <p:nvPr/>
        </p:nvCxnSpPr>
        <p:spPr>
          <a:xfrm flipV="1">
            <a:off x="21919617" y="5252273"/>
            <a:ext cx="2102613" cy="134260"/>
          </a:xfrm>
          <a:prstGeom prst="line">
            <a:avLst/>
          </a:prstGeom>
          <a:ln w="2857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1BDF9BA-CFB4-546C-472E-95737D541EAF}"/>
              </a:ext>
            </a:extLst>
          </p:cNvPr>
          <p:cNvCxnSpPr/>
          <p:nvPr/>
        </p:nvCxnSpPr>
        <p:spPr>
          <a:xfrm>
            <a:off x="23214370" y="4101275"/>
            <a:ext cx="0" cy="12058183"/>
          </a:xfrm>
          <a:prstGeom prst="line">
            <a:avLst/>
          </a:prstGeom>
          <a:ln w="762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B3066A0-3984-7709-2308-19A8EE191E10}"/>
              </a:ext>
            </a:extLst>
          </p:cNvPr>
          <p:cNvSpPr txBox="1"/>
          <p:nvPr/>
        </p:nvSpPr>
        <p:spPr>
          <a:xfrm>
            <a:off x="3268385" y="16122844"/>
            <a:ext cx="2810385" cy="208672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/>
              <a:t>1, 28, 28)</a:t>
            </a:r>
          </a:p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 err="1"/>
              <a:t>圖像輸入</a:t>
            </a:r>
            <a:br>
              <a:rPr sz="4800" dirty="0"/>
            </a:br>
            <a:endParaRPr sz="48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B1AFC3D-D32B-A5F3-6AF5-770CDBB3AB23}"/>
              </a:ext>
            </a:extLst>
          </p:cNvPr>
          <p:cNvSpPr txBox="1"/>
          <p:nvPr/>
        </p:nvSpPr>
        <p:spPr>
          <a:xfrm>
            <a:off x="7319331" y="14859194"/>
            <a:ext cx="3627916" cy="208672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/>
              <a:t>(2, 1, 3, 3)</a:t>
            </a:r>
          </a:p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 err="1"/>
              <a:t>核心</a:t>
            </a:r>
            <a:r>
              <a:rPr sz="4800" dirty="0"/>
              <a:t>(Kernel)</a:t>
            </a:r>
            <a:br>
              <a:rPr sz="4800" dirty="0"/>
            </a:br>
            <a:endParaRPr sz="48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9EC8386-4F25-5B11-23A1-3108BC5AA415}"/>
              </a:ext>
            </a:extLst>
          </p:cNvPr>
          <p:cNvSpPr txBox="1"/>
          <p:nvPr/>
        </p:nvSpPr>
        <p:spPr>
          <a:xfrm>
            <a:off x="9903684" y="12368996"/>
            <a:ext cx="5153975" cy="275152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4800" dirty="0"/>
              <a:t>(</a:t>
            </a:r>
            <a:r>
              <a:rPr sz="4800" dirty="0"/>
              <a:t>2, 28, 28)</a:t>
            </a:r>
          </a:p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 err="1"/>
              <a:t>堆疊圖像</a:t>
            </a:r>
            <a:br>
              <a:rPr lang="en-US" sz="4800" dirty="0"/>
            </a:br>
            <a:r>
              <a:rPr lang="en-US" sz="4800" dirty="0"/>
              <a:t>(Stacked Images)</a:t>
            </a:r>
            <a:br>
              <a:rPr sz="4800" dirty="0"/>
            </a:br>
            <a:endParaRPr sz="48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EA4554E-9C90-3A42-F297-EFC86D0516BC}"/>
              </a:ext>
            </a:extLst>
          </p:cNvPr>
          <p:cNvSpPr txBox="1"/>
          <p:nvPr/>
        </p:nvSpPr>
        <p:spPr>
          <a:xfrm>
            <a:off x="14591743" y="14859191"/>
            <a:ext cx="3627916" cy="208672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4800" dirty="0"/>
              <a:t>(</a:t>
            </a:r>
            <a:r>
              <a:rPr sz="4800" dirty="0"/>
              <a:t>2, 2, 3, 3)</a:t>
            </a:r>
          </a:p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 err="1"/>
              <a:t>核心</a:t>
            </a:r>
            <a:r>
              <a:rPr sz="4800" dirty="0"/>
              <a:t>(Kernel)</a:t>
            </a:r>
            <a:br>
              <a:rPr sz="4800" dirty="0"/>
            </a:br>
            <a:endParaRPr sz="48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120D131-BA22-56CA-72A0-2713FE22E3E6}"/>
              </a:ext>
            </a:extLst>
          </p:cNvPr>
          <p:cNvSpPr txBox="1"/>
          <p:nvPr/>
        </p:nvSpPr>
        <p:spPr>
          <a:xfrm>
            <a:off x="17899023" y="12763871"/>
            <a:ext cx="4738798" cy="2031325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 algn="ctr" defTabSz="1523985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z="4800" dirty="0"/>
              <a:t>(</a:t>
            </a:r>
            <a:r>
              <a:rPr sz="4800" dirty="0"/>
              <a:t>2, 28, 28)</a:t>
            </a:r>
            <a:br>
              <a:rPr sz="4800" dirty="0"/>
            </a:br>
            <a:r>
              <a:rPr sz="4800" dirty="0" err="1"/>
              <a:t>堆疊圖像</a:t>
            </a:r>
            <a:br>
              <a:rPr sz="4800" dirty="0"/>
            </a:br>
            <a:r>
              <a:rPr lang="en-US" sz="4400" dirty="0"/>
              <a:t>(Stacked Images)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283299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尋找邊緣</a:t>
            </a:r>
            <a:r>
              <a:rPr lang="en-US" altLang="zh-TW" dirty="0"/>
              <a:t>(</a:t>
            </a:r>
            <a:r>
              <a:rPr lang="en-US" dirty="0"/>
              <a:t>Edges</a:t>
            </a:r>
            <a:r>
              <a:rPr lang="en-US" altLang="zh-TW" dirty="0"/>
              <a:t>)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DA5785-1E43-492D-96C5-4EB923D20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7865" y="5637098"/>
            <a:ext cx="9747250" cy="9144000"/>
          </a:xfrm>
          <a:prstGeom prst="rect">
            <a:avLst/>
          </a:prstGeom>
          <a:ln>
            <a:solidFill>
              <a:srgbClr val="B3B3B3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380E74-B8B4-489A-A565-6073D39FB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712" y="5637098"/>
            <a:ext cx="9747250" cy="9144000"/>
          </a:xfrm>
          <a:prstGeom prst="rect">
            <a:avLst/>
          </a:prstGeom>
          <a:ln>
            <a:solidFill>
              <a:srgbClr val="B3B3B3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9868EB-A1F0-40A8-A73C-953C76681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42022" y="5637098"/>
            <a:ext cx="9747250" cy="9144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DED7CC2-F67C-4EDE-A3D2-E9AEBD62CCA2}"/>
              </a:ext>
            </a:extLst>
          </p:cNvPr>
          <p:cNvSpPr/>
          <p:nvPr/>
        </p:nvSpPr>
        <p:spPr>
          <a:xfrm>
            <a:off x="13387872" y="2953185"/>
            <a:ext cx="9747250" cy="2233853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600" dirty="0" err="1">
                <a:solidFill>
                  <a:schemeClr val="tx1"/>
                </a:solidFill>
              </a:rPr>
              <a:t>原始圖</a:t>
            </a:r>
            <a:r>
              <a:rPr lang="zh-TW" altLang="en-US" sz="6600" dirty="0">
                <a:solidFill>
                  <a:schemeClr val="tx1"/>
                </a:solidFill>
              </a:rPr>
              <a:t>像</a:t>
            </a:r>
            <a:endParaRPr sz="66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6C15D-DFFD-4D92-B5F2-7EA55A72ECDF}"/>
              </a:ext>
            </a:extLst>
          </p:cNvPr>
          <p:cNvSpPr/>
          <p:nvPr/>
        </p:nvSpPr>
        <p:spPr>
          <a:xfrm>
            <a:off x="2133715" y="2953185"/>
            <a:ext cx="9747250" cy="2233853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600" dirty="0" err="1">
                <a:solidFill>
                  <a:schemeClr val="tx1"/>
                </a:solidFill>
              </a:rPr>
              <a:t>垂直邊緣</a:t>
            </a:r>
            <a:br>
              <a:rPr sz="6600" dirty="0">
                <a:solidFill>
                  <a:schemeClr val="tx1"/>
                </a:solidFill>
              </a:rPr>
            </a:br>
            <a:r>
              <a:rPr lang="en-US" sz="6600" dirty="0">
                <a:solidFill>
                  <a:schemeClr val="tx1"/>
                </a:solidFill>
              </a:rPr>
              <a:t>(Vertical Edges)</a:t>
            </a:r>
            <a:endParaRPr sz="66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81F19F-FD95-4D6C-B228-454C93557D41}"/>
              </a:ext>
            </a:extLst>
          </p:cNvPr>
          <p:cNvSpPr/>
          <p:nvPr/>
        </p:nvSpPr>
        <p:spPr>
          <a:xfrm>
            <a:off x="24642025" y="2953185"/>
            <a:ext cx="9747250" cy="2233853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600" dirty="0" err="1">
                <a:solidFill>
                  <a:schemeClr val="tx1"/>
                </a:solidFill>
              </a:rPr>
              <a:t>水平邊緣</a:t>
            </a:r>
            <a:br>
              <a:rPr lang="en-US" sz="6600" dirty="0">
                <a:solidFill>
                  <a:schemeClr val="tx1"/>
                </a:solidFill>
              </a:rPr>
            </a:br>
            <a:r>
              <a:rPr lang="en-US" sz="6600" dirty="0">
                <a:solidFill>
                  <a:schemeClr val="tx1"/>
                </a:solidFill>
              </a:rPr>
              <a:t>(Horizontal Edges)</a:t>
            </a:r>
            <a:endParaRPr sz="6600" dirty="0">
              <a:solidFill>
                <a:schemeClr val="tx1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A4D0E2A-78D5-4A84-B0F0-B0CD1CC3D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588673"/>
              </p:ext>
            </p:extLst>
          </p:nvPr>
        </p:nvGraphicFramePr>
        <p:xfrm>
          <a:off x="4194698" y="15231158"/>
          <a:ext cx="56252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304800" marR="304800" marT="152400" marB="1524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428C12A-3CF2-46FD-BD43-F6684802E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835697"/>
              </p:ext>
            </p:extLst>
          </p:nvPr>
        </p:nvGraphicFramePr>
        <p:xfrm>
          <a:off x="15475362" y="15231158"/>
          <a:ext cx="56252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3F273CB6-769A-4FC6-8E31-1E514C7D6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357700"/>
              </p:ext>
            </p:extLst>
          </p:nvPr>
        </p:nvGraphicFramePr>
        <p:xfrm>
          <a:off x="26756035" y="15231158"/>
          <a:ext cx="56252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090">
                  <a:extLst>
                    <a:ext uri="{9D8B030D-6E8A-4147-A177-3AD203B41FA5}">
                      <a16:colId xmlns:a16="http://schemas.microsoft.com/office/drawing/2014/main" val="3363110549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2773334811"/>
                    </a:ext>
                  </a:extLst>
                </a:gridCol>
                <a:gridCol w="1875090">
                  <a:extLst>
                    <a:ext uri="{9D8B030D-6E8A-4147-A177-3AD203B41FA5}">
                      <a16:colId xmlns:a16="http://schemas.microsoft.com/office/drawing/2014/main" val="3954811565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b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188996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28458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marL="304800" marR="304800" marT="152400" marB="152400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0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marL="304800" marR="304800" marT="152400" marB="152400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418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35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ABED-7C24-4295-B9EA-B076EBBA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神經網路感知</a:t>
            </a:r>
            <a:r>
              <a:rPr lang="en-US" dirty="0"/>
              <a:t>(Perception)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ED7E3-3237-43B0-872B-0F99B744F1C7}"/>
              </a:ext>
            </a:extLst>
          </p:cNvPr>
          <p:cNvSpPr/>
          <p:nvPr/>
        </p:nvSpPr>
        <p:spPr>
          <a:xfrm rot="16200000">
            <a:off x="4698703" y="6547502"/>
            <a:ext cx="5151787" cy="19697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dirty="0" err="1"/>
              <a:t>卷積</a:t>
            </a:r>
            <a:r>
              <a:rPr sz="4800" dirty="0"/>
              <a:t>(Convolution)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ABA6B5-1CAC-4D63-8B30-B21526C9647D}"/>
              </a:ext>
            </a:extLst>
          </p:cNvPr>
          <p:cNvSpPr/>
          <p:nvPr/>
        </p:nvSpPr>
        <p:spPr>
          <a:xfrm rot="16200000">
            <a:off x="1305160" y="6547502"/>
            <a:ext cx="4053280" cy="196977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4800" dirty="0"/>
              <a:t>輸入</a:t>
            </a:r>
            <a:br>
              <a:rPr lang="en-US" sz="4800" dirty="0"/>
            </a:br>
            <a:endParaRPr sz="4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FDF9BC-04DF-43DB-A785-D7751D4CAA82}"/>
              </a:ext>
            </a:extLst>
          </p:cNvPr>
          <p:cNvSpPr/>
          <p:nvPr/>
        </p:nvSpPr>
        <p:spPr>
          <a:xfrm rot="16200000">
            <a:off x="8641502" y="6547502"/>
            <a:ext cx="5151783" cy="19697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dirty="0" err="1"/>
              <a:t>卷積</a:t>
            </a:r>
            <a:r>
              <a:rPr sz="4800" dirty="0"/>
              <a:t>(Convolution)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41F5C6-D633-44D6-A410-34F1569327C2}"/>
              </a:ext>
            </a:extLst>
          </p:cNvPr>
          <p:cNvSpPr/>
          <p:nvPr/>
        </p:nvSpPr>
        <p:spPr>
          <a:xfrm rot="16200000">
            <a:off x="12584299" y="6547502"/>
            <a:ext cx="5151783" cy="19697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dirty="0" err="1"/>
              <a:t>卷積</a:t>
            </a:r>
            <a:r>
              <a:rPr sz="4800" dirty="0"/>
              <a:t>(Convolution)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B32F75-8AA0-43F5-9D26-38F89A3E07C3}"/>
              </a:ext>
            </a:extLst>
          </p:cNvPr>
          <p:cNvSpPr/>
          <p:nvPr/>
        </p:nvSpPr>
        <p:spPr>
          <a:xfrm rot="16200000">
            <a:off x="16527095" y="6547502"/>
            <a:ext cx="5151783" cy="19697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dirty="0" err="1"/>
              <a:t>卷積</a:t>
            </a:r>
            <a:r>
              <a:rPr sz="4800" dirty="0"/>
              <a:t>(Convolution)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8B9B4D-0D58-468F-877B-B30E5AC0B261}"/>
              </a:ext>
            </a:extLst>
          </p:cNvPr>
          <p:cNvSpPr/>
          <p:nvPr/>
        </p:nvSpPr>
        <p:spPr>
          <a:xfrm rot="16200000">
            <a:off x="21194327" y="6547502"/>
            <a:ext cx="3702913" cy="19697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dirty="0" err="1"/>
              <a:t>線性</a:t>
            </a:r>
            <a:r>
              <a:rPr sz="4800" dirty="0"/>
              <a:t>(Linear)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D1F90A-3A9B-4D18-9F08-4DE517548A33}"/>
              </a:ext>
            </a:extLst>
          </p:cNvPr>
          <p:cNvSpPr/>
          <p:nvPr/>
        </p:nvSpPr>
        <p:spPr>
          <a:xfrm rot="16200000">
            <a:off x="29328684" y="6337388"/>
            <a:ext cx="3198873" cy="196977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dirty="0" err="1">
                <a:solidFill>
                  <a:schemeClr val="tx1"/>
                </a:solidFill>
              </a:rPr>
              <a:t>輸出</a:t>
            </a:r>
            <a:endParaRPr sz="48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586F73-2924-45E7-BA1C-DFDC1938ED7C}"/>
              </a:ext>
            </a:extLst>
          </p:cNvPr>
          <p:cNvSpPr/>
          <p:nvPr/>
        </p:nvSpPr>
        <p:spPr>
          <a:xfrm rot="16200000">
            <a:off x="25645255" y="6547502"/>
            <a:ext cx="2686650" cy="19697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dirty="0" err="1"/>
              <a:t>線性</a:t>
            </a:r>
            <a:r>
              <a:rPr sz="4800" dirty="0"/>
              <a:t>(Linear)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D2E43C-FB14-49F7-8204-127133345892}"/>
              </a:ext>
            </a:extLst>
          </p:cNvPr>
          <p:cNvSpPr/>
          <p:nvPr/>
        </p:nvSpPr>
        <p:spPr>
          <a:xfrm>
            <a:off x="11388968" y="10243945"/>
            <a:ext cx="3613917" cy="13173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dirty="0" err="1"/>
              <a:t>紋理</a:t>
            </a:r>
            <a:br>
              <a:rPr lang="en-US" sz="4800" dirty="0"/>
            </a:br>
            <a:r>
              <a:rPr lang="en-US" sz="4800" dirty="0"/>
              <a:t>(Textures)</a:t>
            </a:r>
            <a:endParaRPr sz="48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4267E7-2D78-4C2D-A97E-0435FF8393CE}"/>
              </a:ext>
            </a:extLst>
          </p:cNvPr>
          <p:cNvSpPr/>
          <p:nvPr/>
        </p:nvSpPr>
        <p:spPr>
          <a:xfrm>
            <a:off x="6289712" y="10243945"/>
            <a:ext cx="3613917" cy="13173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dirty="0" err="1"/>
              <a:t>邊緣</a:t>
            </a:r>
            <a:br>
              <a:rPr sz="4800" dirty="0"/>
            </a:br>
            <a:r>
              <a:rPr lang="en-US" sz="4800" dirty="0"/>
              <a:t>(Edges)</a:t>
            </a:r>
            <a:endParaRPr sz="48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E53A02-BD2B-48C0-A04F-BD1F63D812CF}"/>
              </a:ext>
            </a:extLst>
          </p:cNvPr>
          <p:cNvSpPr/>
          <p:nvPr/>
        </p:nvSpPr>
        <p:spPr>
          <a:xfrm>
            <a:off x="16473955" y="10287002"/>
            <a:ext cx="3613917" cy="13173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dirty="0" err="1"/>
              <a:t>物體</a:t>
            </a:r>
            <a:br>
              <a:rPr sz="4800" dirty="0"/>
            </a:br>
            <a:r>
              <a:rPr lang="en-US" sz="4800" dirty="0"/>
              <a:t>(Objects)</a:t>
            </a:r>
            <a:endParaRPr sz="48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D45C70-6278-47FF-A5F0-807223C867C1}"/>
              </a:ext>
            </a:extLst>
          </p:cNvPr>
          <p:cNvCxnSpPr>
            <a:cxnSpLocks/>
          </p:cNvCxnSpPr>
          <p:nvPr/>
        </p:nvCxnSpPr>
        <p:spPr>
          <a:xfrm>
            <a:off x="4316689" y="7322273"/>
            <a:ext cx="1973023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00C476-4B0D-47C6-A939-C2995649CAD4}"/>
              </a:ext>
            </a:extLst>
          </p:cNvPr>
          <p:cNvCxnSpPr>
            <a:cxnSpLocks/>
          </p:cNvCxnSpPr>
          <p:nvPr/>
        </p:nvCxnSpPr>
        <p:spPr>
          <a:xfrm flipV="1">
            <a:off x="8259485" y="7532385"/>
            <a:ext cx="1973023" cy="3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943CEE-91CB-44B1-898A-7D5F7480DF3F}"/>
              </a:ext>
            </a:extLst>
          </p:cNvPr>
          <p:cNvCxnSpPr>
            <a:cxnSpLocks/>
          </p:cNvCxnSpPr>
          <p:nvPr/>
        </p:nvCxnSpPr>
        <p:spPr>
          <a:xfrm>
            <a:off x="12202277" y="7532383"/>
            <a:ext cx="1973027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5703D8D-06BA-4913-91E7-75A2F11B13AD}"/>
              </a:ext>
            </a:extLst>
          </p:cNvPr>
          <p:cNvCxnSpPr>
            <a:cxnSpLocks/>
          </p:cNvCxnSpPr>
          <p:nvPr/>
        </p:nvCxnSpPr>
        <p:spPr>
          <a:xfrm>
            <a:off x="16145073" y="7532383"/>
            <a:ext cx="1973027" cy="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F3C364-9EEF-4674-A9E3-3792D6DB546A}"/>
              </a:ext>
            </a:extLst>
          </p:cNvPr>
          <p:cNvCxnSpPr>
            <a:cxnSpLocks/>
          </p:cNvCxnSpPr>
          <p:nvPr/>
        </p:nvCxnSpPr>
        <p:spPr>
          <a:xfrm>
            <a:off x="20087872" y="7255259"/>
            <a:ext cx="1973030" cy="3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F5B66D0-70CB-46DB-B4C3-D8C2D2F5BA03}"/>
              </a:ext>
            </a:extLst>
          </p:cNvPr>
          <p:cNvCxnSpPr>
            <a:cxnSpLocks/>
          </p:cNvCxnSpPr>
          <p:nvPr/>
        </p:nvCxnSpPr>
        <p:spPr>
          <a:xfrm flipV="1">
            <a:off x="24030672" y="7338009"/>
            <a:ext cx="1973023" cy="3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F414DBA-E48E-477A-B4EC-DCEC04D7D453}"/>
              </a:ext>
            </a:extLst>
          </p:cNvPr>
          <p:cNvCxnSpPr>
            <a:cxnSpLocks/>
          </p:cNvCxnSpPr>
          <p:nvPr/>
        </p:nvCxnSpPr>
        <p:spPr>
          <a:xfrm>
            <a:off x="27973465" y="7380199"/>
            <a:ext cx="1973043" cy="3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6D3E1102-E444-4A9A-AEFB-31AD17BFFD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577" t="42764" r="39693" b="24091"/>
          <a:stretch/>
        </p:blipFill>
        <p:spPr>
          <a:xfrm>
            <a:off x="5303198" y="11924808"/>
            <a:ext cx="15051457" cy="778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9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ABED-7C24-4295-B9EA-B076EBBA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神經網路感知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5FEABF4-325F-4B5F-B8E7-B53DF1B0D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7235" y="5019985"/>
            <a:ext cx="15737617" cy="11865663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picture containing table, indoor, sitting, small&#10;&#10;Description automatically generated">
            <a:extLst>
              <a:ext uri="{FF2B5EF4-FFF2-40B4-BE49-F238E27FC236}">
                <a16:creationId xmlns:a16="http://schemas.microsoft.com/office/drawing/2014/main" id="{DA6175BB-1E24-4FB2-8F66-A51C869BA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1160" y="5019985"/>
            <a:ext cx="15737613" cy="11865663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355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C9EDB5-0236-0DFB-F4ED-DF929C7B7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 err="1"/>
              <a:t>模型中的其他層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59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最大池化</a:t>
            </a:r>
            <a:r>
              <a:rPr dirty="0"/>
              <a:t>(Max Pooling)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CBDB69E-39FB-44DE-85B8-8059DB7D6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132612"/>
              </p:ext>
            </p:extLst>
          </p:nvPr>
        </p:nvGraphicFramePr>
        <p:xfrm>
          <a:off x="3614840" y="5633129"/>
          <a:ext cx="15554228" cy="968736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3888557">
                  <a:extLst>
                    <a:ext uri="{9D8B030D-6E8A-4147-A177-3AD203B41FA5}">
                      <a16:colId xmlns:a16="http://schemas.microsoft.com/office/drawing/2014/main" val="1625517103"/>
                    </a:ext>
                  </a:extLst>
                </a:gridCol>
                <a:gridCol w="3888557">
                  <a:extLst>
                    <a:ext uri="{9D8B030D-6E8A-4147-A177-3AD203B41FA5}">
                      <a16:colId xmlns:a16="http://schemas.microsoft.com/office/drawing/2014/main" val="3794457829"/>
                    </a:ext>
                  </a:extLst>
                </a:gridCol>
                <a:gridCol w="3888557">
                  <a:extLst>
                    <a:ext uri="{9D8B030D-6E8A-4147-A177-3AD203B41FA5}">
                      <a16:colId xmlns:a16="http://schemas.microsoft.com/office/drawing/2014/main" val="2021949069"/>
                    </a:ext>
                  </a:extLst>
                </a:gridCol>
                <a:gridCol w="3888557">
                  <a:extLst>
                    <a:ext uri="{9D8B030D-6E8A-4147-A177-3AD203B41FA5}">
                      <a16:colId xmlns:a16="http://schemas.microsoft.com/office/drawing/2014/main" val="2945638961"/>
                    </a:ext>
                  </a:extLst>
                </a:gridCol>
              </a:tblGrid>
              <a:tr h="2421840"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110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256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153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67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098838"/>
                  </a:ext>
                </a:extLst>
              </a:tr>
              <a:tr h="2421840"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89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43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51798"/>
                  </a:ext>
                </a:extLst>
              </a:tr>
              <a:tr h="2421840"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051019"/>
                  </a:ext>
                </a:extLst>
              </a:tr>
              <a:tr h="2421840"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49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151705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EB082E8F-393D-476A-A3CB-B5A3FAC3F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016760"/>
              </p:ext>
            </p:extLst>
          </p:nvPr>
        </p:nvGraphicFramePr>
        <p:xfrm>
          <a:off x="24673274" y="8054969"/>
          <a:ext cx="7777114" cy="484368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3888557">
                  <a:extLst>
                    <a:ext uri="{9D8B030D-6E8A-4147-A177-3AD203B41FA5}">
                      <a16:colId xmlns:a16="http://schemas.microsoft.com/office/drawing/2014/main" val="1625517103"/>
                    </a:ext>
                  </a:extLst>
                </a:gridCol>
                <a:gridCol w="3888557">
                  <a:extLst>
                    <a:ext uri="{9D8B030D-6E8A-4147-A177-3AD203B41FA5}">
                      <a16:colId xmlns:a16="http://schemas.microsoft.com/office/drawing/2014/main" val="2945638961"/>
                    </a:ext>
                  </a:extLst>
                </a:gridCol>
              </a:tblGrid>
              <a:tr h="2421840"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256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153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98838"/>
                  </a:ext>
                </a:extLst>
              </a:tr>
              <a:tr h="2421840"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marL="304800" marR="304800" marT="152400" marB="152400" anchor="ctr">
                    <a:lnL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700" b="0" dirty="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 marL="304800" marR="304800" marT="152400" marB="15240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151705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B11B4AC4-F9F7-4218-9502-FE4A62E02B94}"/>
              </a:ext>
            </a:extLst>
          </p:cNvPr>
          <p:cNvSpPr/>
          <p:nvPr/>
        </p:nvSpPr>
        <p:spPr>
          <a:xfrm>
            <a:off x="20363132" y="8794423"/>
            <a:ext cx="3173690" cy="2985153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34C049F-EB1B-40B7-B5AF-A0D1D5B34878}"/>
                  </a:ext>
                </a:extLst>
              </p14:cNvPr>
              <p14:cNvContentPartPr/>
              <p14:nvPr/>
            </p14:nvContentPartPr>
            <p14:xfrm>
              <a:off x="-5622400" y="1217467"/>
              <a:ext cx="1200" cy="1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34C049F-EB1B-40B7-B5AF-A0D1D5B348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652400" y="1187467"/>
                <a:ext cx="60000" cy="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056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Dropout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134CB9C-E558-4A94-B6B2-803C6AD71717}"/>
              </a:ext>
            </a:extLst>
          </p:cNvPr>
          <p:cNvGrpSpPr/>
          <p:nvPr/>
        </p:nvGrpSpPr>
        <p:grpSpPr>
          <a:xfrm>
            <a:off x="4053525" y="5756669"/>
            <a:ext cx="5893263" cy="10082043"/>
            <a:chOff x="1350338" y="1845809"/>
            <a:chExt cx="1595991" cy="2730380"/>
          </a:xfrm>
        </p:grpSpPr>
        <p:sp>
          <p:nvSpPr>
            <p:cNvPr id="7" name="Google Shape;219;p33">
              <a:extLst>
                <a:ext uri="{FF2B5EF4-FFF2-40B4-BE49-F238E27FC236}">
                  <a16:creationId xmlns:a16="http://schemas.microsoft.com/office/drawing/2014/main" id="{EE078EEC-D561-45E2-8F95-41D4D283951A}"/>
                </a:ext>
              </a:extLst>
            </p:cNvPr>
            <p:cNvSpPr/>
            <p:nvPr/>
          </p:nvSpPr>
          <p:spPr>
            <a:xfrm rot="5400000">
              <a:off x="2621408" y="1846802"/>
              <a:ext cx="325914" cy="32392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219;p33">
              <a:extLst>
                <a:ext uri="{FF2B5EF4-FFF2-40B4-BE49-F238E27FC236}">
                  <a16:creationId xmlns:a16="http://schemas.microsoft.com/office/drawing/2014/main" id="{8AAD6705-0F22-431D-8FAC-02ABFC8D9700}"/>
                </a:ext>
              </a:extLst>
            </p:cNvPr>
            <p:cNvSpPr/>
            <p:nvPr/>
          </p:nvSpPr>
          <p:spPr>
            <a:xfrm rot="5400000">
              <a:off x="1985377" y="1846802"/>
              <a:ext cx="325914" cy="32392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19;p33">
              <a:extLst>
                <a:ext uri="{FF2B5EF4-FFF2-40B4-BE49-F238E27FC236}">
                  <a16:creationId xmlns:a16="http://schemas.microsoft.com/office/drawing/2014/main" id="{B9DFA3AB-E6F9-4405-85C3-C111B7B09838}"/>
                </a:ext>
              </a:extLst>
            </p:cNvPr>
            <p:cNvSpPr/>
            <p:nvPr/>
          </p:nvSpPr>
          <p:spPr>
            <a:xfrm rot="5400000">
              <a:off x="1349345" y="1846803"/>
              <a:ext cx="325914" cy="32392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219;p33">
              <a:extLst>
                <a:ext uri="{FF2B5EF4-FFF2-40B4-BE49-F238E27FC236}">
                  <a16:creationId xmlns:a16="http://schemas.microsoft.com/office/drawing/2014/main" id="{3042B772-8553-4CBE-A54C-6AA65543AD54}"/>
                </a:ext>
              </a:extLst>
            </p:cNvPr>
            <p:cNvSpPr/>
            <p:nvPr/>
          </p:nvSpPr>
          <p:spPr>
            <a:xfrm rot="5400000">
              <a:off x="2621408" y="2954942"/>
              <a:ext cx="325914" cy="32392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219;p33">
              <a:extLst>
                <a:ext uri="{FF2B5EF4-FFF2-40B4-BE49-F238E27FC236}">
                  <a16:creationId xmlns:a16="http://schemas.microsoft.com/office/drawing/2014/main" id="{C62FC46C-3C44-41B5-8312-5D218CC49DEE}"/>
                </a:ext>
              </a:extLst>
            </p:cNvPr>
            <p:cNvSpPr/>
            <p:nvPr/>
          </p:nvSpPr>
          <p:spPr>
            <a:xfrm rot="5400000">
              <a:off x="1985377" y="2960707"/>
              <a:ext cx="325914" cy="32392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219;p33">
              <a:extLst>
                <a:ext uri="{FF2B5EF4-FFF2-40B4-BE49-F238E27FC236}">
                  <a16:creationId xmlns:a16="http://schemas.microsoft.com/office/drawing/2014/main" id="{870F7102-6E3A-4685-8CFF-D249780B9B96}"/>
                </a:ext>
              </a:extLst>
            </p:cNvPr>
            <p:cNvSpPr/>
            <p:nvPr/>
          </p:nvSpPr>
          <p:spPr>
            <a:xfrm rot="5400000">
              <a:off x="1349345" y="2960707"/>
              <a:ext cx="325914" cy="32392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19;p33">
              <a:extLst>
                <a:ext uri="{FF2B5EF4-FFF2-40B4-BE49-F238E27FC236}">
                  <a16:creationId xmlns:a16="http://schemas.microsoft.com/office/drawing/2014/main" id="{6F06654A-CF26-4C58-9447-D8845CB7805E}"/>
                </a:ext>
              </a:extLst>
            </p:cNvPr>
            <p:cNvSpPr/>
            <p:nvPr/>
          </p:nvSpPr>
          <p:spPr>
            <a:xfrm rot="5400000">
              <a:off x="1349345" y="4228879"/>
              <a:ext cx="325914" cy="32392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74E253B-4A6F-4F48-BB1A-22A0CF3F09F6}"/>
                </a:ext>
              </a:extLst>
            </p:cNvPr>
            <p:cNvCxnSpPr>
              <a:cxnSpLocks/>
              <a:stCxn id="10" idx="6"/>
              <a:endCxn id="13" idx="2"/>
            </p:cNvCxnSpPr>
            <p:nvPr/>
          </p:nvCxnSpPr>
          <p:spPr>
            <a:xfrm flipH="1">
              <a:off x="1512302" y="3279863"/>
              <a:ext cx="1272063" cy="948023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1316837-0851-471F-B3EC-339FDD4B08D5}"/>
                </a:ext>
              </a:extLst>
            </p:cNvPr>
            <p:cNvCxnSpPr>
              <a:cxnSpLocks/>
              <a:stCxn id="11" idx="6"/>
              <a:endCxn id="13" idx="2"/>
            </p:cNvCxnSpPr>
            <p:nvPr/>
          </p:nvCxnSpPr>
          <p:spPr>
            <a:xfrm flipH="1">
              <a:off x="1512302" y="3285628"/>
              <a:ext cx="636032" cy="942258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BE38B6E-B537-4AC8-8D6E-9CA446704C41}"/>
                </a:ext>
              </a:extLst>
            </p:cNvPr>
            <p:cNvCxnSpPr>
              <a:cxnSpLocks/>
              <a:stCxn id="12" idx="6"/>
              <a:endCxn id="13" idx="2"/>
            </p:cNvCxnSpPr>
            <p:nvPr/>
          </p:nvCxnSpPr>
          <p:spPr>
            <a:xfrm>
              <a:off x="1512302" y="3285628"/>
              <a:ext cx="0" cy="942258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28904A-0FCA-40E7-8931-D1593C7AE4CD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1512302" y="2171724"/>
              <a:ext cx="1272063" cy="782225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2571275-8142-46D5-A72B-91C3F65DCC6C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1512302" y="2171724"/>
              <a:ext cx="636032" cy="78799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C2A812C-46E8-4C8D-8BD5-403A34DEDAF5}"/>
                </a:ext>
              </a:extLst>
            </p:cNvPr>
            <p:cNvCxnSpPr>
              <a:cxnSpLocks/>
              <a:stCxn id="9" idx="6"/>
              <a:endCxn id="12" idx="2"/>
            </p:cNvCxnSpPr>
            <p:nvPr/>
          </p:nvCxnSpPr>
          <p:spPr>
            <a:xfrm>
              <a:off x="1512302" y="2171724"/>
              <a:ext cx="0" cy="787990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90B4511-16EB-4C70-8E3F-4E640BD764F0}"/>
                </a:ext>
              </a:extLst>
            </p:cNvPr>
            <p:cNvCxnSpPr>
              <a:cxnSpLocks/>
              <a:stCxn id="7" idx="6"/>
              <a:endCxn id="10" idx="2"/>
            </p:cNvCxnSpPr>
            <p:nvPr/>
          </p:nvCxnSpPr>
          <p:spPr>
            <a:xfrm>
              <a:off x="2784365" y="2171723"/>
              <a:ext cx="0" cy="782226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29E2BD7-B20E-40E0-B415-7E3460F523B0}"/>
                </a:ext>
              </a:extLst>
            </p:cNvPr>
            <p:cNvCxnSpPr>
              <a:cxnSpLocks/>
              <a:stCxn id="7" idx="6"/>
              <a:endCxn id="11" idx="2"/>
            </p:cNvCxnSpPr>
            <p:nvPr/>
          </p:nvCxnSpPr>
          <p:spPr>
            <a:xfrm flipH="1">
              <a:off x="2148334" y="2171723"/>
              <a:ext cx="636031" cy="787991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214F8CB-C5FF-421B-A9F3-95C3ABC94ED5}"/>
                </a:ext>
              </a:extLst>
            </p:cNvPr>
            <p:cNvCxnSpPr>
              <a:cxnSpLocks/>
              <a:stCxn id="7" idx="6"/>
              <a:endCxn id="12" idx="2"/>
            </p:cNvCxnSpPr>
            <p:nvPr/>
          </p:nvCxnSpPr>
          <p:spPr>
            <a:xfrm flipH="1">
              <a:off x="1512302" y="2171723"/>
              <a:ext cx="1272063" cy="787991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41CD45B-F844-4DC3-8588-EA8593BA9E23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2148334" y="2171723"/>
              <a:ext cx="636031" cy="782226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3787FAE-8E53-441C-8A49-ABF2F9E3F15F}"/>
                </a:ext>
              </a:extLst>
            </p:cNvPr>
            <p:cNvCxnSpPr>
              <a:cxnSpLocks/>
              <a:stCxn id="8" idx="6"/>
              <a:endCxn id="11" idx="2"/>
            </p:cNvCxnSpPr>
            <p:nvPr/>
          </p:nvCxnSpPr>
          <p:spPr>
            <a:xfrm>
              <a:off x="2148334" y="2171723"/>
              <a:ext cx="0" cy="787991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C6A8B92-E87C-488B-968D-A33D9F41B30A}"/>
                </a:ext>
              </a:extLst>
            </p:cNvPr>
            <p:cNvCxnSpPr>
              <a:cxnSpLocks/>
              <a:stCxn id="8" idx="6"/>
              <a:endCxn id="12" idx="2"/>
            </p:cNvCxnSpPr>
            <p:nvPr/>
          </p:nvCxnSpPr>
          <p:spPr>
            <a:xfrm flipH="1">
              <a:off x="1512302" y="2171723"/>
              <a:ext cx="636032" cy="787991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Google Shape;219;p33">
              <a:extLst>
                <a:ext uri="{FF2B5EF4-FFF2-40B4-BE49-F238E27FC236}">
                  <a16:creationId xmlns:a16="http://schemas.microsoft.com/office/drawing/2014/main" id="{44309116-CE87-4B55-90D0-7EA854A37AEF}"/>
                </a:ext>
              </a:extLst>
            </p:cNvPr>
            <p:cNvSpPr/>
            <p:nvPr/>
          </p:nvSpPr>
          <p:spPr>
            <a:xfrm rot="5400000">
              <a:off x="1985377" y="4220940"/>
              <a:ext cx="325914" cy="32392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19;p33">
              <a:extLst>
                <a:ext uri="{FF2B5EF4-FFF2-40B4-BE49-F238E27FC236}">
                  <a16:creationId xmlns:a16="http://schemas.microsoft.com/office/drawing/2014/main" id="{E90E965A-3E18-4DB6-8F5F-445228017C47}"/>
                </a:ext>
              </a:extLst>
            </p:cNvPr>
            <p:cNvSpPr/>
            <p:nvPr/>
          </p:nvSpPr>
          <p:spPr>
            <a:xfrm rot="5400000">
              <a:off x="2621408" y="4251268"/>
              <a:ext cx="325914" cy="323928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 cap="flat" cmpd="sng">
              <a:solidFill>
                <a:srgbClr val="83BA2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99" dist="23000" dir="5400000" rotWithShape="0">
                <a:srgbClr val="000000">
                  <a:alpha val="34120"/>
                </a:srgbClr>
              </a:outerShdw>
            </a:effectLst>
          </p:spPr>
          <p:txBody>
            <a:bodyPr spcFirstLastPara="1" wrap="square" lIns="126917" tIns="63333" rIns="126917" bIns="63333" anchor="ctr" anchorCtr="0">
              <a:noAutofit/>
            </a:bodyPr>
            <a:lstStyle/>
            <a:p>
              <a:pPr algn="ctr" defTabSz="3047970">
                <a:buClr>
                  <a:srgbClr val="000000"/>
                </a:buClr>
                <a:buSzPts val="1800"/>
                <a:defRPr/>
              </a:pPr>
              <a:endParaRPr sz="6000" kern="0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01010F9-6752-4733-9DF8-78BFDC718E5A}"/>
                </a:ext>
              </a:extLst>
            </p:cNvPr>
            <p:cNvCxnSpPr>
              <a:cxnSpLocks/>
              <a:stCxn id="12" idx="6"/>
              <a:endCxn id="26" idx="2"/>
            </p:cNvCxnSpPr>
            <p:nvPr/>
          </p:nvCxnSpPr>
          <p:spPr>
            <a:xfrm>
              <a:off x="1512302" y="3285628"/>
              <a:ext cx="636032" cy="93431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6E5DF44-5322-4463-ADDA-B91895D5556D}"/>
                </a:ext>
              </a:extLst>
            </p:cNvPr>
            <p:cNvCxnSpPr>
              <a:cxnSpLocks/>
              <a:stCxn id="11" idx="6"/>
              <a:endCxn id="26" idx="2"/>
            </p:cNvCxnSpPr>
            <p:nvPr/>
          </p:nvCxnSpPr>
          <p:spPr>
            <a:xfrm>
              <a:off x="2148334" y="3285628"/>
              <a:ext cx="0" cy="934319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9600A66-D060-406C-9054-30E091AE6FD7}"/>
                </a:ext>
              </a:extLst>
            </p:cNvPr>
            <p:cNvCxnSpPr>
              <a:cxnSpLocks/>
              <a:stCxn id="10" idx="6"/>
              <a:endCxn id="26" idx="2"/>
            </p:cNvCxnSpPr>
            <p:nvPr/>
          </p:nvCxnSpPr>
          <p:spPr>
            <a:xfrm flipH="1">
              <a:off x="2148334" y="3279863"/>
              <a:ext cx="636031" cy="940084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9AEDB9E-1DDD-489E-81AE-F162976C86A1}"/>
                </a:ext>
              </a:extLst>
            </p:cNvPr>
            <p:cNvCxnSpPr>
              <a:cxnSpLocks/>
              <a:stCxn id="11" idx="6"/>
              <a:endCxn id="27" idx="2"/>
            </p:cNvCxnSpPr>
            <p:nvPr/>
          </p:nvCxnSpPr>
          <p:spPr>
            <a:xfrm>
              <a:off x="2148334" y="3285628"/>
              <a:ext cx="636031" cy="964647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8CA567E-2E96-4978-95C5-581E8B1FC5D3}"/>
                </a:ext>
              </a:extLst>
            </p:cNvPr>
            <p:cNvCxnSpPr>
              <a:cxnSpLocks/>
              <a:stCxn id="12" idx="6"/>
              <a:endCxn id="27" idx="2"/>
            </p:cNvCxnSpPr>
            <p:nvPr/>
          </p:nvCxnSpPr>
          <p:spPr>
            <a:xfrm>
              <a:off x="1512302" y="3285628"/>
              <a:ext cx="1272063" cy="964647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369BA83-F167-4394-9CB6-265A6EA3193F}"/>
                </a:ext>
              </a:extLst>
            </p:cNvPr>
            <p:cNvCxnSpPr>
              <a:cxnSpLocks/>
              <a:stCxn id="10" idx="6"/>
              <a:endCxn id="27" idx="2"/>
            </p:cNvCxnSpPr>
            <p:nvPr/>
          </p:nvCxnSpPr>
          <p:spPr>
            <a:xfrm>
              <a:off x="2784365" y="3279863"/>
              <a:ext cx="0" cy="970412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2" name="Google Shape;219;p33">
            <a:extLst>
              <a:ext uri="{FF2B5EF4-FFF2-40B4-BE49-F238E27FC236}">
                <a16:creationId xmlns:a16="http://schemas.microsoft.com/office/drawing/2014/main" id="{7BA9CAE9-1084-4538-B755-2CF4623AF383}"/>
              </a:ext>
            </a:extLst>
          </p:cNvPr>
          <p:cNvSpPr/>
          <p:nvPr/>
        </p:nvSpPr>
        <p:spPr>
          <a:xfrm rot="5400000">
            <a:off x="20034848" y="5760335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219;p33">
            <a:extLst>
              <a:ext uri="{FF2B5EF4-FFF2-40B4-BE49-F238E27FC236}">
                <a16:creationId xmlns:a16="http://schemas.microsoft.com/office/drawing/2014/main" id="{077EBA02-3682-440B-9E1B-8617EA8DC883}"/>
              </a:ext>
            </a:extLst>
          </p:cNvPr>
          <p:cNvSpPr/>
          <p:nvPr/>
        </p:nvSpPr>
        <p:spPr>
          <a:xfrm rot="5400000">
            <a:off x="17686272" y="5760335"/>
            <a:ext cx="1203450" cy="1196117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 w="3810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219;p33">
            <a:extLst>
              <a:ext uri="{FF2B5EF4-FFF2-40B4-BE49-F238E27FC236}">
                <a16:creationId xmlns:a16="http://schemas.microsoft.com/office/drawing/2014/main" id="{4D71DE00-DDD8-4040-8E5B-8B0B537F149F}"/>
              </a:ext>
            </a:extLst>
          </p:cNvPr>
          <p:cNvSpPr/>
          <p:nvPr/>
        </p:nvSpPr>
        <p:spPr>
          <a:xfrm rot="5400000">
            <a:off x="15337702" y="5760338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219;p33">
            <a:extLst>
              <a:ext uri="{FF2B5EF4-FFF2-40B4-BE49-F238E27FC236}">
                <a16:creationId xmlns:a16="http://schemas.microsoft.com/office/drawing/2014/main" id="{00C233F6-A342-4A30-A5FC-65DF05EB3E36}"/>
              </a:ext>
            </a:extLst>
          </p:cNvPr>
          <p:cNvSpPr/>
          <p:nvPr/>
        </p:nvSpPr>
        <p:spPr>
          <a:xfrm rot="5400000">
            <a:off x="20034848" y="9852188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219;p33">
            <a:extLst>
              <a:ext uri="{FF2B5EF4-FFF2-40B4-BE49-F238E27FC236}">
                <a16:creationId xmlns:a16="http://schemas.microsoft.com/office/drawing/2014/main" id="{1E3B97B3-02DD-487A-9F2C-78E825A74552}"/>
              </a:ext>
            </a:extLst>
          </p:cNvPr>
          <p:cNvSpPr/>
          <p:nvPr/>
        </p:nvSpPr>
        <p:spPr>
          <a:xfrm rot="5400000">
            <a:off x="17686275" y="9873475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219;p33">
            <a:extLst>
              <a:ext uri="{FF2B5EF4-FFF2-40B4-BE49-F238E27FC236}">
                <a16:creationId xmlns:a16="http://schemas.microsoft.com/office/drawing/2014/main" id="{FE5A9FC8-1E2A-48B6-BF13-0BC434EB0511}"/>
              </a:ext>
            </a:extLst>
          </p:cNvPr>
          <p:cNvSpPr/>
          <p:nvPr/>
        </p:nvSpPr>
        <p:spPr>
          <a:xfrm rot="5400000">
            <a:off x="15337702" y="9873475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219;p33">
            <a:extLst>
              <a:ext uri="{FF2B5EF4-FFF2-40B4-BE49-F238E27FC236}">
                <a16:creationId xmlns:a16="http://schemas.microsoft.com/office/drawing/2014/main" id="{07F16C54-90B8-4DF6-9BFB-5CA39A387077}"/>
              </a:ext>
            </a:extLst>
          </p:cNvPr>
          <p:cNvSpPr/>
          <p:nvPr/>
        </p:nvSpPr>
        <p:spPr>
          <a:xfrm rot="5400000">
            <a:off x="15337702" y="14556255"/>
            <a:ext cx="1203450" cy="1196117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 w="3810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6B8344CC-7A4D-4F5D-B9FE-860B54BAE12D}"/>
              </a:ext>
            </a:extLst>
          </p:cNvPr>
          <p:cNvCxnSpPr>
            <a:cxnSpLocks/>
            <a:stCxn id="155" idx="6"/>
            <a:endCxn id="158" idx="2"/>
          </p:cNvCxnSpPr>
          <p:nvPr/>
        </p:nvCxnSpPr>
        <p:spPr>
          <a:xfrm flipH="1">
            <a:off x="15939427" y="11051970"/>
            <a:ext cx="4697147" cy="350061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60A6326B-962A-4F25-9541-99B8EDCC898B}"/>
              </a:ext>
            </a:extLst>
          </p:cNvPr>
          <p:cNvCxnSpPr>
            <a:cxnSpLocks/>
            <a:stCxn id="156" idx="6"/>
            <a:endCxn id="158" idx="2"/>
          </p:cNvCxnSpPr>
          <p:nvPr/>
        </p:nvCxnSpPr>
        <p:spPr>
          <a:xfrm flipH="1">
            <a:off x="15939427" y="11073260"/>
            <a:ext cx="2348573" cy="347932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78D4275-6AD5-4078-B0DA-A9324018AA85}"/>
              </a:ext>
            </a:extLst>
          </p:cNvPr>
          <p:cNvCxnSpPr>
            <a:cxnSpLocks/>
            <a:stCxn id="157" idx="6"/>
            <a:endCxn id="158" idx="2"/>
          </p:cNvCxnSpPr>
          <p:nvPr/>
        </p:nvCxnSpPr>
        <p:spPr>
          <a:xfrm>
            <a:off x="15939427" y="11073260"/>
            <a:ext cx="0" cy="347932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2A409480-EED6-4D80-85EE-B82A238F040B}"/>
              </a:ext>
            </a:extLst>
          </p:cNvPr>
          <p:cNvCxnSpPr>
            <a:cxnSpLocks/>
            <a:stCxn id="154" idx="6"/>
            <a:endCxn id="155" idx="2"/>
          </p:cNvCxnSpPr>
          <p:nvPr/>
        </p:nvCxnSpPr>
        <p:spPr>
          <a:xfrm>
            <a:off x="15939427" y="6960120"/>
            <a:ext cx="4697147" cy="28884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09E59736-4D93-4196-AD38-614019C3EEF0}"/>
              </a:ext>
            </a:extLst>
          </p:cNvPr>
          <p:cNvCxnSpPr>
            <a:cxnSpLocks/>
            <a:stCxn id="154" idx="6"/>
            <a:endCxn id="156" idx="2"/>
          </p:cNvCxnSpPr>
          <p:nvPr/>
        </p:nvCxnSpPr>
        <p:spPr>
          <a:xfrm>
            <a:off x="15939427" y="6960120"/>
            <a:ext cx="2348573" cy="290968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47CB3E73-5B97-46A5-966A-8A0FAE65DE2E}"/>
              </a:ext>
            </a:extLst>
          </p:cNvPr>
          <p:cNvCxnSpPr>
            <a:cxnSpLocks/>
            <a:stCxn id="154" idx="6"/>
            <a:endCxn id="157" idx="2"/>
          </p:cNvCxnSpPr>
          <p:nvPr/>
        </p:nvCxnSpPr>
        <p:spPr>
          <a:xfrm>
            <a:off x="15939427" y="6960120"/>
            <a:ext cx="0" cy="290968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6C9ED632-D9ED-4A25-BA34-9778E8BA36DD}"/>
              </a:ext>
            </a:extLst>
          </p:cNvPr>
          <p:cNvCxnSpPr>
            <a:cxnSpLocks/>
            <a:stCxn id="152" idx="6"/>
            <a:endCxn id="155" idx="2"/>
          </p:cNvCxnSpPr>
          <p:nvPr/>
        </p:nvCxnSpPr>
        <p:spPr>
          <a:xfrm>
            <a:off x="20636570" y="6960119"/>
            <a:ext cx="0" cy="288840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D6D828C-5CF1-43FE-899D-2D489CEFAC91}"/>
              </a:ext>
            </a:extLst>
          </p:cNvPr>
          <p:cNvCxnSpPr>
            <a:cxnSpLocks/>
            <a:stCxn id="152" idx="6"/>
            <a:endCxn id="156" idx="2"/>
          </p:cNvCxnSpPr>
          <p:nvPr/>
        </p:nvCxnSpPr>
        <p:spPr>
          <a:xfrm flipH="1">
            <a:off x="18288002" y="6960118"/>
            <a:ext cx="2348570" cy="290969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789863D-9001-47E6-91A8-F8E31842286C}"/>
              </a:ext>
            </a:extLst>
          </p:cNvPr>
          <p:cNvCxnSpPr>
            <a:cxnSpLocks/>
            <a:stCxn id="152" idx="6"/>
            <a:endCxn id="157" idx="2"/>
          </p:cNvCxnSpPr>
          <p:nvPr/>
        </p:nvCxnSpPr>
        <p:spPr>
          <a:xfrm flipH="1">
            <a:off x="15939427" y="6960118"/>
            <a:ext cx="4697147" cy="290969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1DE64214-72F9-4982-A28F-CFB91EC8172E}"/>
              </a:ext>
            </a:extLst>
          </p:cNvPr>
          <p:cNvCxnSpPr>
            <a:cxnSpLocks/>
            <a:stCxn id="153" idx="6"/>
            <a:endCxn id="155" idx="2"/>
          </p:cNvCxnSpPr>
          <p:nvPr/>
        </p:nvCxnSpPr>
        <p:spPr>
          <a:xfrm>
            <a:off x="18287995" y="6960119"/>
            <a:ext cx="2348577" cy="288840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FB9158E-5DB9-4B86-AC49-1FFFA5BBA35A}"/>
              </a:ext>
            </a:extLst>
          </p:cNvPr>
          <p:cNvCxnSpPr>
            <a:cxnSpLocks/>
            <a:stCxn id="153" idx="6"/>
            <a:endCxn id="156" idx="2"/>
          </p:cNvCxnSpPr>
          <p:nvPr/>
        </p:nvCxnSpPr>
        <p:spPr>
          <a:xfrm>
            <a:off x="18287995" y="6960118"/>
            <a:ext cx="3" cy="290969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53EBDD5F-E328-42C9-806E-53E91570305F}"/>
              </a:ext>
            </a:extLst>
          </p:cNvPr>
          <p:cNvCxnSpPr>
            <a:cxnSpLocks/>
            <a:stCxn id="153" idx="6"/>
            <a:endCxn id="157" idx="2"/>
          </p:cNvCxnSpPr>
          <p:nvPr/>
        </p:nvCxnSpPr>
        <p:spPr>
          <a:xfrm flipH="1">
            <a:off x="15939425" y="6960118"/>
            <a:ext cx="2348570" cy="290969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Google Shape;219;p33">
            <a:extLst>
              <a:ext uri="{FF2B5EF4-FFF2-40B4-BE49-F238E27FC236}">
                <a16:creationId xmlns:a16="http://schemas.microsoft.com/office/drawing/2014/main" id="{9AB42606-E8DA-421E-9859-DE559D5A6CE2}"/>
              </a:ext>
            </a:extLst>
          </p:cNvPr>
          <p:cNvSpPr/>
          <p:nvPr/>
        </p:nvSpPr>
        <p:spPr>
          <a:xfrm rot="5400000">
            <a:off x="17686275" y="14526938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219;p33">
            <a:extLst>
              <a:ext uri="{FF2B5EF4-FFF2-40B4-BE49-F238E27FC236}">
                <a16:creationId xmlns:a16="http://schemas.microsoft.com/office/drawing/2014/main" id="{99508DDB-FE16-44E7-9AC7-F8FED4B82788}"/>
              </a:ext>
            </a:extLst>
          </p:cNvPr>
          <p:cNvSpPr/>
          <p:nvPr/>
        </p:nvSpPr>
        <p:spPr>
          <a:xfrm rot="5400000">
            <a:off x="20034848" y="14638928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15F5FFF1-EBCF-4FE8-A8D3-F014CA7F5661}"/>
              </a:ext>
            </a:extLst>
          </p:cNvPr>
          <p:cNvCxnSpPr>
            <a:cxnSpLocks/>
            <a:stCxn id="157" idx="6"/>
            <a:endCxn id="171" idx="2"/>
          </p:cNvCxnSpPr>
          <p:nvPr/>
        </p:nvCxnSpPr>
        <p:spPr>
          <a:xfrm>
            <a:off x="15939427" y="11073260"/>
            <a:ext cx="2348573" cy="345001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26FD561-8821-423E-A47E-75946D8EFE90}"/>
              </a:ext>
            </a:extLst>
          </p:cNvPr>
          <p:cNvCxnSpPr>
            <a:cxnSpLocks/>
            <a:stCxn id="156" idx="6"/>
            <a:endCxn id="171" idx="2"/>
          </p:cNvCxnSpPr>
          <p:nvPr/>
        </p:nvCxnSpPr>
        <p:spPr>
          <a:xfrm>
            <a:off x="18288000" y="11073260"/>
            <a:ext cx="0" cy="345001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F435C373-79D3-495C-B439-52F0FA3015C7}"/>
              </a:ext>
            </a:extLst>
          </p:cNvPr>
          <p:cNvCxnSpPr>
            <a:cxnSpLocks/>
            <a:stCxn id="155" idx="6"/>
            <a:endCxn id="171" idx="2"/>
          </p:cNvCxnSpPr>
          <p:nvPr/>
        </p:nvCxnSpPr>
        <p:spPr>
          <a:xfrm flipH="1">
            <a:off x="18288002" y="11051970"/>
            <a:ext cx="2348570" cy="34713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296A09B-C2C6-4EAE-9E74-116D42B5BBD9}"/>
              </a:ext>
            </a:extLst>
          </p:cNvPr>
          <p:cNvCxnSpPr>
            <a:cxnSpLocks/>
            <a:stCxn id="156" idx="6"/>
            <a:endCxn id="172" idx="2"/>
          </p:cNvCxnSpPr>
          <p:nvPr/>
        </p:nvCxnSpPr>
        <p:spPr>
          <a:xfrm>
            <a:off x="18288002" y="11073260"/>
            <a:ext cx="2348570" cy="3562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18EFD6C9-51BB-417D-8A51-70B01F579646}"/>
              </a:ext>
            </a:extLst>
          </p:cNvPr>
          <p:cNvCxnSpPr>
            <a:cxnSpLocks/>
            <a:stCxn id="157" idx="6"/>
            <a:endCxn id="172" idx="2"/>
          </p:cNvCxnSpPr>
          <p:nvPr/>
        </p:nvCxnSpPr>
        <p:spPr>
          <a:xfrm>
            <a:off x="15939427" y="11073260"/>
            <a:ext cx="4697147" cy="3562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ABB4DC26-97B1-4388-A784-2E0BD4835DFD}"/>
              </a:ext>
            </a:extLst>
          </p:cNvPr>
          <p:cNvCxnSpPr>
            <a:cxnSpLocks/>
            <a:stCxn id="155" idx="6"/>
            <a:endCxn id="172" idx="2"/>
          </p:cNvCxnSpPr>
          <p:nvPr/>
        </p:nvCxnSpPr>
        <p:spPr>
          <a:xfrm>
            <a:off x="20636570" y="11051970"/>
            <a:ext cx="0" cy="358328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Google Shape;219;p33">
            <a:extLst>
              <a:ext uri="{FF2B5EF4-FFF2-40B4-BE49-F238E27FC236}">
                <a16:creationId xmlns:a16="http://schemas.microsoft.com/office/drawing/2014/main" id="{527E623F-9A0E-4893-B6F1-9171C0C47034}"/>
              </a:ext>
            </a:extLst>
          </p:cNvPr>
          <p:cNvSpPr/>
          <p:nvPr/>
        </p:nvSpPr>
        <p:spPr>
          <a:xfrm rot="5400000">
            <a:off x="31316608" y="5765222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219;p33">
            <a:extLst>
              <a:ext uri="{FF2B5EF4-FFF2-40B4-BE49-F238E27FC236}">
                <a16:creationId xmlns:a16="http://schemas.microsoft.com/office/drawing/2014/main" id="{1C28DE39-A710-45C1-B975-6D4C09DCEBD0}"/>
              </a:ext>
            </a:extLst>
          </p:cNvPr>
          <p:cNvSpPr/>
          <p:nvPr/>
        </p:nvSpPr>
        <p:spPr>
          <a:xfrm rot="5400000">
            <a:off x="28968035" y="5765222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219;p33">
            <a:extLst>
              <a:ext uri="{FF2B5EF4-FFF2-40B4-BE49-F238E27FC236}">
                <a16:creationId xmlns:a16="http://schemas.microsoft.com/office/drawing/2014/main" id="{6534A19B-FA5D-41A0-8C83-D0060AAF31A1}"/>
              </a:ext>
            </a:extLst>
          </p:cNvPr>
          <p:cNvSpPr/>
          <p:nvPr/>
        </p:nvSpPr>
        <p:spPr>
          <a:xfrm rot="5400000">
            <a:off x="26619462" y="5765225"/>
            <a:ext cx="1203450" cy="1196117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 w="3810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219;p33">
            <a:extLst>
              <a:ext uri="{FF2B5EF4-FFF2-40B4-BE49-F238E27FC236}">
                <a16:creationId xmlns:a16="http://schemas.microsoft.com/office/drawing/2014/main" id="{251ADBEE-6B1B-4F29-856F-6C3B906D9C2A}"/>
              </a:ext>
            </a:extLst>
          </p:cNvPr>
          <p:cNvSpPr/>
          <p:nvPr/>
        </p:nvSpPr>
        <p:spPr>
          <a:xfrm rot="5400000">
            <a:off x="31316608" y="9857075"/>
            <a:ext cx="1203450" cy="1196117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 w="3810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219;p33">
            <a:extLst>
              <a:ext uri="{FF2B5EF4-FFF2-40B4-BE49-F238E27FC236}">
                <a16:creationId xmlns:a16="http://schemas.microsoft.com/office/drawing/2014/main" id="{33C4341B-3B72-47A1-A471-A27626B92B20}"/>
              </a:ext>
            </a:extLst>
          </p:cNvPr>
          <p:cNvSpPr/>
          <p:nvPr/>
        </p:nvSpPr>
        <p:spPr>
          <a:xfrm rot="5400000">
            <a:off x="28968035" y="9878362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219;p33">
            <a:extLst>
              <a:ext uri="{FF2B5EF4-FFF2-40B4-BE49-F238E27FC236}">
                <a16:creationId xmlns:a16="http://schemas.microsoft.com/office/drawing/2014/main" id="{08C2B5CF-3B2B-48D4-A08F-A6173ACA0566}"/>
              </a:ext>
            </a:extLst>
          </p:cNvPr>
          <p:cNvSpPr/>
          <p:nvPr/>
        </p:nvSpPr>
        <p:spPr>
          <a:xfrm rot="5400000">
            <a:off x="26619462" y="9878362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219;p33">
            <a:extLst>
              <a:ext uri="{FF2B5EF4-FFF2-40B4-BE49-F238E27FC236}">
                <a16:creationId xmlns:a16="http://schemas.microsoft.com/office/drawing/2014/main" id="{126FF985-C009-4735-ACFB-DB7538E23AED}"/>
              </a:ext>
            </a:extLst>
          </p:cNvPr>
          <p:cNvSpPr/>
          <p:nvPr/>
        </p:nvSpPr>
        <p:spPr>
          <a:xfrm rot="5400000">
            <a:off x="26619462" y="14561142"/>
            <a:ext cx="1203450" cy="119611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9648A9DF-A5EB-483C-BA2B-D6F201D7FC7A}"/>
              </a:ext>
            </a:extLst>
          </p:cNvPr>
          <p:cNvCxnSpPr>
            <a:cxnSpLocks/>
            <a:stCxn id="183" idx="6"/>
            <a:endCxn id="186" idx="2"/>
          </p:cNvCxnSpPr>
          <p:nvPr/>
        </p:nvCxnSpPr>
        <p:spPr>
          <a:xfrm flipH="1">
            <a:off x="27221187" y="11056857"/>
            <a:ext cx="4697147" cy="350061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B6AD34CF-5DBB-47A8-A4FA-67E68B4D208F}"/>
              </a:ext>
            </a:extLst>
          </p:cNvPr>
          <p:cNvCxnSpPr>
            <a:cxnSpLocks/>
            <a:stCxn id="184" idx="6"/>
            <a:endCxn id="186" idx="2"/>
          </p:cNvCxnSpPr>
          <p:nvPr/>
        </p:nvCxnSpPr>
        <p:spPr>
          <a:xfrm flipH="1">
            <a:off x="27221187" y="11078147"/>
            <a:ext cx="2348573" cy="347932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BBB8B1EE-7A54-43BB-BA07-6E52A1712F98}"/>
              </a:ext>
            </a:extLst>
          </p:cNvPr>
          <p:cNvCxnSpPr>
            <a:cxnSpLocks/>
            <a:stCxn id="185" idx="6"/>
            <a:endCxn id="186" idx="2"/>
          </p:cNvCxnSpPr>
          <p:nvPr/>
        </p:nvCxnSpPr>
        <p:spPr>
          <a:xfrm>
            <a:off x="27221187" y="11078147"/>
            <a:ext cx="0" cy="347932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F08AF87C-5E5F-47EE-9CB0-80ADAC9F14B3}"/>
              </a:ext>
            </a:extLst>
          </p:cNvPr>
          <p:cNvCxnSpPr>
            <a:cxnSpLocks/>
            <a:stCxn id="182" idx="6"/>
            <a:endCxn id="183" idx="2"/>
          </p:cNvCxnSpPr>
          <p:nvPr/>
        </p:nvCxnSpPr>
        <p:spPr>
          <a:xfrm>
            <a:off x="27221187" y="6965007"/>
            <a:ext cx="4697147" cy="28884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12A59EB-E1CF-4437-86A9-0A96AA6C95F7}"/>
              </a:ext>
            </a:extLst>
          </p:cNvPr>
          <p:cNvCxnSpPr>
            <a:cxnSpLocks/>
            <a:stCxn id="182" idx="6"/>
            <a:endCxn id="184" idx="2"/>
          </p:cNvCxnSpPr>
          <p:nvPr/>
        </p:nvCxnSpPr>
        <p:spPr>
          <a:xfrm>
            <a:off x="27221187" y="6965007"/>
            <a:ext cx="2348573" cy="290968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9FAA746E-67F5-4CB8-90C6-65A5D07D5EEF}"/>
              </a:ext>
            </a:extLst>
          </p:cNvPr>
          <p:cNvCxnSpPr>
            <a:cxnSpLocks/>
            <a:stCxn id="182" idx="6"/>
            <a:endCxn id="185" idx="2"/>
          </p:cNvCxnSpPr>
          <p:nvPr/>
        </p:nvCxnSpPr>
        <p:spPr>
          <a:xfrm>
            <a:off x="27221187" y="6965007"/>
            <a:ext cx="0" cy="290968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3B5C4F7A-968B-4D7B-AD90-21E56894E72D}"/>
              </a:ext>
            </a:extLst>
          </p:cNvPr>
          <p:cNvCxnSpPr>
            <a:cxnSpLocks/>
            <a:stCxn id="180" idx="6"/>
            <a:endCxn id="183" idx="2"/>
          </p:cNvCxnSpPr>
          <p:nvPr/>
        </p:nvCxnSpPr>
        <p:spPr>
          <a:xfrm>
            <a:off x="31918330" y="6965005"/>
            <a:ext cx="0" cy="288840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5EC14CF-A373-4AF4-9357-12E21EC6CCAE}"/>
              </a:ext>
            </a:extLst>
          </p:cNvPr>
          <p:cNvCxnSpPr>
            <a:cxnSpLocks/>
            <a:stCxn id="180" idx="6"/>
            <a:endCxn id="184" idx="2"/>
          </p:cNvCxnSpPr>
          <p:nvPr/>
        </p:nvCxnSpPr>
        <p:spPr>
          <a:xfrm flipH="1">
            <a:off x="29569762" y="6965005"/>
            <a:ext cx="2348570" cy="290969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330BBE56-30CE-4236-AE33-45BEA216ECFA}"/>
              </a:ext>
            </a:extLst>
          </p:cNvPr>
          <p:cNvCxnSpPr>
            <a:cxnSpLocks/>
            <a:stCxn id="180" idx="6"/>
            <a:endCxn id="185" idx="2"/>
          </p:cNvCxnSpPr>
          <p:nvPr/>
        </p:nvCxnSpPr>
        <p:spPr>
          <a:xfrm flipH="1">
            <a:off x="27221187" y="6965005"/>
            <a:ext cx="4697147" cy="290969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929930D-F9FD-43FB-8769-16E9CA6D3627}"/>
              </a:ext>
            </a:extLst>
          </p:cNvPr>
          <p:cNvCxnSpPr>
            <a:cxnSpLocks/>
            <a:stCxn id="181" idx="6"/>
            <a:endCxn id="183" idx="2"/>
          </p:cNvCxnSpPr>
          <p:nvPr/>
        </p:nvCxnSpPr>
        <p:spPr>
          <a:xfrm>
            <a:off x="29569762" y="6965005"/>
            <a:ext cx="2348570" cy="288840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FE14E78F-7817-4E1E-8682-40D7EB226B05}"/>
              </a:ext>
            </a:extLst>
          </p:cNvPr>
          <p:cNvCxnSpPr>
            <a:cxnSpLocks/>
            <a:stCxn id="181" idx="6"/>
            <a:endCxn id="184" idx="2"/>
          </p:cNvCxnSpPr>
          <p:nvPr/>
        </p:nvCxnSpPr>
        <p:spPr>
          <a:xfrm>
            <a:off x="29569760" y="6965005"/>
            <a:ext cx="0" cy="290969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1435645-ED89-4A25-BBB7-3174C47C6AE3}"/>
              </a:ext>
            </a:extLst>
          </p:cNvPr>
          <p:cNvCxnSpPr>
            <a:cxnSpLocks/>
            <a:stCxn id="181" idx="6"/>
            <a:endCxn id="185" idx="2"/>
          </p:cNvCxnSpPr>
          <p:nvPr/>
        </p:nvCxnSpPr>
        <p:spPr>
          <a:xfrm flipH="1">
            <a:off x="27221187" y="6965005"/>
            <a:ext cx="2348573" cy="290969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Google Shape;219;p33">
            <a:extLst>
              <a:ext uri="{FF2B5EF4-FFF2-40B4-BE49-F238E27FC236}">
                <a16:creationId xmlns:a16="http://schemas.microsoft.com/office/drawing/2014/main" id="{B6BD2FFA-982B-4AD2-935D-C75E022A891C}"/>
              </a:ext>
            </a:extLst>
          </p:cNvPr>
          <p:cNvSpPr/>
          <p:nvPr/>
        </p:nvSpPr>
        <p:spPr>
          <a:xfrm rot="5400000">
            <a:off x="28968035" y="14531825"/>
            <a:ext cx="1203450" cy="1196117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 w="3810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19;p33">
            <a:extLst>
              <a:ext uri="{FF2B5EF4-FFF2-40B4-BE49-F238E27FC236}">
                <a16:creationId xmlns:a16="http://schemas.microsoft.com/office/drawing/2014/main" id="{0DB5B150-18F1-4451-ADF3-45F3158D4942}"/>
              </a:ext>
            </a:extLst>
          </p:cNvPr>
          <p:cNvSpPr/>
          <p:nvPr/>
        </p:nvSpPr>
        <p:spPr>
          <a:xfrm rot="5400000">
            <a:off x="31316608" y="14643815"/>
            <a:ext cx="1203450" cy="1196117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 w="38100" cap="flat" cmpd="sng">
            <a:solidFill>
              <a:schemeClr val="bg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20"/>
              </a:srgbClr>
            </a:outerShdw>
          </a:effectLst>
        </p:spPr>
        <p:txBody>
          <a:bodyPr spcFirstLastPara="1" wrap="square" lIns="126917" tIns="63333" rIns="126917" bIns="63333" anchor="ctr" anchorCtr="0">
            <a:noAutofit/>
          </a:bodyPr>
          <a:lstStyle/>
          <a:p>
            <a:pPr algn="ctr" defTabSz="3047970">
              <a:buClr>
                <a:srgbClr val="000000"/>
              </a:buClr>
              <a:buSzPts val="1800"/>
              <a:defRPr/>
            </a:pPr>
            <a:endParaRPr sz="6000" kern="0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140667F3-4955-4171-8847-9BE3D4B18B41}"/>
              </a:ext>
            </a:extLst>
          </p:cNvPr>
          <p:cNvCxnSpPr>
            <a:cxnSpLocks/>
            <a:stCxn id="185" idx="6"/>
            <a:endCxn id="199" idx="2"/>
          </p:cNvCxnSpPr>
          <p:nvPr/>
        </p:nvCxnSpPr>
        <p:spPr>
          <a:xfrm>
            <a:off x="27221187" y="11078147"/>
            <a:ext cx="2348573" cy="345001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E63EB3E2-2225-4FB1-96DF-F885036AE58A}"/>
              </a:ext>
            </a:extLst>
          </p:cNvPr>
          <p:cNvCxnSpPr>
            <a:cxnSpLocks/>
            <a:stCxn id="184" idx="6"/>
            <a:endCxn id="199" idx="2"/>
          </p:cNvCxnSpPr>
          <p:nvPr/>
        </p:nvCxnSpPr>
        <p:spPr>
          <a:xfrm>
            <a:off x="29569760" y="11078147"/>
            <a:ext cx="0" cy="345001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0E19B1CE-B68A-4CE9-B894-DFB8B030CFC4}"/>
              </a:ext>
            </a:extLst>
          </p:cNvPr>
          <p:cNvCxnSpPr>
            <a:cxnSpLocks/>
            <a:stCxn id="183" idx="6"/>
            <a:endCxn id="199" idx="2"/>
          </p:cNvCxnSpPr>
          <p:nvPr/>
        </p:nvCxnSpPr>
        <p:spPr>
          <a:xfrm flipH="1">
            <a:off x="29569762" y="11056857"/>
            <a:ext cx="2348570" cy="34713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FBAA0B36-4278-4991-AE6C-79E55A4283E1}"/>
              </a:ext>
            </a:extLst>
          </p:cNvPr>
          <p:cNvCxnSpPr>
            <a:cxnSpLocks/>
            <a:stCxn id="184" idx="6"/>
            <a:endCxn id="200" idx="2"/>
          </p:cNvCxnSpPr>
          <p:nvPr/>
        </p:nvCxnSpPr>
        <p:spPr>
          <a:xfrm>
            <a:off x="29569762" y="11078147"/>
            <a:ext cx="2348570" cy="3562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DEB3D73-D149-4CC6-AAF0-FF522F7781ED}"/>
              </a:ext>
            </a:extLst>
          </p:cNvPr>
          <p:cNvCxnSpPr>
            <a:cxnSpLocks/>
            <a:stCxn id="185" idx="6"/>
            <a:endCxn id="200" idx="2"/>
          </p:cNvCxnSpPr>
          <p:nvPr/>
        </p:nvCxnSpPr>
        <p:spPr>
          <a:xfrm>
            <a:off x="27221187" y="11078147"/>
            <a:ext cx="4697147" cy="3562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BDD0AD70-6706-4DBD-B10B-8327F2B895E8}"/>
              </a:ext>
            </a:extLst>
          </p:cNvPr>
          <p:cNvCxnSpPr>
            <a:cxnSpLocks/>
            <a:stCxn id="183" idx="6"/>
            <a:endCxn id="200" idx="2"/>
          </p:cNvCxnSpPr>
          <p:nvPr/>
        </p:nvCxnSpPr>
        <p:spPr>
          <a:xfrm>
            <a:off x="31918330" y="11056857"/>
            <a:ext cx="0" cy="3583287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12111BB-84DA-454E-A7FA-8AFDE0828382}"/>
              </a:ext>
            </a:extLst>
          </p:cNvPr>
          <p:cNvSpPr/>
          <p:nvPr/>
        </p:nvSpPr>
        <p:spPr>
          <a:xfrm>
            <a:off x="4651585" y="16385527"/>
            <a:ext cx="4697143" cy="20308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/>
              <a:t>rate = 0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78F90C15-0A41-49B2-AF55-8947EC1D7262}"/>
              </a:ext>
            </a:extLst>
          </p:cNvPr>
          <p:cNvSpPr/>
          <p:nvPr/>
        </p:nvSpPr>
        <p:spPr>
          <a:xfrm>
            <a:off x="16081305" y="16385527"/>
            <a:ext cx="4697143" cy="20308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/>
              <a:t>rate = .2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BF429C7-E558-4B77-8EF9-0C9B983B090C}"/>
              </a:ext>
            </a:extLst>
          </p:cNvPr>
          <p:cNvSpPr/>
          <p:nvPr/>
        </p:nvSpPr>
        <p:spPr>
          <a:xfrm>
            <a:off x="27221185" y="16385527"/>
            <a:ext cx="4697143" cy="20308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2398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sz="4800" dirty="0"/>
              <a:t>rate = .4</a:t>
            </a:r>
          </a:p>
        </p:txBody>
      </p:sp>
    </p:spTree>
    <p:extLst>
      <p:ext uri="{BB962C8B-B14F-4D97-AF65-F5344CB8AC3E}">
        <p14:creationId xmlns:p14="http://schemas.microsoft.com/office/powerpoint/2010/main" val="221091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E902-0C6D-8D45-962E-302ABDE4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整體架構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84C550B-A19E-1FDD-C287-CCA2FCD8F0B4}"/>
              </a:ext>
            </a:extLst>
          </p:cNvPr>
          <p:cNvGrpSpPr/>
          <p:nvPr/>
        </p:nvGrpSpPr>
        <p:grpSpPr>
          <a:xfrm>
            <a:off x="2890886" y="5099710"/>
            <a:ext cx="30794227" cy="10374580"/>
            <a:chOff x="1055802" y="1593130"/>
            <a:chExt cx="9238268" cy="37612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BFE474-E961-AAC7-C0EF-B8CDEBDC82AF}"/>
                </a:ext>
              </a:extLst>
            </p:cNvPr>
            <p:cNvSpPr/>
            <p:nvPr/>
          </p:nvSpPr>
          <p:spPr>
            <a:xfrm>
              <a:off x="1055802" y="1593130"/>
              <a:ext cx="9238268" cy="3761295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600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AB56828-0FD7-E23D-AAB9-552A377C9C00}"/>
                </a:ext>
              </a:extLst>
            </p:cNvPr>
            <p:cNvSpPr/>
            <p:nvPr/>
          </p:nvSpPr>
          <p:spPr>
            <a:xfrm rot="16200000">
              <a:off x="1207670" y="3145086"/>
              <a:ext cx="2528873" cy="59093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/>
                <a:t>Convolution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6C714E2-C425-584B-07AC-AE758E07EF5A}"/>
                </a:ext>
              </a:extLst>
            </p:cNvPr>
            <p:cNvSpPr/>
            <p:nvPr/>
          </p:nvSpPr>
          <p:spPr>
            <a:xfrm rot="16200000">
              <a:off x="683448" y="3145086"/>
              <a:ext cx="1989647" cy="590931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Input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E0917D-2C62-6344-356B-0F8EC0FE820A}"/>
                </a:ext>
              </a:extLst>
            </p:cNvPr>
            <p:cNvSpPr/>
            <p:nvPr/>
          </p:nvSpPr>
          <p:spPr>
            <a:xfrm rot="16200000">
              <a:off x="2795341" y="3145086"/>
              <a:ext cx="2528871" cy="59093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/>
                <a:t>Convolution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A26C248-958B-5AC5-2184-9D56BA290F48}"/>
                </a:ext>
              </a:extLst>
            </p:cNvPr>
            <p:cNvSpPr/>
            <p:nvPr/>
          </p:nvSpPr>
          <p:spPr>
            <a:xfrm rot="16200000">
              <a:off x="5176846" y="3145086"/>
              <a:ext cx="2528871" cy="59093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/>
                <a:t>Convolution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BC510F-1E7D-8EF3-18DE-4810C2CDEB5B}"/>
                </a:ext>
              </a:extLst>
            </p:cNvPr>
            <p:cNvSpPr/>
            <p:nvPr/>
          </p:nvSpPr>
          <p:spPr>
            <a:xfrm rot="16200000">
              <a:off x="7120122" y="3145086"/>
              <a:ext cx="1817660" cy="5909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/>
                <a:t>Linear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516FE56-2DF5-ACF6-2CA8-B66318BED228}"/>
                </a:ext>
              </a:extLst>
            </p:cNvPr>
            <p:cNvSpPr/>
            <p:nvPr/>
          </p:nvSpPr>
          <p:spPr>
            <a:xfrm rot="16200000">
              <a:off x="8831501" y="3145086"/>
              <a:ext cx="1570240" cy="590931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solidFill>
                    <a:schemeClr val="tx1"/>
                  </a:solidFill>
                </a:rPr>
                <a:t>Output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2D46037-BB82-44A9-9333-F4BB6B5E8BC3}"/>
                </a:ext>
              </a:extLst>
            </p:cNvPr>
            <p:cNvSpPr/>
            <p:nvPr/>
          </p:nvSpPr>
          <p:spPr>
            <a:xfrm rot="16200000">
              <a:off x="8163385" y="3145086"/>
              <a:ext cx="1318804" cy="5909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/>
                <a:t>Linear</a:t>
              </a:r>
              <a:endParaRPr lang="en-US" sz="6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C9F37BE-C7EF-1E34-821D-71A5DC24A383}"/>
                </a:ext>
              </a:extLst>
            </p:cNvPr>
            <p:cNvSpPr/>
            <p:nvPr/>
          </p:nvSpPr>
          <p:spPr>
            <a:xfrm rot="16200000">
              <a:off x="2001506" y="3145086"/>
              <a:ext cx="2528871" cy="59093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/>
                <a:t>Max Pooling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B403D82-FCEF-4E29-9986-F8A992891AAD}"/>
                </a:ext>
              </a:extLst>
            </p:cNvPr>
            <p:cNvSpPr/>
            <p:nvPr/>
          </p:nvSpPr>
          <p:spPr>
            <a:xfrm rot="16200000">
              <a:off x="3589176" y="3145086"/>
              <a:ext cx="2528871" cy="59093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/>
                <a:t>Dropout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D11EA81-43B1-BF6B-6A41-B40BAED93B7B}"/>
                </a:ext>
              </a:extLst>
            </p:cNvPr>
            <p:cNvSpPr/>
            <p:nvPr/>
          </p:nvSpPr>
          <p:spPr>
            <a:xfrm rot="16200000">
              <a:off x="4383011" y="3145086"/>
              <a:ext cx="2528871" cy="59093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/>
                <a:t>Max Pooling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5FF57A-0D25-B4A7-8092-8BEB3C3EFD9E}"/>
                </a:ext>
              </a:extLst>
            </p:cNvPr>
            <p:cNvSpPr/>
            <p:nvPr/>
          </p:nvSpPr>
          <p:spPr>
            <a:xfrm rot="16200000">
              <a:off x="5970681" y="3145086"/>
              <a:ext cx="2528871" cy="59093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/>
                <a:t>Max Pooling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2520FC3-C2EA-BF38-2097-A59FBAD9AEB8}"/>
                </a:ext>
              </a:extLst>
            </p:cNvPr>
            <p:cNvCxnSpPr>
              <a:cxnSpLocks/>
            </p:cNvCxnSpPr>
            <p:nvPr/>
          </p:nvCxnSpPr>
          <p:spPr>
            <a:xfrm>
              <a:off x="1973737" y="3388134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EAA4BCF-4A03-2E8F-6356-2AC8351993B6}"/>
                </a:ext>
              </a:extLst>
            </p:cNvPr>
            <p:cNvCxnSpPr>
              <a:cxnSpLocks/>
              <a:stCxn id="5" idx="2"/>
              <a:endCxn id="19" idx="0"/>
            </p:cNvCxnSpPr>
            <p:nvPr/>
          </p:nvCxnSpPr>
          <p:spPr>
            <a:xfrm>
              <a:off x="2767572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E0A8CCB9-050C-68AD-59D9-0E745344A6BD}"/>
                </a:ext>
              </a:extLst>
            </p:cNvPr>
            <p:cNvCxnSpPr>
              <a:cxnSpLocks/>
              <a:stCxn id="19" idx="2"/>
              <a:endCxn id="11" idx="0"/>
            </p:cNvCxnSpPr>
            <p:nvPr/>
          </p:nvCxnSpPr>
          <p:spPr>
            <a:xfrm>
              <a:off x="3561407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AD91096-ED3F-7FEF-D491-5310767CF3EB}"/>
                </a:ext>
              </a:extLst>
            </p:cNvPr>
            <p:cNvCxnSpPr>
              <a:cxnSpLocks/>
              <a:stCxn id="11" idx="2"/>
              <a:endCxn id="20" idx="0"/>
            </p:cNvCxnSpPr>
            <p:nvPr/>
          </p:nvCxnSpPr>
          <p:spPr>
            <a:xfrm>
              <a:off x="4355242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96F3B54-B2D9-1DEE-161C-B810253854F9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>
              <a:off x="5149077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5BDE0B7-986D-A487-614D-811DEB423BDF}"/>
                </a:ext>
              </a:extLst>
            </p:cNvPr>
            <p:cNvCxnSpPr>
              <a:cxnSpLocks/>
              <a:stCxn id="21" idx="2"/>
              <a:endCxn id="15" idx="0"/>
            </p:cNvCxnSpPr>
            <p:nvPr/>
          </p:nvCxnSpPr>
          <p:spPr>
            <a:xfrm>
              <a:off x="5942912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B6FCE11-36F0-FA80-5394-9EEF7D28E247}"/>
                </a:ext>
              </a:extLst>
            </p:cNvPr>
            <p:cNvCxnSpPr>
              <a:cxnSpLocks/>
              <a:stCxn id="15" idx="2"/>
              <a:endCxn id="22" idx="0"/>
            </p:cNvCxnSpPr>
            <p:nvPr/>
          </p:nvCxnSpPr>
          <p:spPr>
            <a:xfrm>
              <a:off x="6736747" y="3440551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5B31D8C-834F-4509-4952-09525FF46985}"/>
                </a:ext>
              </a:extLst>
            </p:cNvPr>
            <p:cNvCxnSpPr>
              <a:cxnSpLocks/>
              <a:stCxn id="22" idx="2"/>
              <a:endCxn id="16" idx="0"/>
            </p:cNvCxnSpPr>
            <p:nvPr/>
          </p:nvCxnSpPr>
          <p:spPr>
            <a:xfrm>
              <a:off x="7530582" y="3440551"/>
              <a:ext cx="202905" cy="1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044C0D7-6BBC-3DCB-60D2-EE06FB57882E}"/>
                </a:ext>
              </a:extLst>
            </p:cNvPr>
            <p:cNvCxnSpPr>
              <a:cxnSpLocks/>
              <a:stCxn id="16" idx="2"/>
              <a:endCxn id="18" idx="0"/>
            </p:cNvCxnSpPr>
            <p:nvPr/>
          </p:nvCxnSpPr>
          <p:spPr>
            <a:xfrm>
              <a:off x="8324418" y="3440552"/>
              <a:ext cx="202904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0204F01-BCE9-A6B0-AD67-A667B58A0BEB}"/>
                </a:ext>
              </a:extLst>
            </p:cNvPr>
            <p:cNvCxnSpPr>
              <a:cxnSpLocks/>
              <a:stCxn id="18" idx="2"/>
              <a:endCxn id="17" idx="0"/>
            </p:cNvCxnSpPr>
            <p:nvPr/>
          </p:nvCxnSpPr>
          <p:spPr>
            <a:xfrm>
              <a:off x="9118253" y="3440552"/>
              <a:ext cx="202903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6878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C05BB-D55F-BECF-4F20-CF575FB358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 err="1"/>
              <a:t>讓我們開始吧</a:t>
            </a:r>
            <a:r>
              <a:rPr dirty="0"/>
              <a:t>！</a:t>
            </a:r>
            <a:br>
              <a:rPr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0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1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2.xml><?xml version="1.0" encoding="utf-8"?>
<a:theme xmlns:a="http://schemas.openxmlformats.org/drawingml/2006/main" name="2_Title &amp; Bullet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sz="1400" dirty="0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Title &amp; Bullet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sz="1400" dirty="0" smtClean="0">
            <a:solidFill>
              <a:schemeClr val="bg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6350">
          <a:noFill/>
        </a:ln>
      </a:spPr>
      <a:bodyPr wrap="none" rtlCol="0" anchor="ctr">
        <a:spAutoFit/>
      </a:bodyPr>
      <a:lstStyle>
        <a:defPPr algn="ctr">
          <a:lnSpc>
            <a:spcPct val="90000"/>
          </a:lnSpc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>
    <a:extraClrScheme>
      <a:clrScheme name="PPT_Template_Corp_16x9_rev2 1">
        <a:dk1>
          <a:srgbClr val="808080"/>
        </a:dk1>
        <a:lt1>
          <a:srgbClr val="FFFFFF"/>
        </a:lt1>
        <a:dk2>
          <a:srgbClr val="000000"/>
        </a:dk2>
        <a:lt2>
          <a:srgbClr val="B9E700"/>
        </a:lt2>
        <a:accent1>
          <a:srgbClr val="33CCCC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ADE2E2"/>
        </a:accent5>
        <a:accent6>
          <a:srgbClr val="E78A2D"/>
        </a:accent6>
        <a:hlink>
          <a:srgbClr val="99CC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CF33B71089DC448F3A861CCE49DD4C" ma:contentTypeVersion="13" ma:contentTypeDescription="Create a new document." ma:contentTypeScope="" ma:versionID="0cf5159ec680aa7cc1f777e5ce312ee3">
  <xsd:schema xmlns:xsd="http://www.w3.org/2001/XMLSchema" xmlns:xs="http://www.w3.org/2001/XMLSchema" xmlns:p="http://schemas.microsoft.com/office/2006/metadata/properties" xmlns:ns3="33156d47-4ed2-41b4-b82d-0bdc41d51c72" xmlns:ns4="eac25ff7-bb51-4c67-b289-9013749df816" targetNamespace="http://schemas.microsoft.com/office/2006/metadata/properties" ma:root="true" ma:fieldsID="4c9ed958f862375c990245d6dd11fe88" ns3:_="" ns4:_="">
    <xsd:import namespace="33156d47-4ed2-41b4-b82d-0bdc41d51c72"/>
    <xsd:import namespace="eac25ff7-bb51-4c67-b289-9013749df81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_activity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156d47-4ed2-41b4-b82d-0bdc41d51c7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c25ff7-bb51-4c67-b289-9013749df8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ac25ff7-bb51-4c67-b289-9013749df816" xsi:nil="true"/>
  </documentManagement>
</p:properties>
</file>

<file path=customXml/itemProps1.xml><?xml version="1.0" encoding="utf-8"?>
<ds:datastoreItem xmlns:ds="http://schemas.openxmlformats.org/officeDocument/2006/customXml" ds:itemID="{F5A703DD-F8CD-47FA-B90D-65B68D854B44}">
  <ds:schemaRefs>
    <ds:schemaRef ds:uri="33156d47-4ed2-41b4-b82d-0bdc41d51c72"/>
    <ds:schemaRef ds:uri="eac25ff7-bb51-4c67-b289-9013749df8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65AC8C1-8675-4762-89BF-D102E51271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4C7E1E-6C20-440E-941A-535F1A24C014}">
  <ds:schemaRefs>
    <ds:schemaRef ds:uri="33156d47-4ed2-41b4-b82d-0bdc41d51c72"/>
    <ds:schemaRef ds:uri="eac25ff7-bb51-4c67-b289-9013749df8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GenAI_slides1</Template>
  <TotalTime>4643</TotalTime>
  <Words>2543</Words>
  <Application>Microsoft Office PowerPoint</Application>
  <PresentationFormat>Custom</PresentationFormat>
  <Paragraphs>922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Noto Sans Symbols</vt:lpstr>
      <vt:lpstr>Arial</vt:lpstr>
      <vt:lpstr>Cambria Math</vt:lpstr>
      <vt:lpstr>NVIDIA Sans</vt:lpstr>
      <vt:lpstr>NVIDIA Sans Light</vt:lpstr>
      <vt:lpstr>NVIDIA Sans Medium</vt:lpstr>
      <vt:lpstr>Questrial</vt:lpstr>
      <vt:lpstr>Roboto Mono</vt:lpstr>
      <vt:lpstr>Trebuchet MS</vt:lpstr>
      <vt:lpstr>Wingdings</vt:lpstr>
      <vt:lpstr>Title Only</vt:lpstr>
      <vt:lpstr>2_Title &amp; Bullet</vt:lpstr>
      <vt:lpstr>3_Title &amp; Bullet</vt:lpstr>
      <vt:lpstr>Title &amp; Bullet</vt:lpstr>
      <vt:lpstr>深度學習基本原理 (Fundamentals of Deep Learning)</vt:lpstr>
      <vt:lpstr>PowerPoint Presentation</vt:lpstr>
      <vt:lpstr>課程實作練習回顧</vt:lpstr>
      <vt:lpstr>PowerPoint Presentation</vt:lpstr>
      <vt:lpstr>核心(Kernel)與卷積(Convolution)</vt:lpstr>
      <vt:lpstr>核心(Kernel)與卷積(Convolution)</vt:lpstr>
      <vt:lpstr>核心(Kernel)與卷積(Convolution)</vt:lpstr>
      <vt:lpstr>核心(Kernel)與卷積(Convolution)</vt:lpstr>
      <vt:lpstr>核心(Kernel)與卷積(Convolution)</vt:lpstr>
      <vt:lpstr>核心(Kernel)與卷積(Convolution)</vt:lpstr>
      <vt:lpstr>核心(Kernel)與卷積(Convolution)</vt:lpstr>
      <vt:lpstr>核心(Kernel)與卷積(Convolution)</vt:lpstr>
      <vt:lpstr>步長(Stride)</vt:lpstr>
      <vt:lpstr>填充(Padding)</vt:lpstr>
      <vt:lpstr>Padding填充(Padding) </vt:lpstr>
      <vt:lpstr>PowerPoint Presentation</vt:lpstr>
      <vt:lpstr>核心(Kernel)與神經網路</vt:lpstr>
      <vt:lpstr>核心(Kernel)與神經網路</vt:lpstr>
      <vt:lpstr>核心(Kernel)與神經網路</vt:lpstr>
      <vt:lpstr>尋找邊緣(Edges)</vt:lpstr>
      <vt:lpstr>神經網路感知(Perception)</vt:lpstr>
      <vt:lpstr>神經網路感知</vt:lpstr>
      <vt:lpstr>PowerPoint Presentation</vt:lpstr>
      <vt:lpstr>最大池化(Max Pooling)</vt:lpstr>
      <vt:lpstr>Dropout</vt:lpstr>
      <vt:lpstr>整體架構</vt:lpstr>
      <vt:lpstr>PowerPoint Presentation</vt:lpstr>
      <vt:lpstr>PowerPoint Presentation</vt:lpstr>
    </vt:vector>
  </TitlesOfParts>
  <Company>NVIDIA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Danielle Detering</dc:creator>
  <cp:lastModifiedBy>Herman Wu</cp:lastModifiedBy>
  <cp:revision>18</cp:revision>
  <dcterms:created xsi:type="dcterms:W3CDTF">2023-09-14T23:38:20Z</dcterms:created>
  <dcterms:modified xsi:type="dcterms:W3CDTF">2025-04-06T16:27:24Z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0x01010004CF33B71089DC448F3A861CCE49DD4C</vt:lpwstr>
  </property>
</Properties>
</file>