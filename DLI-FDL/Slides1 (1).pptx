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3.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2.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8" r:id="rId5"/>
    <p:sldMasterId id="2147483750" r:id="rId6"/>
    <p:sldMasterId id="2147483782" r:id="rId7"/>
  </p:sldMasterIdLst>
  <p:notesMasterIdLst>
    <p:notesMasterId r:id="rId47"/>
  </p:notesMasterIdLst>
  <p:handoutMasterIdLst>
    <p:handoutMasterId r:id="rId48"/>
  </p:handoutMasterIdLst>
  <p:sldIdLst>
    <p:sldId id="256" r:id="rId8"/>
    <p:sldId id="550145299" r:id="rId9"/>
    <p:sldId id="550145294" r:id="rId10"/>
    <p:sldId id="550145295" r:id="rId11"/>
    <p:sldId id="550145284" r:id="rId12"/>
    <p:sldId id="270" r:id="rId13"/>
    <p:sldId id="1146" r:id="rId14"/>
    <p:sldId id="1153" r:id="rId15"/>
    <p:sldId id="550145285" r:id="rId16"/>
    <p:sldId id="1095" r:id="rId17"/>
    <p:sldId id="1164" r:id="rId18"/>
    <p:sldId id="550145286" r:id="rId19"/>
    <p:sldId id="550145287" r:id="rId20"/>
    <p:sldId id="1114" r:id="rId21"/>
    <p:sldId id="1118" r:id="rId22"/>
    <p:sldId id="1116" r:id="rId23"/>
    <p:sldId id="1120" r:id="rId24"/>
    <p:sldId id="550145288" r:id="rId25"/>
    <p:sldId id="1119" r:id="rId26"/>
    <p:sldId id="1154" r:id="rId27"/>
    <p:sldId id="550145289" r:id="rId28"/>
    <p:sldId id="1125" r:id="rId29"/>
    <p:sldId id="1155" r:id="rId30"/>
    <p:sldId id="550145290" r:id="rId31"/>
    <p:sldId id="550145291" r:id="rId32"/>
    <p:sldId id="1129" r:id="rId33"/>
    <p:sldId id="1131" r:id="rId34"/>
    <p:sldId id="1132" r:id="rId35"/>
    <p:sldId id="1133" r:id="rId36"/>
    <p:sldId id="1134" r:id="rId37"/>
    <p:sldId id="1136" r:id="rId38"/>
    <p:sldId id="1137" r:id="rId39"/>
    <p:sldId id="1138" r:id="rId40"/>
    <p:sldId id="1139" r:id="rId41"/>
    <p:sldId id="1140" r:id="rId42"/>
    <p:sldId id="1142" r:id="rId43"/>
    <p:sldId id="1143" r:id="rId44"/>
    <p:sldId id="276" r:id="rId45"/>
    <p:sldId id="550145292" r:id="rId46"/>
  </p:sldIdLst>
  <p:sldSz cx="36576000" cy="2057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B900"/>
    <a:srgbClr val="676767"/>
    <a:srgbClr val="00FF00"/>
    <a:srgbClr val="FF0000"/>
    <a:srgbClr val="FFFFFF"/>
    <a:srgbClr val="D1D1D1"/>
    <a:srgbClr val="C0C0C0"/>
    <a:srgbClr val="B8B8B8"/>
    <a:srgbClr val="151617"/>
    <a:srgbClr val="FAC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425E6-99D8-49FF-B322-48EC6605C0F3}" v="6" dt="2023-09-22T13:25:53.8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0203" autoAdjust="0"/>
  </p:normalViewPr>
  <p:slideViewPr>
    <p:cSldViewPr snapToGrid="0">
      <p:cViewPr varScale="1">
        <p:scale>
          <a:sx n="19" d="100"/>
          <a:sy n="19" d="100"/>
        </p:scale>
        <p:origin x="1670"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ata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diagrams/_rels/data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diagrams/_rels/data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diagrams/_rels/data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svg"/><Relationship Id="rId1" Type="http://schemas.openxmlformats.org/officeDocument/2006/relationships/image" Target="../media/image65.png"/><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svg"/></Relationships>
</file>

<file path=ppt/diagrams/_rels/data1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svg"/><Relationship Id="rId1" Type="http://schemas.openxmlformats.org/officeDocument/2006/relationships/image" Target="../media/image71.png"/><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74.svg"/></Relationships>
</file>

<file path=ppt/diagrams/_rels/data1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svg"/><Relationship Id="rId1" Type="http://schemas.openxmlformats.org/officeDocument/2006/relationships/image" Target="../media/image77.png"/><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diagrams/_rels/data1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svg"/><Relationship Id="rId1" Type="http://schemas.openxmlformats.org/officeDocument/2006/relationships/image" Target="../media/image84.png"/><Relationship Id="rId6" Type="http://schemas.openxmlformats.org/officeDocument/2006/relationships/image" Target="../media/image89.svg"/><Relationship Id="rId5" Type="http://schemas.openxmlformats.org/officeDocument/2006/relationships/image" Target="../media/image88.png"/><Relationship Id="rId4" Type="http://schemas.openxmlformats.org/officeDocument/2006/relationships/image" Target="../media/image8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diagrams/_rels/drawing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diagrams/_rels/drawing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diagrams/_rels/drawing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svg"/><Relationship Id="rId1" Type="http://schemas.openxmlformats.org/officeDocument/2006/relationships/image" Target="../media/image65.png"/><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svg"/><Relationship Id="rId1" Type="http://schemas.openxmlformats.org/officeDocument/2006/relationships/image" Target="../media/image71.png"/><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74.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svg"/><Relationship Id="rId1" Type="http://schemas.openxmlformats.org/officeDocument/2006/relationships/image" Target="../media/image77.png"/><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svg"/><Relationship Id="rId1" Type="http://schemas.openxmlformats.org/officeDocument/2006/relationships/image" Target="../media/image84.png"/><Relationship Id="rId6" Type="http://schemas.openxmlformats.org/officeDocument/2006/relationships/image" Target="../media/image89.svg"/><Relationship Id="rId5" Type="http://schemas.openxmlformats.org/officeDocument/2006/relationships/image" Target="../media/image88.png"/><Relationship Id="rId4" Type="http://schemas.openxmlformats.org/officeDocument/2006/relationships/image" Target="../media/image87.sv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66D0BC-4F4D-434A-B29F-BACB393A9D77}" type="doc">
      <dgm:prSet loTypeId="urn:microsoft.com/office/officeart/2018/2/layout/IconVerticalSolidList" loCatId="icon" qsTypeId="urn:microsoft.com/office/officeart/2005/8/quickstyle/simple1" qsCatId="simple" csTypeId="urn:microsoft.com/office/officeart/2005/8/colors/accent0_2" csCatId="mainScheme" phldr="1"/>
      <dgm:spPr/>
      <dgm:t>
        <a:bodyPr/>
        <a:lstStyle/>
        <a:p>
          <a:endParaRPr lang="en-US"/>
        </a:p>
      </dgm:t>
    </dgm:pt>
    <dgm:pt modelId="{33A82050-05D9-4CB1-9280-75A057453019}">
      <dgm:prSet custT="1"/>
      <dgm:spPr/>
      <dgm:t>
        <a:bodyPr/>
        <a:lstStyle/>
        <a:p>
          <a:pPr>
            <a:lnSpc>
              <a:spcPct val="100000"/>
            </a:lnSpc>
          </a:pPr>
          <a:r>
            <a:rPr lang="zh-TW" altLang="en-US" sz="5400" dirty="0">
              <a:solidFill>
                <a:schemeClr val="bg1"/>
              </a:solidFill>
            </a:rPr>
            <a:t>讓您快速上手並立即投入</a:t>
          </a:r>
          <a:endParaRPr lang="en-US" sz="5400" dirty="0">
            <a:solidFill>
              <a:schemeClr val="bg1"/>
            </a:solidFill>
          </a:endParaRPr>
        </a:p>
      </dgm:t>
    </dgm:pt>
    <dgm:pt modelId="{5223EB07-F416-4E4C-8923-322B62407550}" type="parTrans" cxnId="{0F238592-8EDB-44E7-8E2F-47B4F5185A74}">
      <dgm:prSet/>
      <dgm:spPr/>
      <dgm:t>
        <a:bodyPr/>
        <a:lstStyle/>
        <a:p>
          <a:endParaRPr lang="en-US" sz="5400">
            <a:solidFill>
              <a:schemeClr val="bg1"/>
            </a:solidFill>
          </a:endParaRPr>
        </a:p>
      </dgm:t>
    </dgm:pt>
    <dgm:pt modelId="{BBCD9500-EBE4-4C63-A0E6-2415D58F324B}" type="sibTrans" cxnId="{0F238592-8EDB-44E7-8E2F-47B4F5185A74}">
      <dgm:prSet/>
      <dgm:spPr/>
      <dgm:t>
        <a:bodyPr/>
        <a:lstStyle/>
        <a:p>
          <a:endParaRPr lang="en-US" sz="5400">
            <a:solidFill>
              <a:schemeClr val="bg1"/>
            </a:solidFill>
          </a:endParaRPr>
        </a:p>
      </dgm:t>
    </dgm:pt>
    <dgm:pt modelId="{EBAB243E-7859-400E-828A-9D5E6494C4E2}">
      <dgm:prSet custT="1"/>
      <dgm:spPr/>
      <dgm:t>
        <a:bodyPr/>
        <a:lstStyle/>
        <a:p>
          <a:pPr>
            <a:lnSpc>
              <a:spcPct val="100000"/>
            </a:lnSpc>
          </a:pPr>
          <a:r>
            <a:rPr lang="zh-TW" altLang="en-US" sz="5400" dirty="0">
              <a:solidFill>
                <a:schemeClr val="bg1"/>
              </a:solidFill>
            </a:rPr>
            <a:t>建立基礎以立即處理深度學習</a:t>
          </a:r>
          <a:r>
            <a:rPr lang="en-US" altLang="zh-TW" sz="5400" dirty="0">
              <a:solidFill>
                <a:schemeClr val="bg1"/>
              </a:solidFill>
            </a:rPr>
            <a:t>(deep learning)</a:t>
          </a:r>
          <a:r>
            <a:rPr lang="zh-TW" altLang="en-US" sz="5400" dirty="0">
              <a:solidFill>
                <a:schemeClr val="bg1"/>
              </a:solidFill>
            </a:rPr>
            <a:t>專案</a:t>
          </a:r>
          <a:endParaRPr lang="en-US" sz="5400" dirty="0">
            <a:solidFill>
              <a:schemeClr val="bg1"/>
            </a:solidFill>
          </a:endParaRPr>
        </a:p>
      </dgm:t>
    </dgm:pt>
    <dgm:pt modelId="{964E6DD3-5DCC-4D65-BE9B-224A8E99CA50}" type="parTrans" cxnId="{1C1D3B05-D7AD-4AC5-9D7D-F471D4DCC8D3}">
      <dgm:prSet/>
      <dgm:spPr/>
      <dgm:t>
        <a:bodyPr/>
        <a:lstStyle/>
        <a:p>
          <a:endParaRPr lang="en-US" sz="5400">
            <a:solidFill>
              <a:schemeClr val="bg1"/>
            </a:solidFill>
          </a:endParaRPr>
        </a:p>
      </dgm:t>
    </dgm:pt>
    <dgm:pt modelId="{D1E59176-75B5-4930-A05C-3D24D7F55F61}" type="sibTrans" cxnId="{1C1D3B05-D7AD-4AC5-9D7D-F471D4DCC8D3}">
      <dgm:prSet/>
      <dgm:spPr/>
      <dgm:t>
        <a:bodyPr/>
        <a:lstStyle/>
        <a:p>
          <a:endParaRPr lang="en-US" sz="5400">
            <a:solidFill>
              <a:schemeClr val="bg1"/>
            </a:solidFill>
          </a:endParaRPr>
        </a:p>
      </dgm:t>
    </dgm:pt>
    <dgm:pt modelId="{A6E2271B-1142-4668-B4BA-3328351F5ACB}">
      <dgm:prSet custT="1"/>
      <dgm:spPr/>
      <dgm:t>
        <a:bodyPr/>
        <a:lstStyle/>
        <a:p>
          <a:pPr>
            <a:lnSpc>
              <a:spcPct val="100000"/>
            </a:lnSpc>
          </a:pPr>
          <a:r>
            <a:rPr lang="zh-TW" altLang="en-US" sz="5400" dirty="0">
              <a:solidFill>
                <a:schemeClr val="bg1"/>
              </a:solidFill>
            </a:rPr>
            <a:t>我們不會涵蓋所有領域，但我們會有一個很好基礎作為起點</a:t>
          </a:r>
          <a:endParaRPr lang="en-US" sz="5400" dirty="0">
            <a:solidFill>
              <a:schemeClr val="bg1"/>
            </a:solidFill>
          </a:endParaRPr>
        </a:p>
      </dgm:t>
    </dgm:pt>
    <dgm:pt modelId="{3898751B-F94C-4E6F-81F1-A765DFEA5CBF}" type="parTrans" cxnId="{648A53EA-4CB3-4175-8094-F3F2961648B1}">
      <dgm:prSet/>
      <dgm:spPr/>
      <dgm:t>
        <a:bodyPr/>
        <a:lstStyle/>
        <a:p>
          <a:endParaRPr lang="en-US" sz="5400">
            <a:solidFill>
              <a:schemeClr val="bg1"/>
            </a:solidFill>
          </a:endParaRPr>
        </a:p>
      </dgm:t>
    </dgm:pt>
    <dgm:pt modelId="{1AA18748-E210-47D7-899A-AA24C87C6156}" type="sibTrans" cxnId="{648A53EA-4CB3-4175-8094-F3F2961648B1}">
      <dgm:prSet/>
      <dgm:spPr/>
      <dgm:t>
        <a:bodyPr/>
        <a:lstStyle/>
        <a:p>
          <a:endParaRPr lang="en-US" sz="5400">
            <a:solidFill>
              <a:schemeClr val="bg1"/>
            </a:solidFill>
          </a:endParaRPr>
        </a:p>
      </dgm:t>
    </dgm:pt>
    <dgm:pt modelId="{203BE6C2-96EA-49C5-B15F-CB335712D87B}">
      <dgm:prSet custT="1"/>
      <dgm:spPr/>
      <dgm:t>
        <a:bodyPr/>
        <a:lstStyle/>
        <a:p>
          <a:pPr>
            <a:lnSpc>
              <a:spcPct val="100000"/>
            </a:lnSpc>
          </a:pPr>
          <a:r>
            <a:rPr lang="zh-TW" altLang="en-US" sz="5400" dirty="0">
              <a:solidFill>
                <a:schemeClr val="bg1"/>
              </a:solidFill>
            </a:rPr>
            <a:t>作為你之後閱讀文章、跟隨教學進度、進一步學習課程的基礎</a:t>
          </a:r>
          <a:endParaRPr lang="en-US" sz="5400" dirty="0">
            <a:solidFill>
              <a:schemeClr val="bg1"/>
            </a:solidFill>
          </a:endParaRPr>
        </a:p>
      </dgm:t>
    </dgm:pt>
    <dgm:pt modelId="{3CB0F6D7-FCC5-4B03-9EE6-6671C75B8E7D}" type="parTrans" cxnId="{2C93CE8A-B811-421B-AE50-6B14B359CD2C}">
      <dgm:prSet/>
      <dgm:spPr/>
      <dgm:t>
        <a:bodyPr/>
        <a:lstStyle/>
        <a:p>
          <a:endParaRPr lang="en-US" sz="5400">
            <a:solidFill>
              <a:schemeClr val="bg1"/>
            </a:solidFill>
          </a:endParaRPr>
        </a:p>
      </dgm:t>
    </dgm:pt>
    <dgm:pt modelId="{CAE22698-EC84-4463-BED3-DF939B754222}" type="sibTrans" cxnId="{2C93CE8A-B811-421B-AE50-6B14B359CD2C}">
      <dgm:prSet/>
      <dgm:spPr/>
      <dgm:t>
        <a:bodyPr/>
        <a:lstStyle/>
        <a:p>
          <a:endParaRPr lang="en-US" sz="5400">
            <a:solidFill>
              <a:schemeClr val="bg1"/>
            </a:solidFill>
          </a:endParaRPr>
        </a:p>
      </dgm:t>
    </dgm:pt>
    <dgm:pt modelId="{297AA700-FCF5-44B7-A594-920EC85EEBD9}" type="pres">
      <dgm:prSet presAssocID="{6566D0BC-4F4D-434A-B29F-BACB393A9D77}" presName="root" presStyleCnt="0">
        <dgm:presLayoutVars>
          <dgm:dir/>
          <dgm:resizeHandles val="exact"/>
        </dgm:presLayoutVars>
      </dgm:prSet>
      <dgm:spPr/>
    </dgm:pt>
    <dgm:pt modelId="{89308388-6075-4291-B9E3-83969B73F8E1}" type="pres">
      <dgm:prSet presAssocID="{33A82050-05D9-4CB1-9280-75A057453019}" presName="compNode" presStyleCnt="0"/>
      <dgm:spPr/>
    </dgm:pt>
    <dgm:pt modelId="{DF845A47-5BBD-4EA6-B6AA-33E0CB37CC35}" type="pres">
      <dgm:prSet presAssocID="{33A82050-05D9-4CB1-9280-75A057453019}" presName="bgRect" presStyleLbl="bgShp" presStyleIdx="0" presStyleCnt="4"/>
      <dgm:spPr>
        <a:solidFill>
          <a:schemeClr val="tx2">
            <a:lumMod val="20000"/>
            <a:lumOff val="80000"/>
          </a:schemeClr>
        </a:solidFill>
        <a:ln>
          <a:solidFill>
            <a:schemeClr val="tx2"/>
          </a:solidFill>
        </a:ln>
      </dgm:spPr>
    </dgm:pt>
    <dgm:pt modelId="{42F52CAD-AD36-400B-8CDF-5D079BE10E70}" type="pres">
      <dgm:prSet presAssocID="{33A82050-05D9-4CB1-9280-75A05745301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t"/>
        </a:ext>
      </dgm:extLst>
    </dgm:pt>
    <dgm:pt modelId="{B7DC6A73-5199-495D-93D6-786E2490A513}" type="pres">
      <dgm:prSet presAssocID="{33A82050-05D9-4CB1-9280-75A057453019}" presName="spaceRect" presStyleCnt="0"/>
      <dgm:spPr/>
    </dgm:pt>
    <dgm:pt modelId="{68FB7954-9C86-4416-824A-0B2AEA3674F1}" type="pres">
      <dgm:prSet presAssocID="{33A82050-05D9-4CB1-9280-75A057453019}" presName="parTx" presStyleLbl="revTx" presStyleIdx="0" presStyleCnt="4">
        <dgm:presLayoutVars>
          <dgm:chMax val="0"/>
          <dgm:chPref val="0"/>
        </dgm:presLayoutVars>
      </dgm:prSet>
      <dgm:spPr/>
    </dgm:pt>
    <dgm:pt modelId="{EB74A59F-6262-4B70-8D76-DD3AA2220F30}" type="pres">
      <dgm:prSet presAssocID="{BBCD9500-EBE4-4C63-A0E6-2415D58F324B}" presName="sibTrans" presStyleCnt="0"/>
      <dgm:spPr/>
    </dgm:pt>
    <dgm:pt modelId="{35D31778-BEE1-4A16-AB46-7C98CD3AA562}" type="pres">
      <dgm:prSet presAssocID="{EBAB243E-7859-400E-828A-9D5E6494C4E2}" presName="compNode" presStyleCnt="0"/>
      <dgm:spPr/>
    </dgm:pt>
    <dgm:pt modelId="{E577A223-E107-415E-B7E9-2D05BFC6ECD7}" type="pres">
      <dgm:prSet presAssocID="{EBAB243E-7859-400E-828A-9D5E6494C4E2}" presName="bgRect" presStyleLbl="bgShp" presStyleIdx="1" presStyleCnt="4"/>
      <dgm:spPr>
        <a:solidFill>
          <a:schemeClr val="tx2">
            <a:lumMod val="20000"/>
            <a:lumOff val="80000"/>
          </a:schemeClr>
        </a:solidFill>
        <a:ln>
          <a:solidFill>
            <a:schemeClr val="tx2"/>
          </a:solidFill>
        </a:ln>
      </dgm:spPr>
    </dgm:pt>
    <dgm:pt modelId="{84D5F0CA-671B-49CF-8BBA-8208F8546DA5}" type="pres">
      <dgm:prSet presAssocID="{EBAB243E-7859-400E-828A-9D5E6494C4E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A7F4B21D-D2E7-478B-9F03-5D0AC95E5814}" type="pres">
      <dgm:prSet presAssocID="{EBAB243E-7859-400E-828A-9D5E6494C4E2}" presName="spaceRect" presStyleCnt="0"/>
      <dgm:spPr/>
    </dgm:pt>
    <dgm:pt modelId="{F72AE2A3-1A43-4AC6-B1CE-EFFB64CF2264}" type="pres">
      <dgm:prSet presAssocID="{EBAB243E-7859-400E-828A-9D5E6494C4E2}" presName="parTx" presStyleLbl="revTx" presStyleIdx="1" presStyleCnt="4">
        <dgm:presLayoutVars>
          <dgm:chMax val="0"/>
          <dgm:chPref val="0"/>
        </dgm:presLayoutVars>
      </dgm:prSet>
      <dgm:spPr/>
    </dgm:pt>
    <dgm:pt modelId="{4C2CDA1B-EF80-4B03-BDAF-392B8102B08D}" type="pres">
      <dgm:prSet presAssocID="{D1E59176-75B5-4930-A05C-3D24D7F55F61}" presName="sibTrans" presStyleCnt="0"/>
      <dgm:spPr/>
    </dgm:pt>
    <dgm:pt modelId="{068089DE-ADF2-4E90-BB76-F7296AB9CDBE}" type="pres">
      <dgm:prSet presAssocID="{A6E2271B-1142-4668-B4BA-3328351F5ACB}" presName="compNode" presStyleCnt="0"/>
      <dgm:spPr/>
    </dgm:pt>
    <dgm:pt modelId="{92A46588-869A-47E0-8221-FC191AFC77F6}" type="pres">
      <dgm:prSet presAssocID="{A6E2271B-1142-4668-B4BA-3328351F5ACB}" presName="bgRect" presStyleLbl="bgShp" presStyleIdx="2" presStyleCnt="4"/>
      <dgm:spPr>
        <a:solidFill>
          <a:schemeClr val="tx2">
            <a:lumMod val="20000"/>
            <a:lumOff val="80000"/>
          </a:schemeClr>
        </a:solidFill>
        <a:ln>
          <a:solidFill>
            <a:schemeClr val="tx2"/>
          </a:solidFill>
        </a:ln>
      </dgm:spPr>
    </dgm:pt>
    <dgm:pt modelId="{C345FB51-8B5A-4C17-8E22-B4A3A8632D76}" type="pres">
      <dgm:prSet presAssocID="{A6E2271B-1142-4668-B4BA-3328351F5AC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iefcase"/>
        </a:ext>
      </dgm:extLst>
    </dgm:pt>
    <dgm:pt modelId="{03905990-1026-4B88-A5A5-35236C71F2E2}" type="pres">
      <dgm:prSet presAssocID="{A6E2271B-1142-4668-B4BA-3328351F5ACB}" presName="spaceRect" presStyleCnt="0"/>
      <dgm:spPr/>
    </dgm:pt>
    <dgm:pt modelId="{A9864F7E-FE39-4A77-B36F-0377D03A9D65}" type="pres">
      <dgm:prSet presAssocID="{A6E2271B-1142-4668-B4BA-3328351F5ACB}" presName="parTx" presStyleLbl="revTx" presStyleIdx="2" presStyleCnt="4">
        <dgm:presLayoutVars>
          <dgm:chMax val="0"/>
          <dgm:chPref val="0"/>
        </dgm:presLayoutVars>
      </dgm:prSet>
      <dgm:spPr/>
    </dgm:pt>
    <dgm:pt modelId="{C018967C-FC96-432C-B135-CAD321EAFB30}" type="pres">
      <dgm:prSet presAssocID="{1AA18748-E210-47D7-899A-AA24C87C6156}" presName="sibTrans" presStyleCnt="0"/>
      <dgm:spPr/>
    </dgm:pt>
    <dgm:pt modelId="{C61082DD-D64A-4A33-A315-3062976019A8}" type="pres">
      <dgm:prSet presAssocID="{203BE6C2-96EA-49C5-B15F-CB335712D87B}" presName="compNode" presStyleCnt="0"/>
      <dgm:spPr/>
    </dgm:pt>
    <dgm:pt modelId="{5C0A58B4-2E9F-4661-8BBB-2AF80A549F38}" type="pres">
      <dgm:prSet presAssocID="{203BE6C2-96EA-49C5-B15F-CB335712D87B}" presName="bgRect" presStyleLbl="bgShp" presStyleIdx="3" presStyleCnt="4"/>
      <dgm:spPr>
        <a:solidFill>
          <a:schemeClr val="tx2">
            <a:lumMod val="20000"/>
            <a:lumOff val="80000"/>
          </a:schemeClr>
        </a:solidFill>
        <a:ln>
          <a:solidFill>
            <a:schemeClr val="tx2"/>
          </a:solidFill>
        </a:ln>
      </dgm:spPr>
    </dgm:pt>
    <dgm:pt modelId="{E0A470D4-9918-4DD1-A28C-BC86351A68FE}" type="pres">
      <dgm:prSet presAssocID="{203BE6C2-96EA-49C5-B15F-CB335712D87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oks"/>
        </a:ext>
      </dgm:extLst>
    </dgm:pt>
    <dgm:pt modelId="{27EDEEF6-D819-43D0-A87E-1282E59B18C7}" type="pres">
      <dgm:prSet presAssocID="{203BE6C2-96EA-49C5-B15F-CB335712D87B}" presName="spaceRect" presStyleCnt="0"/>
      <dgm:spPr/>
    </dgm:pt>
    <dgm:pt modelId="{438169F2-5BD3-4F6E-BA5E-5428F1A77BAC}" type="pres">
      <dgm:prSet presAssocID="{203BE6C2-96EA-49C5-B15F-CB335712D87B}" presName="parTx" presStyleLbl="revTx" presStyleIdx="3" presStyleCnt="4">
        <dgm:presLayoutVars>
          <dgm:chMax val="0"/>
          <dgm:chPref val="0"/>
        </dgm:presLayoutVars>
      </dgm:prSet>
      <dgm:spPr/>
    </dgm:pt>
  </dgm:ptLst>
  <dgm:cxnLst>
    <dgm:cxn modelId="{1C1D3B05-D7AD-4AC5-9D7D-F471D4DCC8D3}" srcId="{6566D0BC-4F4D-434A-B29F-BACB393A9D77}" destId="{EBAB243E-7859-400E-828A-9D5E6494C4E2}" srcOrd="1" destOrd="0" parTransId="{964E6DD3-5DCC-4D65-BE9B-224A8E99CA50}" sibTransId="{D1E59176-75B5-4930-A05C-3D24D7F55F61}"/>
    <dgm:cxn modelId="{37CA8D25-D55D-472E-B2CF-820C5E9D1310}" type="presOf" srcId="{203BE6C2-96EA-49C5-B15F-CB335712D87B}" destId="{438169F2-5BD3-4F6E-BA5E-5428F1A77BAC}" srcOrd="0" destOrd="0" presId="urn:microsoft.com/office/officeart/2018/2/layout/IconVerticalSolidList"/>
    <dgm:cxn modelId="{0EC58D2B-92E2-422B-A0A3-E80655DE471E}" type="presOf" srcId="{33A82050-05D9-4CB1-9280-75A057453019}" destId="{68FB7954-9C86-4416-824A-0B2AEA3674F1}" srcOrd="0" destOrd="0" presId="urn:microsoft.com/office/officeart/2018/2/layout/IconVerticalSolidList"/>
    <dgm:cxn modelId="{2ABAC154-7223-493F-87CD-136F88C59D8D}" type="presOf" srcId="{EBAB243E-7859-400E-828A-9D5E6494C4E2}" destId="{F72AE2A3-1A43-4AC6-B1CE-EFFB64CF2264}" srcOrd="0" destOrd="0" presId="urn:microsoft.com/office/officeart/2018/2/layout/IconVerticalSolidList"/>
    <dgm:cxn modelId="{2C93CE8A-B811-421B-AE50-6B14B359CD2C}" srcId="{6566D0BC-4F4D-434A-B29F-BACB393A9D77}" destId="{203BE6C2-96EA-49C5-B15F-CB335712D87B}" srcOrd="3" destOrd="0" parTransId="{3CB0F6D7-FCC5-4B03-9EE6-6671C75B8E7D}" sibTransId="{CAE22698-EC84-4463-BED3-DF939B754222}"/>
    <dgm:cxn modelId="{0F238592-8EDB-44E7-8E2F-47B4F5185A74}" srcId="{6566D0BC-4F4D-434A-B29F-BACB393A9D77}" destId="{33A82050-05D9-4CB1-9280-75A057453019}" srcOrd="0" destOrd="0" parTransId="{5223EB07-F416-4E4C-8923-322B62407550}" sibTransId="{BBCD9500-EBE4-4C63-A0E6-2415D58F324B}"/>
    <dgm:cxn modelId="{580E0FA8-6CCE-4854-AC0F-A4EE44C1C3CD}" type="presOf" srcId="{6566D0BC-4F4D-434A-B29F-BACB393A9D77}" destId="{297AA700-FCF5-44B7-A594-920EC85EEBD9}" srcOrd="0" destOrd="0" presId="urn:microsoft.com/office/officeart/2018/2/layout/IconVerticalSolidList"/>
    <dgm:cxn modelId="{26DC31D4-7153-456D-B168-93EA13C0C832}" type="presOf" srcId="{A6E2271B-1142-4668-B4BA-3328351F5ACB}" destId="{A9864F7E-FE39-4A77-B36F-0377D03A9D65}" srcOrd="0" destOrd="0" presId="urn:microsoft.com/office/officeart/2018/2/layout/IconVerticalSolidList"/>
    <dgm:cxn modelId="{648A53EA-4CB3-4175-8094-F3F2961648B1}" srcId="{6566D0BC-4F4D-434A-B29F-BACB393A9D77}" destId="{A6E2271B-1142-4668-B4BA-3328351F5ACB}" srcOrd="2" destOrd="0" parTransId="{3898751B-F94C-4E6F-81F1-A765DFEA5CBF}" sibTransId="{1AA18748-E210-47D7-899A-AA24C87C6156}"/>
    <dgm:cxn modelId="{B79D0722-B1E8-498F-874A-6E6D9E7EC308}" type="presParOf" srcId="{297AA700-FCF5-44B7-A594-920EC85EEBD9}" destId="{89308388-6075-4291-B9E3-83969B73F8E1}" srcOrd="0" destOrd="0" presId="urn:microsoft.com/office/officeart/2018/2/layout/IconVerticalSolidList"/>
    <dgm:cxn modelId="{1036D7F9-50F6-4FC7-B398-BBE6A097C8FD}" type="presParOf" srcId="{89308388-6075-4291-B9E3-83969B73F8E1}" destId="{DF845A47-5BBD-4EA6-B6AA-33E0CB37CC35}" srcOrd="0" destOrd="0" presId="urn:microsoft.com/office/officeart/2018/2/layout/IconVerticalSolidList"/>
    <dgm:cxn modelId="{203473ED-B956-438E-9CA6-4760E6B2A12F}" type="presParOf" srcId="{89308388-6075-4291-B9E3-83969B73F8E1}" destId="{42F52CAD-AD36-400B-8CDF-5D079BE10E70}" srcOrd="1" destOrd="0" presId="urn:microsoft.com/office/officeart/2018/2/layout/IconVerticalSolidList"/>
    <dgm:cxn modelId="{3E8E4B14-5027-4FB1-AC03-791A7BBEDA2A}" type="presParOf" srcId="{89308388-6075-4291-B9E3-83969B73F8E1}" destId="{B7DC6A73-5199-495D-93D6-786E2490A513}" srcOrd="2" destOrd="0" presId="urn:microsoft.com/office/officeart/2018/2/layout/IconVerticalSolidList"/>
    <dgm:cxn modelId="{9AB18924-BC58-44D3-9F9A-0FE8209B93B8}" type="presParOf" srcId="{89308388-6075-4291-B9E3-83969B73F8E1}" destId="{68FB7954-9C86-4416-824A-0B2AEA3674F1}" srcOrd="3" destOrd="0" presId="urn:microsoft.com/office/officeart/2018/2/layout/IconVerticalSolidList"/>
    <dgm:cxn modelId="{F7B6020F-2980-4B2E-ADB2-C447F444783D}" type="presParOf" srcId="{297AA700-FCF5-44B7-A594-920EC85EEBD9}" destId="{EB74A59F-6262-4B70-8D76-DD3AA2220F30}" srcOrd="1" destOrd="0" presId="urn:microsoft.com/office/officeart/2018/2/layout/IconVerticalSolidList"/>
    <dgm:cxn modelId="{D1C07DF2-B15C-424B-B843-69CC2927885F}" type="presParOf" srcId="{297AA700-FCF5-44B7-A594-920EC85EEBD9}" destId="{35D31778-BEE1-4A16-AB46-7C98CD3AA562}" srcOrd="2" destOrd="0" presId="urn:microsoft.com/office/officeart/2018/2/layout/IconVerticalSolidList"/>
    <dgm:cxn modelId="{9A53F8EF-74CF-4F99-B726-415AC1CC44BC}" type="presParOf" srcId="{35D31778-BEE1-4A16-AB46-7C98CD3AA562}" destId="{E577A223-E107-415E-B7E9-2D05BFC6ECD7}" srcOrd="0" destOrd="0" presId="urn:microsoft.com/office/officeart/2018/2/layout/IconVerticalSolidList"/>
    <dgm:cxn modelId="{143DC52F-9600-4A99-988F-3C8DAB778F62}" type="presParOf" srcId="{35D31778-BEE1-4A16-AB46-7C98CD3AA562}" destId="{84D5F0CA-671B-49CF-8BBA-8208F8546DA5}" srcOrd="1" destOrd="0" presId="urn:microsoft.com/office/officeart/2018/2/layout/IconVerticalSolidList"/>
    <dgm:cxn modelId="{DCF0FFE8-A117-4187-BEB0-05FF6FAB1DFD}" type="presParOf" srcId="{35D31778-BEE1-4A16-AB46-7C98CD3AA562}" destId="{A7F4B21D-D2E7-478B-9F03-5D0AC95E5814}" srcOrd="2" destOrd="0" presId="urn:microsoft.com/office/officeart/2018/2/layout/IconVerticalSolidList"/>
    <dgm:cxn modelId="{644C6118-32DC-48FD-95C7-812EBAB41322}" type="presParOf" srcId="{35D31778-BEE1-4A16-AB46-7C98CD3AA562}" destId="{F72AE2A3-1A43-4AC6-B1CE-EFFB64CF2264}" srcOrd="3" destOrd="0" presId="urn:microsoft.com/office/officeart/2018/2/layout/IconVerticalSolidList"/>
    <dgm:cxn modelId="{86E6B073-8F34-4433-8D07-BDE0FCE91D9F}" type="presParOf" srcId="{297AA700-FCF5-44B7-A594-920EC85EEBD9}" destId="{4C2CDA1B-EF80-4B03-BDAF-392B8102B08D}" srcOrd="3" destOrd="0" presId="urn:microsoft.com/office/officeart/2018/2/layout/IconVerticalSolidList"/>
    <dgm:cxn modelId="{890B0953-31B9-40BE-AEC5-7AD7AE7C225E}" type="presParOf" srcId="{297AA700-FCF5-44B7-A594-920EC85EEBD9}" destId="{068089DE-ADF2-4E90-BB76-F7296AB9CDBE}" srcOrd="4" destOrd="0" presId="urn:microsoft.com/office/officeart/2018/2/layout/IconVerticalSolidList"/>
    <dgm:cxn modelId="{F2C60BFF-9B5F-427A-848E-D4832C97DE6D}" type="presParOf" srcId="{068089DE-ADF2-4E90-BB76-F7296AB9CDBE}" destId="{92A46588-869A-47E0-8221-FC191AFC77F6}" srcOrd="0" destOrd="0" presId="urn:microsoft.com/office/officeart/2018/2/layout/IconVerticalSolidList"/>
    <dgm:cxn modelId="{4BA996D2-7FF0-4869-BD6C-5DF9B3C274D0}" type="presParOf" srcId="{068089DE-ADF2-4E90-BB76-F7296AB9CDBE}" destId="{C345FB51-8B5A-4C17-8E22-B4A3A8632D76}" srcOrd="1" destOrd="0" presId="urn:microsoft.com/office/officeart/2018/2/layout/IconVerticalSolidList"/>
    <dgm:cxn modelId="{1D59463F-A487-401D-AEB5-1776F1C27548}" type="presParOf" srcId="{068089DE-ADF2-4E90-BB76-F7296AB9CDBE}" destId="{03905990-1026-4B88-A5A5-35236C71F2E2}" srcOrd="2" destOrd="0" presId="urn:microsoft.com/office/officeart/2018/2/layout/IconVerticalSolidList"/>
    <dgm:cxn modelId="{265D2E7C-CCF8-4A17-A220-4C432E26F836}" type="presParOf" srcId="{068089DE-ADF2-4E90-BB76-F7296AB9CDBE}" destId="{A9864F7E-FE39-4A77-B36F-0377D03A9D65}" srcOrd="3" destOrd="0" presId="urn:microsoft.com/office/officeart/2018/2/layout/IconVerticalSolidList"/>
    <dgm:cxn modelId="{A0474CC5-0E85-425F-BF5E-77A90D66E6CB}" type="presParOf" srcId="{297AA700-FCF5-44B7-A594-920EC85EEBD9}" destId="{C018967C-FC96-432C-B135-CAD321EAFB30}" srcOrd="5" destOrd="0" presId="urn:microsoft.com/office/officeart/2018/2/layout/IconVerticalSolidList"/>
    <dgm:cxn modelId="{70D987EF-DE2C-443A-82D7-CA2BC7578196}" type="presParOf" srcId="{297AA700-FCF5-44B7-A594-920EC85EEBD9}" destId="{C61082DD-D64A-4A33-A315-3062976019A8}" srcOrd="6" destOrd="0" presId="urn:microsoft.com/office/officeart/2018/2/layout/IconVerticalSolidList"/>
    <dgm:cxn modelId="{193A67C4-D0DC-49DE-92C2-94018B727026}" type="presParOf" srcId="{C61082DD-D64A-4A33-A315-3062976019A8}" destId="{5C0A58B4-2E9F-4661-8BBB-2AF80A549F38}" srcOrd="0" destOrd="0" presId="urn:microsoft.com/office/officeart/2018/2/layout/IconVerticalSolidList"/>
    <dgm:cxn modelId="{16D2AF55-67B0-45CE-AED9-BA2C5973884B}" type="presParOf" srcId="{C61082DD-D64A-4A33-A315-3062976019A8}" destId="{E0A470D4-9918-4DD1-A28C-BC86351A68FE}" srcOrd="1" destOrd="0" presId="urn:microsoft.com/office/officeart/2018/2/layout/IconVerticalSolidList"/>
    <dgm:cxn modelId="{60AF501F-E02D-4DFF-B23B-9770EE81E244}" type="presParOf" srcId="{C61082DD-D64A-4A33-A315-3062976019A8}" destId="{27EDEEF6-D819-43D0-A87E-1282E59B18C7}" srcOrd="2" destOrd="0" presId="urn:microsoft.com/office/officeart/2018/2/layout/IconVerticalSolidList"/>
    <dgm:cxn modelId="{91213B72-5951-4B6D-AEB4-1C67BB639191}" type="presParOf" srcId="{C61082DD-D64A-4A33-A315-3062976019A8}" destId="{438169F2-5BD3-4F6E-BA5E-5428F1A77BA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807BEA6-E72F-45E1-87B9-3D9722B467F3}" type="doc">
      <dgm:prSet loTypeId="urn:microsoft.com/office/officeart/2005/8/layout/process1" loCatId="process" qsTypeId="urn:microsoft.com/office/officeart/2005/8/quickstyle/simple1" qsCatId="simple" csTypeId="urn:microsoft.com/office/officeart/2005/8/colors/accent0_2" csCatId="mainScheme" phldr="1"/>
      <dgm:spPr/>
      <dgm:t>
        <a:bodyPr/>
        <a:lstStyle/>
        <a:p>
          <a:endParaRPr lang="en-US"/>
        </a:p>
      </dgm:t>
    </dgm:pt>
    <dgm:pt modelId="{45F8008B-0EF8-479E-B4BE-6C6804E644F4}">
      <dgm:prSet/>
      <dgm:spPr>
        <a:solidFill>
          <a:schemeClr val="tx2">
            <a:lumMod val="20000"/>
            <a:lumOff val="80000"/>
          </a:schemeClr>
        </a:solidFill>
      </dgm:spPr>
      <dgm:t>
        <a:bodyPr/>
        <a:lstStyle/>
        <a:p>
          <a:r>
            <a:rPr lang="zh-TW" altLang="en-US" dirty="0">
              <a:solidFill>
                <a:schemeClr val="bg1"/>
              </a:solidFill>
            </a:rPr>
            <a:t>製造電腦的其中一個目的是為了完成人類的任務</a:t>
          </a:r>
          <a:endParaRPr lang="en-US" dirty="0">
            <a:solidFill>
              <a:schemeClr val="bg1"/>
            </a:solidFill>
          </a:endParaRPr>
        </a:p>
      </dgm:t>
    </dgm:pt>
    <dgm:pt modelId="{44619A8E-85CD-4144-B959-6410349E203E}" type="parTrans" cxnId="{17C9441F-E77B-4C8E-BE70-D94A784B4775}">
      <dgm:prSet/>
      <dgm:spPr/>
      <dgm:t>
        <a:bodyPr/>
        <a:lstStyle/>
        <a:p>
          <a:endParaRPr lang="en-US">
            <a:solidFill>
              <a:schemeClr val="bg1"/>
            </a:solidFill>
          </a:endParaRPr>
        </a:p>
      </dgm:t>
    </dgm:pt>
    <dgm:pt modelId="{063EDF47-1F12-41DC-A354-310C9252C04C}" type="sibTrans" cxnId="{17C9441F-E77B-4C8E-BE70-D94A784B4775}">
      <dgm:prSet/>
      <dgm:spPr>
        <a:solidFill>
          <a:schemeClr val="tx2"/>
        </a:solidFill>
      </dgm:spPr>
      <dgm:t>
        <a:bodyPr/>
        <a:lstStyle/>
        <a:p>
          <a:endParaRPr lang="en-US">
            <a:solidFill>
              <a:schemeClr val="bg1"/>
            </a:solidFill>
          </a:endParaRPr>
        </a:p>
      </dgm:t>
    </dgm:pt>
    <dgm:pt modelId="{A3074708-D6C1-484C-AAF8-618489132BA2}">
      <dgm:prSet custT="1"/>
      <dgm:spPr>
        <a:solidFill>
          <a:schemeClr val="tx2">
            <a:lumMod val="20000"/>
            <a:lumOff val="80000"/>
          </a:schemeClr>
        </a:solidFill>
      </dgm:spPr>
      <dgm:t>
        <a:bodyPr/>
        <a:lstStyle/>
        <a:p>
          <a:r>
            <a:rPr lang="zh-TW" altLang="en-US" sz="5700" dirty="0">
              <a:solidFill>
                <a:schemeClr val="bg1"/>
              </a:solidFill>
            </a:rPr>
            <a:t>早期，人們認為通用智慧</a:t>
          </a:r>
          <a:r>
            <a:rPr lang="en-US" altLang="zh-TW" sz="5400" dirty="0">
              <a:solidFill>
                <a:schemeClr val="bg1"/>
              </a:solidFill>
            </a:rPr>
            <a:t>(generalized intelligence)</a:t>
          </a:r>
          <a:r>
            <a:rPr lang="zh-TW" altLang="en-US" sz="5400" dirty="0">
              <a:solidFill>
                <a:schemeClr val="bg1"/>
              </a:solidFill>
            </a:rPr>
            <a:t> </a:t>
          </a:r>
          <a:r>
            <a:rPr lang="zh-TW" altLang="en-US" sz="5700" dirty="0">
              <a:solidFill>
                <a:schemeClr val="bg1"/>
              </a:solidFill>
            </a:rPr>
            <a:t>是可以實現的</a:t>
          </a:r>
          <a:endParaRPr lang="en-US" sz="5700" dirty="0">
            <a:solidFill>
              <a:schemeClr val="bg1"/>
            </a:solidFill>
          </a:endParaRPr>
        </a:p>
      </dgm:t>
    </dgm:pt>
    <dgm:pt modelId="{1C5C56F2-6B5B-4033-A22E-7C4F2CF787BF}" type="parTrans" cxnId="{1AD58708-5F46-4FDC-8F36-0FAE762AE799}">
      <dgm:prSet/>
      <dgm:spPr/>
      <dgm:t>
        <a:bodyPr/>
        <a:lstStyle/>
        <a:p>
          <a:endParaRPr lang="en-US">
            <a:solidFill>
              <a:schemeClr val="bg1"/>
            </a:solidFill>
          </a:endParaRPr>
        </a:p>
      </dgm:t>
    </dgm:pt>
    <dgm:pt modelId="{21B4B3C6-E3DC-4EAD-8589-CBA4985FB10F}" type="sibTrans" cxnId="{1AD58708-5F46-4FDC-8F36-0FAE762AE799}">
      <dgm:prSet/>
      <dgm:spPr>
        <a:solidFill>
          <a:schemeClr val="tx2"/>
        </a:solidFill>
      </dgm:spPr>
      <dgm:t>
        <a:bodyPr/>
        <a:lstStyle/>
        <a:p>
          <a:endParaRPr lang="en-US">
            <a:solidFill>
              <a:schemeClr val="bg1"/>
            </a:solidFill>
          </a:endParaRPr>
        </a:p>
      </dgm:t>
    </dgm:pt>
    <dgm:pt modelId="{61D55010-37CF-46AB-8ACC-82BFAB2C1616}">
      <dgm:prSet/>
      <dgm:spPr>
        <a:solidFill>
          <a:schemeClr val="tx2">
            <a:lumMod val="20000"/>
            <a:lumOff val="80000"/>
          </a:schemeClr>
        </a:solidFill>
      </dgm:spPr>
      <dgm:t>
        <a:bodyPr/>
        <a:lstStyle/>
        <a:p>
          <a:r>
            <a:rPr lang="zh-TW" altLang="en-US" dirty="0">
              <a:solidFill>
                <a:schemeClr val="bg1"/>
              </a:solidFill>
            </a:rPr>
            <a:t>事實證明它比預期的更加困難得多</a:t>
          </a:r>
          <a:endParaRPr lang="en-US" dirty="0">
            <a:solidFill>
              <a:schemeClr val="bg1"/>
            </a:solidFill>
          </a:endParaRPr>
        </a:p>
      </dgm:t>
    </dgm:pt>
    <dgm:pt modelId="{7A1F78E9-D725-4B53-A046-774DED4EE3A9}" type="parTrans" cxnId="{19F10B88-E1E8-4682-B664-4DE24F5CDBBC}">
      <dgm:prSet/>
      <dgm:spPr/>
      <dgm:t>
        <a:bodyPr/>
        <a:lstStyle/>
        <a:p>
          <a:endParaRPr lang="en-US">
            <a:solidFill>
              <a:schemeClr val="bg1"/>
            </a:solidFill>
          </a:endParaRPr>
        </a:p>
      </dgm:t>
    </dgm:pt>
    <dgm:pt modelId="{7347FD7A-17C3-48CB-B39A-0AEC38437A95}" type="sibTrans" cxnId="{19F10B88-E1E8-4682-B664-4DE24F5CDBBC}">
      <dgm:prSet/>
      <dgm:spPr/>
      <dgm:t>
        <a:bodyPr/>
        <a:lstStyle/>
        <a:p>
          <a:endParaRPr lang="en-US">
            <a:solidFill>
              <a:schemeClr val="bg1"/>
            </a:solidFill>
          </a:endParaRPr>
        </a:p>
      </dgm:t>
    </dgm:pt>
    <dgm:pt modelId="{E57F051C-2AFA-42BB-9E64-45FCE54FC0CB}" type="pres">
      <dgm:prSet presAssocID="{8807BEA6-E72F-45E1-87B9-3D9722B467F3}" presName="Name0" presStyleCnt="0">
        <dgm:presLayoutVars>
          <dgm:dir/>
          <dgm:resizeHandles val="exact"/>
        </dgm:presLayoutVars>
      </dgm:prSet>
      <dgm:spPr/>
    </dgm:pt>
    <dgm:pt modelId="{9CD9D4C7-741D-4D0B-A7DA-24100FEACD45}" type="pres">
      <dgm:prSet presAssocID="{45F8008B-0EF8-479E-B4BE-6C6804E644F4}" presName="node" presStyleLbl="node1" presStyleIdx="0" presStyleCnt="3">
        <dgm:presLayoutVars>
          <dgm:bulletEnabled val="1"/>
        </dgm:presLayoutVars>
      </dgm:prSet>
      <dgm:spPr/>
    </dgm:pt>
    <dgm:pt modelId="{C62922CE-2FB3-442B-9EE8-F5564741706A}" type="pres">
      <dgm:prSet presAssocID="{063EDF47-1F12-41DC-A354-310C9252C04C}" presName="sibTrans" presStyleLbl="sibTrans2D1" presStyleIdx="0" presStyleCnt="2"/>
      <dgm:spPr/>
    </dgm:pt>
    <dgm:pt modelId="{E35DFCFD-644F-42B1-844C-5AEBBBD155D6}" type="pres">
      <dgm:prSet presAssocID="{063EDF47-1F12-41DC-A354-310C9252C04C}" presName="connectorText" presStyleLbl="sibTrans2D1" presStyleIdx="0" presStyleCnt="2"/>
      <dgm:spPr/>
    </dgm:pt>
    <dgm:pt modelId="{78368806-1F21-405F-90C6-39A3428E65D1}" type="pres">
      <dgm:prSet presAssocID="{A3074708-D6C1-484C-AAF8-618489132BA2}" presName="node" presStyleLbl="node1" presStyleIdx="1" presStyleCnt="3">
        <dgm:presLayoutVars>
          <dgm:bulletEnabled val="1"/>
        </dgm:presLayoutVars>
      </dgm:prSet>
      <dgm:spPr/>
    </dgm:pt>
    <dgm:pt modelId="{C7498BA8-31FA-4323-AE83-2DAF81AFE883}" type="pres">
      <dgm:prSet presAssocID="{21B4B3C6-E3DC-4EAD-8589-CBA4985FB10F}" presName="sibTrans" presStyleLbl="sibTrans2D1" presStyleIdx="1" presStyleCnt="2"/>
      <dgm:spPr/>
    </dgm:pt>
    <dgm:pt modelId="{930ADC9C-D55D-427E-A243-B194C5347A7B}" type="pres">
      <dgm:prSet presAssocID="{21B4B3C6-E3DC-4EAD-8589-CBA4985FB10F}" presName="connectorText" presStyleLbl="sibTrans2D1" presStyleIdx="1" presStyleCnt="2"/>
      <dgm:spPr/>
    </dgm:pt>
    <dgm:pt modelId="{5ED78A5A-A0C1-4D10-AFD9-E89687CD7E49}" type="pres">
      <dgm:prSet presAssocID="{61D55010-37CF-46AB-8ACC-82BFAB2C1616}" presName="node" presStyleLbl="node1" presStyleIdx="2" presStyleCnt="3">
        <dgm:presLayoutVars>
          <dgm:bulletEnabled val="1"/>
        </dgm:presLayoutVars>
      </dgm:prSet>
      <dgm:spPr/>
    </dgm:pt>
  </dgm:ptLst>
  <dgm:cxnLst>
    <dgm:cxn modelId="{1AD58708-5F46-4FDC-8F36-0FAE762AE799}" srcId="{8807BEA6-E72F-45E1-87B9-3D9722B467F3}" destId="{A3074708-D6C1-484C-AAF8-618489132BA2}" srcOrd="1" destOrd="0" parTransId="{1C5C56F2-6B5B-4033-A22E-7C4F2CF787BF}" sibTransId="{21B4B3C6-E3DC-4EAD-8589-CBA4985FB10F}"/>
    <dgm:cxn modelId="{17C9441F-E77B-4C8E-BE70-D94A784B4775}" srcId="{8807BEA6-E72F-45E1-87B9-3D9722B467F3}" destId="{45F8008B-0EF8-479E-B4BE-6C6804E644F4}" srcOrd="0" destOrd="0" parTransId="{44619A8E-85CD-4144-B959-6410349E203E}" sibTransId="{063EDF47-1F12-41DC-A354-310C9252C04C}"/>
    <dgm:cxn modelId="{5CE10129-9755-42B0-AE6F-CEBEF42872E7}" type="presOf" srcId="{21B4B3C6-E3DC-4EAD-8589-CBA4985FB10F}" destId="{C7498BA8-31FA-4323-AE83-2DAF81AFE883}" srcOrd="0" destOrd="0" presId="urn:microsoft.com/office/officeart/2005/8/layout/process1"/>
    <dgm:cxn modelId="{A3B97C44-4AC4-42CF-BB06-FC9C1184EA4E}" type="presOf" srcId="{21B4B3C6-E3DC-4EAD-8589-CBA4985FB10F}" destId="{930ADC9C-D55D-427E-A243-B194C5347A7B}" srcOrd="1" destOrd="0" presId="urn:microsoft.com/office/officeart/2005/8/layout/process1"/>
    <dgm:cxn modelId="{291CD447-46FF-42E2-8CCF-7C153BB268E1}" type="presOf" srcId="{61D55010-37CF-46AB-8ACC-82BFAB2C1616}" destId="{5ED78A5A-A0C1-4D10-AFD9-E89687CD7E49}" srcOrd="0" destOrd="0" presId="urn:microsoft.com/office/officeart/2005/8/layout/process1"/>
    <dgm:cxn modelId="{B3FDDA4B-71FA-46D7-8DDF-F12B785B6258}" type="presOf" srcId="{45F8008B-0EF8-479E-B4BE-6C6804E644F4}" destId="{9CD9D4C7-741D-4D0B-A7DA-24100FEACD45}" srcOrd="0" destOrd="0" presId="urn:microsoft.com/office/officeart/2005/8/layout/process1"/>
    <dgm:cxn modelId="{19F10B88-E1E8-4682-B664-4DE24F5CDBBC}" srcId="{8807BEA6-E72F-45E1-87B9-3D9722B467F3}" destId="{61D55010-37CF-46AB-8ACC-82BFAB2C1616}" srcOrd="2" destOrd="0" parTransId="{7A1F78E9-D725-4B53-A046-774DED4EE3A9}" sibTransId="{7347FD7A-17C3-48CB-B39A-0AEC38437A95}"/>
    <dgm:cxn modelId="{FC5D7794-F9E4-4485-B215-A08E255ED926}" type="presOf" srcId="{063EDF47-1F12-41DC-A354-310C9252C04C}" destId="{E35DFCFD-644F-42B1-844C-5AEBBBD155D6}" srcOrd="1" destOrd="0" presId="urn:microsoft.com/office/officeart/2005/8/layout/process1"/>
    <dgm:cxn modelId="{701630A4-E05A-4FCA-A9A9-C952E5DB7958}" type="presOf" srcId="{8807BEA6-E72F-45E1-87B9-3D9722B467F3}" destId="{E57F051C-2AFA-42BB-9E64-45FCE54FC0CB}" srcOrd="0" destOrd="0" presId="urn:microsoft.com/office/officeart/2005/8/layout/process1"/>
    <dgm:cxn modelId="{A38746BB-2D7C-4AA9-AA9C-552FFC175B69}" type="presOf" srcId="{A3074708-D6C1-484C-AAF8-618489132BA2}" destId="{78368806-1F21-405F-90C6-39A3428E65D1}" srcOrd="0" destOrd="0" presId="urn:microsoft.com/office/officeart/2005/8/layout/process1"/>
    <dgm:cxn modelId="{1E12D1EE-A662-47B2-B512-EDF3B8B29A63}" type="presOf" srcId="{063EDF47-1F12-41DC-A354-310C9252C04C}" destId="{C62922CE-2FB3-442B-9EE8-F5564741706A}" srcOrd="0" destOrd="0" presId="urn:microsoft.com/office/officeart/2005/8/layout/process1"/>
    <dgm:cxn modelId="{BD2E88AC-06F1-4504-AD0D-727F3DBB6329}" type="presParOf" srcId="{E57F051C-2AFA-42BB-9E64-45FCE54FC0CB}" destId="{9CD9D4C7-741D-4D0B-A7DA-24100FEACD45}" srcOrd="0" destOrd="0" presId="urn:microsoft.com/office/officeart/2005/8/layout/process1"/>
    <dgm:cxn modelId="{F17CCB87-2D6A-43EA-8EF6-98757901EEC5}" type="presParOf" srcId="{E57F051C-2AFA-42BB-9E64-45FCE54FC0CB}" destId="{C62922CE-2FB3-442B-9EE8-F5564741706A}" srcOrd="1" destOrd="0" presId="urn:microsoft.com/office/officeart/2005/8/layout/process1"/>
    <dgm:cxn modelId="{E34D1BFF-5B99-4B9D-84C3-44293EB1316A}" type="presParOf" srcId="{C62922CE-2FB3-442B-9EE8-F5564741706A}" destId="{E35DFCFD-644F-42B1-844C-5AEBBBD155D6}" srcOrd="0" destOrd="0" presId="urn:microsoft.com/office/officeart/2005/8/layout/process1"/>
    <dgm:cxn modelId="{69F033E9-286B-46BA-8C81-1FB0EB9095ED}" type="presParOf" srcId="{E57F051C-2AFA-42BB-9E64-45FCE54FC0CB}" destId="{78368806-1F21-405F-90C6-39A3428E65D1}" srcOrd="2" destOrd="0" presId="urn:microsoft.com/office/officeart/2005/8/layout/process1"/>
    <dgm:cxn modelId="{3B303899-D8BD-4DA3-B27F-5A4573786E49}" type="presParOf" srcId="{E57F051C-2AFA-42BB-9E64-45FCE54FC0CB}" destId="{C7498BA8-31FA-4323-AE83-2DAF81AFE883}" srcOrd="3" destOrd="0" presId="urn:microsoft.com/office/officeart/2005/8/layout/process1"/>
    <dgm:cxn modelId="{EA30BCEF-B1FF-4EB2-AE36-A28A5200A051}" type="presParOf" srcId="{C7498BA8-31FA-4323-AE83-2DAF81AFE883}" destId="{930ADC9C-D55D-427E-A243-B194C5347A7B}" srcOrd="0" destOrd="0" presId="urn:microsoft.com/office/officeart/2005/8/layout/process1"/>
    <dgm:cxn modelId="{C900A17E-A5F9-41C0-8A1E-0635D78EC064}" type="presParOf" srcId="{E57F051C-2AFA-42BB-9E64-45FCE54FC0CB}" destId="{5ED78A5A-A0C1-4D10-AFD9-E89687CD7E49}"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DDC27B-D878-4A73-ACE5-88A8081F6FB3}"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41634AD-D0F6-4A7A-BC79-B8BFD43D6F9E}">
      <dgm:prSet custT="1"/>
      <dgm:spPr/>
      <dgm:t>
        <a:bodyPr/>
        <a:lstStyle/>
        <a:p>
          <a:pPr>
            <a:lnSpc>
              <a:spcPct val="100000"/>
            </a:lnSpc>
          </a:pPr>
          <a:r>
            <a:rPr lang="zh-TW" altLang="en-US" sz="5400" dirty="0">
              <a:solidFill>
                <a:schemeClr val="bg1"/>
              </a:solidFill>
            </a:rPr>
            <a:t>高度複雜</a:t>
          </a:r>
          <a:endParaRPr lang="en-US" sz="5400" dirty="0">
            <a:solidFill>
              <a:schemeClr val="bg1"/>
            </a:solidFill>
          </a:endParaRPr>
        </a:p>
      </dgm:t>
    </dgm:pt>
    <dgm:pt modelId="{39CC7DDA-CF52-4120-A415-0B0B5EEE31E3}" type="parTrans" cxnId="{4A635D3C-627D-4ED9-9B81-0E1A75E2C6F0}">
      <dgm:prSet/>
      <dgm:spPr/>
      <dgm:t>
        <a:bodyPr/>
        <a:lstStyle/>
        <a:p>
          <a:endParaRPr lang="en-US" sz="5400">
            <a:solidFill>
              <a:schemeClr val="bg1"/>
            </a:solidFill>
          </a:endParaRPr>
        </a:p>
      </dgm:t>
    </dgm:pt>
    <dgm:pt modelId="{F46F3C07-04C8-422C-A19C-9F988F0B09B1}" type="sibTrans" cxnId="{4A635D3C-627D-4ED9-9B81-0E1A75E2C6F0}">
      <dgm:prSet/>
      <dgm:spPr/>
      <dgm:t>
        <a:bodyPr/>
        <a:lstStyle/>
        <a:p>
          <a:endParaRPr lang="en-US" sz="5400">
            <a:solidFill>
              <a:schemeClr val="bg1"/>
            </a:solidFill>
          </a:endParaRPr>
        </a:p>
      </dgm:t>
    </dgm:pt>
    <dgm:pt modelId="{BBFEE577-0170-49CB-8668-82BF9F2B106D}">
      <dgm:prSet custT="1"/>
      <dgm:spPr/>
      <dgm:t>
        <a:bodyPr/>
        <a:lstStyle/>
        <a:p>
          <a:pPr>
            <a:lnSpc>
              <a:spcPct val="100000"/>
            </a:lnSpc>
          </a:pPr>
          <a:r>
            <a:rPr lang="zh-TW" altLang="en-US" sz="5400" dirty="0">
              <a:solidFill>
                <a:schemeClr val="bg1"/>
              </a:solidFill>
            </a:rPr>
            <a:t>由數百名工程師編寫程式</a:t>
          </a:r>
          <a:endParaRPr lang="en-US" sz="5400" dirty="0">
            <a:solidFill>
              <a:schemeClr val="bg1"/>
            </a:solidFill>
          </a:endParaRPr>
        </a:p>
      </dgm:t>
    </dgm:pt>
    <dgm:pt modelId="{1FD14A95-BE1C-4EAC-8B7F-C78262AE826C}" type="parTrans" cxnId="{76A01CEF-A923-4092-A4BF-AF163A1D98AB}">
      <dgm:prSet/>
      <dgm:spPr/>
      <dgm:t>
        <a:bodyPr/>
        <a:lstStyle/>
        <a:p>
          <a:endParaRPr lang="en-US" sz="5400">
            <a:solidFill>
              <a:schemeClr val="bg1"/>
            </a:solidFill>
          </a:endParaRPr>
        </a:p>
      </dgm:t>
    </dgm:pt>
    <dgm:pt modelId="{F279CC57-499E-4781-A7CF-6B7A6A0D2F48}" type="sibTrans" cxnId="{76A01CEF-A923-4092-A4BF-AF163A1D98AB}">
      <dgm:prSet/>
      <dgm:spPr/>
      <dgm:t>
        <a:bodyPr/>
        <a:lstStyle/>
        <a:p>
          <a:endParaRPr lang="en-US" sz="5400">
            <a:solidFill>
              <a:schemeClr val="bg1"/>
            </a:solidFill>
          </a:endParaRPr>
        </a:p>
      </dgm:t>
    </dgm:pt>
    <dgm:pt modelId="{49D09110-967F-452F-ABAE-7AB33A46FCB5}">
      <dgm:prSet custT="1"/>
      <dgm:spPr/>
      <dgm:t>
        <a:bodyPr/>
        <a:lstStyle/>
        <a:p>
          <a:pPr>
            <a:lnSpc>
              <a:spcPct val="100000"/>
            </a:lnSpc>
          </a:pPr>
          <a:r>
            <a:rPr lang="zh-TW" altLang="en-US" sz="5400" dirty="0">
              <a:solidFill>
                <a:schemeClr val="bg1"/>
              </a:solidFill>
            </a:rPr>
            <a:t>嚴謹的具有多重規則的程式設計</a:t>
          </a:r>
          <a:endParaRPr lang="en-US" sz="5400" dirty="0">
            <a:solidFill>
              <a:schemeClr val="bg1"/>
            </a:solidFill>
          </a:endParaRPr>
        </a:p>
      </dgm:t>
    </dgm:pt>
    <dgm:pt modelId="{14CAF4CB-5A21-4C1A-8D9B-AFBBECFD7BF3}" type="parTrans" cxnId="{0B0811F6-1D3A-42E4-8323-139B1E45DFEF}">
      <dgm:prSet/>
      <dgm:spPr/>
      <dgm:t>
        <a:bodyPr/>
        <a:lstStyle/>
        <a:p>
          <a:endParaRPr lang="en-US" sz="5400">
            <a:solidFill>
              <a:schemeClr val="bg1"/>
            </a:solidFill>
          </a:endParaRPr>
        </a:p>
      </dgm:t>
    </dgm:pt>
    <dgm:pt modelId="{0605C117-DF1B-4A56-AFF8-1D1E733ED4F8}" type="sibTrans" cxnId="{0B0811F6-1D3A-42E4-8323-139B1E45DFEF}">
      <dgm:prSet/>
      <dgm:spPr/>
      <dgm:t>
        <a:bodyPr/>
        <a:lstStyle/>
        <a:p>
          <a:endParaRPr lang="en-US" sz="5400">
            <a:solidFill>
              <a:schemeClr val="bg1"/>
            </a:solidFill>
          </a:endParaRPr>
        </a:p>
      </dgm:t>
    </dgm:pt>
    <dgm:pt modelId="{FD9AD9CD-8402-4D6B-AF1D-2EBDEA5CF56A}" type="pres">
      <dgm:prSet presAssocID="{B6DDC27B-D878-4A73-ACE5-88A8081F6FB3}" presName="root" presStyleCnt="0">
        <dgm:presLayoutVars>
          <dgm:dir/>
          <dgm:resizeHandles val="exact"/>
        </dgm:presLayoutVars>
      </dgm:prSet>
      <dgm:spPr/>
    </dgm:pt>
    <dgm:pt modelId="{2C8644C8-1013-44C1-8E00-F52B84554982}" type="pres">
      <dgm:prSet presAssocID="{C41634AD-D0F6-4A7A-BC79-B8BFD43D6F9E}" presName="compNode" presStyleCnt="0"/>
      <dgm:spPr/>
    </dgm:pt>
    <dgm:pt modelId="{BB33FE23-6853-49A8-9A31-ABAA12EB47EA}" type="pres">
      <dgm:prSet presAssocID="{C41634AD-D0F6-4A7A-BC79-B8BFD43D6F9E}" presName="bgRect" presStyleLbl="bgShp" presStyleIdx="0" presStyleCnt="3" custLinFactNeighborX="-193" custLinFactNeighborY="-51856"/>
      <dgm:spPr>
        <a:solidFill>
          <a:schemeClr val="tx2">
            <a:lumMod val="20000"/>
            <a:lumOff val="80000"/>
          </a:schemeClr>
        </a:solidFill>
        <a:ln>
          <a:solidFill>
            <a:schemeClr val="tx2"/>
          </a:solidFill>
        </a:ln>
      </dgm:spPr>
    </dgm:pt>
    <dgm:pt modelId="{6C957663-D996-4607-A5DE-EA4613185A75}" type="pres">
      <dgm:prSet presAssocID="{C41634AD-D0F6-4A7A-BC79-B8BFD43D6F9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Golden Ratio"/>
        </a:ext>
      </dgm:extLst>
    </dgm:pt>
    <dgm:pt modelId="{AC916F30-CC99-4B39-BC9C-847FD3196D64}" type="pres">
      <dgm:prSet presAssocID="{C41634AD-D0F6-4A7A-BC79-B8BFD43D6F9E}" presName="spaceRect" presStyleCnt="0"/>
      <dgm:spPr/>
    </dgm:pt>
    <dgm:pt modelId="{7840CE1A-BEA2-4F77-A0F6-79D5382CD4BA}" type="pres">
      <dgm:prSet presAssocID="{C41634AD-D0F6-4A7A-BC79-B8BFD43D6F9E}" presName="parTx" presStyleLbl="revTx" presStyleIdx="0" presStyleCnt="3">
        <dgm:presLayoutVars>
          <dgm:chMax val="0"/>
          <dgm:chPref val="0"/>
        </dgm:presLayoutVars>
      </dgm:prSet>
      <dgm:spPr/>
    </dgm:pt>
    <dgm:pt modelId="{2E0F8402-0073-432F-AE34-BEEF5A86868E}" type="pres">
      <dgm:prSet presAssocID="{F46F3C07-04C8-422C-A19C-9F988F0B09B1}" presName="sibTrans" presStyleCnt="0"/>
      <dgm:spPr/>
    </dgm:pt>
    <dgm:pt modelId="{F78FE431-350B-4A38-B2D4-4B8CB7CE5D38}" type="pres">
      <dgm:prSet presAssocID="{BBFEE577-0170-49CB-8668-82BF9F2B106D}" presName="compNode" presStyleCnt="0"/>
      <dgm:spPr/>
    </dgm:pt>
    <dgm:pt modelId="{EC495619-873F-4555-AB3B-AD8B512C08AC}" type="pres">
      <dgm:prSet presAssocID="{BBFEE577-0170-49CB-8668-82BF9F2B106D}" presName="bgRect" presStyleLbl="bgShp" presStyleIdx="1" presStyleCnt="3"/>
      <dgm:spPr>
        <a:solidFill>
          <a:schemeClr val="tx2">
            <a:lumMod val="20000"/>
            <a:lumOff val="80000"/>
          </a:schemeClr>
        </a:solidFill>
        <a:ln>
          <a:solidFill>
            <a:schemeClr val="tx2"/>
          </a:solidFill>
        </a:ln>
      </dgm:spPr>
    </dgm:pt>
    <dgm:pt modelId="{CFC551B8-BC69-4214-BBC0-011FBC3ED17A}" type="pres">
      <dgm:prSet presAssocID="{BBFEE577-0170-49CB-8668-82BF9F2B106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ols"/>
        </a:ext>
      </dgm:extLst>
    </dgm:pt>
    <dgm:pt modelId="{0EE16292-1738-4893-A188-4921BD4EFD16}" type="pres">
      <dgm:prSet presAssocID="{BBFEE577-0170-49CB-8668-82BF9F2B106D}" presName="spaceRect" presStyleCnt="0"/>
      <dgm:spPr/>
    </dgm:pt>
    <dgm:pt modelId="{65EF440F-A97B-42DD-AE86-425A57A275DA}" type="pres">
      <dgm:prSet presAssocID="{BBFEE577-0170-49CB-8668-82BF9F2B106D}" presName="parTx" presStyleLbl="revTx" presStyleIdx="1" presStyleCnt="3">
        <dgm:presLayoutVars>
          <dgm:chMax val="0"/>
          <dgm:chPref val="0"/>
        </dgm:presLayoutVars>
      </dgm:prSet>
      <dgm:spPr/>
    </dgm:pt>
    <dgm:pt modelId="{8481760C-C97D-4270-9EC4-85227E302711}" type="pres">
      <dgm:prSet presAssocID="{F279CC57-499E-4781-A7CF-6B7A6A0D2F48}" presName="sibTrans" presStyleCnt="0"/>
      <dgm:spPr/>
    </dgm:pt>
    <dgm:pt modelId="{7807A061-08CB-4EEB-8525-D70FC3CD973A}" type="pres">
      <dgm:prSet presAssocID="{49D09110-967F-452F-ABAE-7AB33A46FCB5}" presName="compNode" presStyleCnt="0"/>
      <dgm:spPr/>
    </dgm:pt>
    <dgm:pt modelId="{BA3B3DFB-E1BC-497A-8072-D687E24626E0}" type="pres">
      <dgm:prSet presAssocID="{49D09110-967F-452F-ABAE-7AB33A46FCB5}" presName="bgRect" presStyleLbl="bgShp" presStyleIdx="2" presStyleCnt="3"/>
      <dgm:spPr>
        <a:solidFill>
          <a:schemeClr val="tx2">
            <a:lumMod val="20000"/>
            <a:lumOff val="80000"/>
          </a:schemeClr>
        </a:solidFill>
        <a:ln>
          <a:solidFill>
            <a:schemeClr val="tx2"/>
          </a:solidFill>
        </a:ln>
      </dgm:spPr>
    </dgm:pt>
    <dgm:pt modelId="{D04651CE-2E9B-4CEA-9525-7A87687C767D}" type="pres">
      <dgm:prSet presAssocID="{49D09110-967F-452F-ABAE-7AB33A46FCB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Abacus"/>
        </a:ext>
      </dgm:extLst>
    </dgm:pt>
    <dgm:pt modelId="{E63DE322-6419-41A5-9A50-E6D077326EB3}" type="pres">
      <dgm:prSet presAssocID="{49D09110-967F-452F-ABAE-7AB33A46FCB5}" presName="spaceRect" presStyleCnt="0"/>
      <dgm:spPr/>
    </dgm:pt>
    <dgm:pt modelId="{7A272805-78F8-4FD5-89D5-46A3B50E46F2}" type="pres">
      <dgm:prSet presAssocID="{49D09110-967F-452F-ABAE-7AB33A46FCB5}" presName="parTx" presStyleLbl="revTx" presStyleIdx="2" presStyleCnt="3">
        <dgm:presLayoutVars>
          <dgm:chMax val="0"/>
          <dgm:chPref val="0"/>
        </dgm:presLayoutVars>
      </dgm:prSet>
      <dgm:spPr/>
    </dgm:pt>
  </dgm:ptLst>
  <dgm:cxnLst>
    <dgm:cxn modelId="{4A635D3C-627D-4ED9-9B81-0E1A75E2C6F0}" srcId="{B6DDC27B-D878-4A73-ACE5-88A8081F6FB3}" destId="{C41634AD-D0F6-4A7A-BC79-B8BFD43D6F9E}" srcOrd="0" destOrd="0" parTransId="{39CC7DDA-CF52-4120-A415-0B0B5EEE31E3}" sibTransId="{F46F3C07-04C8-422C-A19C-9F988F0B09B1}"/>
    <dgm:cxn modelId="{FD6384B2-EA7E-4925-81EA-3A0921CC543F}" type="presOf" srcId="{49D09110-967F-452F-ABAE-7AB33A46FCB5}" destId="{7A272805-78F8-4FD5-89D5-46A3B50E46F2}" srcOrd="0" destOrd="0" presId="urn:microsoft.com/office/officeart/2018/2/layout/IconVerticalSolidList"/>
    <dgm:cxn modelId="{7F2519CA-7AB7-4F2E-9B26-1FFD5E3D0AF4}" type="presOf" srcId="{BBFEE577-0170-49CB-8668-82BF9F2B106D}" destId="{65EF440F-A97B-42DD-AE86-425A57A275DA}" srcOrd="0" destOrd="0" presId="urn:microsoft.com/office/officeart/2018/2/layout/IconVerticalSolidList"/>
    <dgm:cxn modelId="{6D77DCCC-7B43-49CF-A82D-459D62D40758}" type="presOf" srcId="{C41634AD-D0F6-4A7A-BC79-B8BFD43D6F9E}" destId="{7840CE1A-BEA2-4F77-A0F6-79D5382CD4BA}" srcOrd="0" destOrd="0" presId="urn:microsoft.com/office/officeart/2018/2/layout/IconVerticalSolidList"/>
    <dgm:cxn modelId="{5C2A56D9-CD2C-4153-ACF8-C4561904AC99}" type="presOf" srcId="{B6DDC27B-D878-4A73-ACE5-88A8081F6FB3}" destId="{FD9AD9CD-8402-4D6B-AF1D-2EBDEA5CF56A}" srcOrd="0" destOrd="0" presId="urn:microsoft.com/office/officeart/2018/2/layout/IconVerticalSolidList"/>
    <dgm:cxn modelId="{76A01CEF-A923-4092-A4BF-AF163A1D98AB}" srcId="{B6DDC27B-D878-4A73-ACE5-88A8081F6FB3}" destId="{BBFEE577-0170-49CB-8668-82BF9F2B106D}" srcOrd="1" destOrd="0" parTransId="{1FD14A95-BE1C-4EAC-8B7F-C78262AE826C}" sibTransId="{F279CC57-499E-4781-A7CF-6B7A6A0D2F48}"/>
    <dgm:cxn modelId="{0B0811F6-1D3A-42E4-8323-139B1E45DFEF}" srcId="{B6DDC27B-D878-4A73-ACE5-88A8081F6FB3}" destId="{49D09110-967F-452F-ABAE-7AB33A46FCB5}" srcOrd="2" destOrd="0" parTransId="{14CAF4CB-5A21-4C1A-8D9B-AFBBECFD7BF3}" sibTransId="{0605C117-DF1B-4A56-AFF8-1D1E733ED4F8}"/>
    <dgm:cxn modelId="{7E467524-1DA5-4A01-A2D3-E20ED6D0FD64}" type="presParOf" srcId="{FD9AD9CD-8402-4D6B-AF1D-2EBDEA5CF56A}" destId="{2C8644C8-1013-44C1-8E00-F52B84554982}" srcOrd="0" destOrd="0" presId="urn:microsoft.com/office/officeart/2018/2/layout/IconVerticalSolidList"/>
    <dgm:cxn modelId="{5202C058-BB00-4FD3-AA25-600D49D3104A}" type="presParOf" srcId="{2C8644C8-1013-44C1-8E00-F52B84554982}" destId="{BB33FE23-6853-49A8-9A31-ABAA12EB47EA}" srcOrd="0" destOrd="0" presId="urn:microsoft.com/office/officeart/2018/2/layout/IconVerticalSolidList"/>
    <dgm:cxn modelId="{63E05C0E-DFBB-454C-B0EE-C53A74741B7F}" type="presParOf" srcId="{2C8644C8-1013-44C1-8E00-F52B84554982}" destId="{6C957663-D996-4607-A5DE-EA4613185A75}" srcOrd="1" destOrd="0" presId="urn:microsoft.com/office/officeart/2018/2/layout/IconVerticalSolidList"/>
    <dgm:cxn modelId="{D3E4E02D-E698-449E-B13A-C8970D4BED8D}" type="presParOf" srcId="{2C8644C8-1013-44C1-8E00-F52B84554982}" destId="{AC916F30-CC99-4B39-BC9C-847FD3196D64}" srcOrd="2" destOrd="0" presId="urn:microsoft.com/office/officeart/2018/2/layout/IconVerticalSolidList"/>
    <dgm:cxn modelId="{C56625D1-16C1-496D-B670-B6093BBD34A1}" type="presParOf" srcId="{2C8644C8-1013-44C1-8E00-F52B84554982}" destId="{7840CE1A-BEA2-4F77-A0F6-79D5382CD4BA}" srcOrd="3" destOrd="0" presId="urn:microsoft.com/office/officeart/2018/2/layout/IconVerticalSolidList"/>
    <dgm:cxn modelId="{C278155D-487B-43EF-8A6C-137484C397DC}" type="presParOf" srcId="{FD9AD9CD-8402-4D6B-AF1D-2EBDEA5CF56A}" destId="{2E0F8402-0073-432F-AE34-BEEF5A86868E}" srcOrd="1" destOrd="0" presId="urn:microsoft.com/office/officeart/2018/2/layout/IconVerticalSolidList"/>
    <dgm:cxn modelId="{BFD73737-07A8-44F8-83B9-B197C72E39EF}" type="presParOf" srcId="{FD9AD9CD-8402-4D6B-AF1D-2EBDEA5CF56A}" destId="{F78FE431-350B-4A38-B2D4-4B8CB7CE5D38}" srcOrd="2" destOrd="0" presId="urn:microsoft.com/office/officeart/2018/2/layout/IconVerticalSolidList"/>
    <dgm:cxn modelId="{1D71B566-99C3-4F3E-A4BC-B7025CBE44A7}" type="presParOf" srcId="{F78FE431-350B-4A38-B2D4-4B8CB7CE5D38}" destId="{EC495619-873F-4555-AB3B-AD8B512C08AC}" srcOrd="0" destOrd="0" presId="urn:microsoft.com/office/officeart/2018/2/layout/IconVerticalSolidList"/>
    <dgm:cxn modelId="{229D2E85-FF5F-49EC-BF2D-8788F5EA2F92}" type="presParOf" srcId="{F78FE431-350B-4A38-B2D4-4B8CB7CE5D38}" destId="{CFC551B8-BC69-4214-BBC0-011FBC3ED17A}" srcOrd="1" destOrd="0" presId="urn:microsoft.com/office/officeart/2018/2/layout/IconVerticalSolidList"/>
    <dgm:cxn modelId="{0F617FD0-ED99-41C5-82EA-33F9CD447AD5}" type="presParOf" srcId="{F78FE431-350B-4A38-B2D4-4B8CB7CE5D38}" destId="{0EE16292-1738-4893-A188-4921BD4EFD16}" srcOrd="2" destOrd="0" presId="urn:microsoft.com/office/officeart/2018/2/layout/IconVerticalSolidList"/>
    <dgm:cxn modelId="{F4F07C99-A717-4375-983F-05A3ABC82C02}" type="presParOf" srcId="{F78FE431-350B-4A38-B2D4-4B8CB7CE5D38}" destId="{65EF440F-A97B-42DD-AE86-425A57A275DA}" srcOrd="3" destOrd="0" presId="urn:microsoft.com/office/officeart/2018/2/layout/IconVerticalSolidList"/>
    <dgm:cxn modelId="{CA3CC7C7-CFAD-491A-95F4-0B8636E66094}" type="presParOf" srcId="{FD9AD9CD-8402-4D6B-AF1D-2EBDEA5CF56A}" destId="{8481760C-C97D-4270-9EC4-85227E302711}" srcOrd="3" destOrd="0" presId="urn:microsoft.com/office/officeart/2018/2/layout/IconVerticalSolidList"/>
    <dgm:cxn modelId="{FDD5C7BA-8612-4636-9AC8-CACAB40805C3}" type="presParOf" srcId="{FD9AD9CD-8402-4D6B-AF1D-2EBDEA5CF56A}" destId="{7807A061-08CB-4EEB-8525-D70FC3CD973A}" srcOrd="4" destOrd="0" presId="urn:microsoft.com/office/officeart/2018/2/layout/IconVerticalSolidList"/>
    <dgm:cxn modelId="{EC961E18-C1B3-4072-BEB7-C1D998D1974B}" type="presParOf" srcId="{7807A061-08CB-4EEB-8525-D70FC3CD973A}" destId="{BA3B3DFB-E1BC-497A-8072-D687E24626E0}" srcOrd="0" destOrd="0" presId="urn:microsoft.com/office/officeart/2018/2/layout/IconVerticalSolidList"/>
    <dgm:cxn modelId="{4B0215CD-1DFC-4A9F-88D9-F53D5C238FFB}" type="presParOf" srcId="{7807A061-08CB-4EEB-8525-D70FC3CD973A}" destId="{D04651CE-2E9B-4CEA-9525-7A87687C767D}" srcOrd="1" destOrd="0" presId="urn:microsoft.com/office/officeart/2018/2/layout/IconVerticalSolidList"/>
    <dgm:cxn modelId="{A84E419D-C8D4-405F-9913-A9650846EB1B}" type="presParOf" srcId="{7807A061-08CB-4EEB-8525-D70FC3CD973A}" destId="{E63DE322-6419-41A5-9A50-E6D077326EB3}" srcOrd="2" destOrd="0" presId="urn:microsoft.com/office/officeart/2018/2/layout/IconVerticalSolidList"/>
    <dgm:cxn modelId="{9E20B614-A103-4EE7-A712-D137C0592D9E}" type="presParOf" srcId="{7807A061-08CB-4EEB-8525-D70FC3CD973A}" destId="{7A272805-78F8-4FD5-89D5-46A3B50E46F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EC97C6F-A753-4D70-A17A-5E7CE9A7648D}" type="doc">
      <dgm:prSet loTypeId="urn:microsoft.com/office/officeart/2005/8/layout/vList3" loCatId="list" qsTypeId="urn:microsoft.com/office/officeart/2005/8/quickstyle/simple1" qsCatId="simple" csTypeId="urn:microsoft.com/office/officeart/2005/8/colors/accent0_3" csCatId="mainScheme" phldr="1"/>
      <dgm:spPr/>
      <dgm:t>
        <a:bodyPr/>
        <a:lstStyle/>
        <a:p>
          <a:endParaRPr lang="en-US"/>
        </a:p>
      </dgm:t>
    </dgm:pt>
    <dgm:pt modelId="{FDCA5A46-B481-403D-A7AD-0D328478C15C}">
      <dgm:prSet custT="1"/>
      <dgm:spPr>
        <a:solidFill>
          <a:schemeClr val="tx2">
            <a:lumMod val="20000"/>
            <a:lumOff val="80000"/>
            <a:alpha val="90000"/>
          </a:schemeClr>
        </a:solidFill>
      </dgm:spPr>
      <dgm:t>
        <a:bodyPr anchor="ctr"/>
        <a:lstStyle/>
        <a:p>
          <a:pPr algn="ctr"/>
          <a:r>
            <a:rPr lang="zh-TW" altLang="en-US" sz="8000" b="0" dirty="0">
              <a:solidFill>
                <a:sysClr val="windowText" lastClr="000000"/>
              </a:solidFill>
            </a:rPr>
            <a:t>定義一組分類規則</a:t>
          </a:r>
          <a:r>
            <a:rPr lang="en-US" altLang="zh-TW" sz="8000" b="0" dirty="0">
              <a:solidFill>
                <a:sysClr val="windowText" lastClr="000000"/>
              </a:solidFill>
            </a:rPr>
            <a:t>(classification rules)</a:t>
          </a:r>
          <a:endParaRPr lang="en-US" sz="8000" dirty="0">
            <a:solidFill>
              <a:sysClr val="windowText" lastClr="000000"/>
            </a:solidFill>
          </a:endParaRPr>
        </a:p>
      </dgm:t>
    </dgm:pt>
    <dgm:pt modelId="{0E94A27D-B595-48AB-99AB-BD83CBCA5DDA}" type="parTrans" cxnId="{5666C98B-1188-41A5-929B-029FFB83EB8C}">
      <dgm:prSet/>
      <dgm:spPr/>
      <dgm:t>
        <a:bodyPr/>
        <a:lstStyle/>
        <a:p>
          <a:endParaRPr lang="en-US"/>
        </a:p>
      </dgm:t>
    </dgm:pt>
    <dgm:pt modelId="{7295C058-9E91-4377-8B8F-AD0576835FFB}" type="sibTrans" cxnId="{5666C98B-1188-41A5-929B-029FFB83EB8C}">
      <dgm:prSet phldrT="1" phldr="0"/>
      <dgm:spPr>
        <a:ln w="76200">
          <a:solidFill>
            <a:schemeClr val="tx2">
              <a:lumMod val="50000"/>
            </a:schemeClr>
          </a:solidFill>
        </a:ln>
      </dgm:spPr>
      <dgm:t>
        <a:bodyPr/>
        <a:lstStyle/>
        <a:p>
          <a:endParaRPr lang="zh-TW" altLang="en-US"/>
        </a:p>
      </dgm:t>
    </dgm:pt>
    <dgm:pt modelId="{0FCE7545-D2A2-4225-AC9D-D42D19786F43}">
      <dgm:prSet custT="1"/>
      <dgm:spPr>
        <a:solidFill>
          <a:schemeClr val="tx2">
            <a:lumMod val="20000"/>
            <a:lumOff val="80000"/>
            <a:alpha val="90000"/>
          </a:schemeClr>
        </a:solidFill>
      </dgm:spPr>
      <dgm:t>
        <a:bodyPr anchor="ctr"/>
        <a:lstStyle/>
        <a:p>
          <a:pPr algn="ctr"/>
          <a:r>
            <a:rPr lang="zh-TW" altLang="en-US" sz="8000" b="0" i="0" dirty="0"/>
            <a:t>將這些規則設計到電腦程式中</a:t>
          </a:r>
          <a:endParaRPr lang="en-US" sz="8000" dirty="0">
            <a:solidFill>
              <a:sysClr val="windowText" lastClr="000000"/>
            </a:solidFill>
          </a:endParaRPr>
        </a:p>
      </dgm:t>
    </dgm:pt>
    <dgm:pt modelId="{9920904E-A184-443C-929D-428DEA8BE8EF}" type="parTrans" cxnId="{B48D1D5A-E096-4E33-AFB4-A5082A7EED2C}">
      <dgm:prSet/>
      <dgm:spPr/>
      <dgm:t>
        <a:bodyPr/>
        <a:lstStyle/>
        <a:p>
          <a:endParaRPr lang="en-US"/>
        </a:p>
      </dgm:t>
    </dgm:pt>
    <dgm:pt modelId="{8711B2D6-9E9E-48DA-AF4F-B14AE533D845}" type="sibTrans" cxnId="{B48D1D5A-E096-4E33-AFB4-A5082A7EED2C}">
      <dgm:prSet phldrT="2" phldr="0"/>
      <dgm:spPr>
        <a:ln w="76200">
          <a:solidFill>
            <a:schemeClr val="tx2">
              <a:lumMod val="50000"/>
            </a:schemeClr>
          </a:solidFill>
        </a:ln>
      </dgm:spPr>
      <dgm:t>
        <a:bodyPr/>
        <a:lstStyle/>
        <a:p>
          <a:endParaRPr lang="zh-TW" altLang="en-US"/>
        </a:p>
      </dgm:t>
    </dgm:pt>
    <dgm:pt modelId="{D6269891-C2B6-453A-AF6A-61534DD8D41D}">
      <dgm:prSet custT="1"/>
      <dgm:spPr>
        <a:solidFill>
          <a:schemeClr val="tx2">
            <a:lumMod val="20000"/>
            <a:lumOff val="80000"/>
            <a:alpha val="90000"/>
          </a:schemeClr>
        </a:solidFill>
      </dgm:spPr>
      <dgm:t>
        <a:bodyPr anchor="ctr"/>
        <a:lstStyle/>
        <a:p>
          <a:pPr algn="ctr"/>
          <a:r>
            <a:rPr lang="zh-TW" altLang="en-US" sz="8000" b="0" dirty="0">
              <a:solidFill>
                <a:sysClr val="windowText" lastClr="000000"/>
              </a:solidFill>
            </a:rPr>
            <a:t>輸入範例資料，程式使用這些規則進行分類</a:t>
          </a:r>
          <a:endParaRPr lang="en-US" sz="8000" dirty="0">
            <a:solidFill>
              <a:sysClr val="windowText" lastClr="000000"/>
            </a:solidFill>
          </a:endParaRPr>
        </a:p>
      </dgm:t>
    </dgm:pt>
    <dgm:pt modelId="{DD2E7DE0-13E2-48A0-A8FC-84490D7056F8}" type="parTrans" cxnId="{8852FDF5-7CBA-4A33-9175-122D63A1CAB7}">
      <dgm:prSet/>
      <dgm:spPr/>
      <dgm:t>
        <a:bodyPr/>
        <a:lstStyle/>
        <a:p>
          <a:endParaRPr lang="en-US"/>
        </a:p>
      </dgm:t>
    </dgm:pt>
    <dgm:pt modelId="{E88F80A1-E1C1-45AD-8D31-7203EB677546}" type="sibTrans" cxnId="{8852FDF5-7CBA-4A33-9175-122D63A1CAB7}">
      <dgm:prSet phldrT="3" phldr="0"/>
      <dgm:spPr>
        <a:ln w="76200">
          <a:solidFill>
            <a:schemeClr val="tx2">
              <a:lumMod val="50000"/>
            </a:schemeClr>
          </a:solidFill>
        </a:ln>
      </dgm:spPr>
      <dgm:t>
        <a:bodyPr/>
        <a:lstStyle/>
        <a:p>
          <a:endParaRPr lang="zh-TW" altLang="en-US"/>
        </a:p>
      </dgm:t>
    </dgm:pt>
    <dgm:pt modelId="{7B1FC2CD-2AE5-4BBC-80CE-7FD6D9005D54}" type="pres">
      <dgm:prSet presAssocID="{AEC97C6F-A753-4D70-A17A-5E7CE9A7648D}" presName="linearFlow" presStyleCnt="0">
        <dgm:presLayoutVars>
          <dgm:dir/>
          <dgm:resizeHandles val="exact"/>
        </dgm:presLayoutVars>
      </dgm:prSet>
      <dgm:spPr/>
    </dgm:pt>
    <dgm:pt modelId="{3B054950-FE1A-4D74-A9E3-FC86788A0993}" type="pres">
      <dgm:prSet presAssocID="{FDCA5A46-B481-403D-A7AD-0D328478C15C}" presName="composite" presStyleCnt="0"/>
      <dgm:spPr/>
    </dgm:pt>
    <dgm:pt modelId="{38674B41-A0FA-49F8-9EE6-7A0C21984AB4}" type="pres">
      <dgm:prSet presAssocID="{FDCA5A46-B481-403D-A7AD-0D328478C15C}" presName="imgShp"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solidFill>
            <a:schemeClr val="tx2"/>
          </a:solidFill>
        </a:ln>
        <a:effectLst/>
      </dgm:spPr>
      <dgm:extLst>
        <a:ext uri="{E40237B7-FDA0-4F09-8148-C483321AD2D9}">
          <dgm14:cNvPr xmlns:dgm14="http://schemas.microsoft.com/office/drawing/2010/diagram" id="0" name="" descr="Badge 1 with solid fill"/>
        </a:ext>
      </dgm:extLst>
    </dgm:pt>
    <dgm:pt modelId="{0295457B-0C95-40B6-B065-5CCA80C006DB}" type="pres">
      <dgm:prSet presAssocID="{FDCA5A46-B481-403D-A7AD-0D328478C15C}" presName="txShp" presStyleLbl="node1" presStyleIdx="0" presStyleCnt="3" custLinFactNeighborX="2028">
        <dgm:presLayoutVars>
          <dgm:bulletEnabled val="1"/>
        </dgm:presLayoutVars>
      </dgm:prSet>
      <dgm:spPr/>
    </dgm:pt>
    <dgm:pt modelId="{9F6E0C51-98AE-4C2C-8083-6D43846D6AC2}" type="pres">
      <dgm:prSet presAssocID="{7295C058-9E91-4377-8B8F-AD0576835FFB}" presName="spacing" presStyleCnt="0"/>
      <dgm:spPr/>
    </dgm:pt>
    <dgm:pt modelId="{9702C0D6-3061-4D5A-AC68-0FFE47C034AF}" type="pres">
      <dgm:prSet presAssocID="{0FCE7545-D2A2-4225-AC9D-D42D19786F43}" presName="composite" presStyleCnt="0"/>
      <dgm:spPr/>
    </dgm:pt>
    <dgm:pt modelId="{C53594DD-8388-440D-97D3-0F6E82B33909}" type="pres">
      <dgm:prSet presAssocID="{0FCE7545-D2A2-4225-AC9D-D42D19786F43}" presName="imgShp"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solidFill>
            <a:schemeClr val="tx2"/>
          </a:solidFill>
        </a:ln>
        <a:effectLst/>
      </dgm:spPr>
      <dgm:extLst>
        <a:ext uri="{E40237B7-FDA0-4F09-8148-C483321AD2D9}">
          <dgm14:cNvPr xmlns:dgm14="http://schemas.microsoft.com/office/drawing/2010/diagram" id="0" name="" descr="Badge with solid fill"/>
        </a:ext>
      </dgm:extLst>
    </dgm:pt>
    <dgm:pt modelId="{9C0552E5-ED33-445A-8A91-27A6562348E2}" type="pres">
      <dgm:prSet presAssocID="{0FCE7545-D2A2-4225-AC9D-D42D19786F43}" presName="txShp" presStyleLbl="node1" presStyleIdx="1" presStyleCnt="3" custLinFactNeighborX="2028">
        <dgm:presLayoutVars>
          <dgm:bulletEnabled val="1"/>
        </dgm:presLayoutVars>
      </dgm:prSet>
      <dgm:spPr/>
    </dgm:pt>
    <dgm:pt modelId="{A8E7B286-C352-4EB0-AF6A-517FBEE4A20F}" type="pres">
      <dgm:prSet presAssocID="{8711B2D6-9E9E-48DA-AF4F-B14AE533D845}" presName="spacing" presStyleCnt="0"/>
      <dgm:spPr/>
    </dgm:pt>
    <dgm:pt modelId="{450F0452-F258-4EE8-BE10-0900A8625646}" type="pres">
      <dgm:prSet presAssocID="{D6269891-C2B6-453A-AF6A-61534DD8D41D}" presName="composite" presStyleCnt="0"/>
      <dgm:spPr/>
    </dgm:pt>
    <dgm:pt modelId="{36E4183A-4BEB-4C5C-AECD-0142E919E111}" type="pres">
      <dgm:prSet presAssocID="{D6269891-C2B6-453A-AF6A-61534DD8D41D}" presName="imgShp"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solidFill>
            <a:schemeClr val="tx2"/>
          </a:solidFill>
        </a:ln>
        <a:effectLst/>
      </dgm:spPr>
      <dgm:extLst>
        <a:ext uri="{E40237B7-FDA0-4F09-8148-C483321AD2D9}">
          <dgm14:cNvPr xmlns:dgm14="http://schemas.microsoft.com/office/drawing/2010/diagram" id="0" name="" descr="Badge 3 with solid fill"/>
        </a:ext>
      </dgm:extLst>
    </dgm:pt>
    <dgm:pt modelId="{6A63BBA8-3447-4F28-A6A0-ECCF35A283C2}" type="pres">
      <dgm:prSet presAssocID="{D6269891-C2B6-453A-AF6A-61534DD8D41D}" presName="txShp" presStyleLbl="node1" presStyleIdx="2" presStyleCnt="3" custLinFactNeighborX="2028">
        <dgm:presLayoutVars>
          <dgm:bulletEnabled val="1"/>
        </dgm:presLayoutVars>
      </dgm:prSet>
      <dgm:spPr/>
    </dgm:pt>
  </dgm:ptLst>
  <dgm:cxnLst>
    <dgm:cxn modelId="{3F92872B-9FC8-4EB4-A858-3FC5B29F9139}" type="presOf" srcId="{FDCA5A46-B481-403D-A7AD-0D328478C15C}" destId="{0295457B-0C95-40B6-B065-5CCA80C006DB}" srcOrd="0" destOrd="0" presId="urn:microsoft.com/office/officeart/2005/8/layout/vList3"/>
    <dgm:cxn modelId="{B08E7355-59FC-458F-B6DC-80B8A61C1DC2}" type="presOf" srcId="{0FCE7545-D2A2-4225-AC9D-D42D19786F43}" destId="{9C0552E5-ED33-445A-8A91-27A6562348E2}" srcOrd="0" destOrd="0" presId="urn:microsoft.com/office/officeart/2005/8/layout/vList3"/>
    <dgm:cxn modelId="{B48D1D5A-E096-4E33-AFB4-A5082A7EED2C}" srcId="{AEC97C6F-A753-4D70-A17A-5E7CE9A7648D}" destId="{0FCE7545-D2A2-4225-AC9D-D42D19786F43}" srcOrd="1" destOrd="0" parTransId="{9920904E-A184-443C-929D-428DEA8BE8EF}" sibTransId="{8711B2D6-9E9E-48DA-AF4F-B14AE533D845}"/>
    <dgm:cxn modelId="{5666C98B-1188-41A5-929B-029FFB83EB8C}" srcId="{AEC97C6F-A753-4D70-A17A-5E7CE9A7648D}" destId="{FDCA5A46-B481-403D-A7AD-0D328478C15C}" srcOrd="0" destOrd="0" parTransId="{0E94A27D-B595-48AB-99AB-BD83CBCA5DDA}" sibTransId="{7295C058-9E91-4377-8B8F-AD0576835FFB}"/>
    <dgm:cxn modelId="{3B463E8D-CA08-47EB-86BC-EE213E1D85B1}" type="presOf" srcId="{AEC97C6F-A753-4D70-A17A-5E7CE9A7648D}" destId="{7B1FC2CD-2AE5-4BBC-80CE-7FD6D9005D54}" srcOrd="0" destOrd="0" presId="urn:microsoft.com/office/officeart/2005/8/layout/vList3"/>
    <dgm:cxn modelId="{53E3FEAC-9414-4787-876D-FF93C8BBE3F2}" type="presOf" srcId="{D6269891-C2B6-453A-AF6A-61534DD8D41D}" destId="{6A63BBA8-3447-4F28-A6A0-ECCF35A283C2}" srcOrd="0" destOrd="0" presId="urn:microsoft.com/office/officeart/2005/8/layout/vList3"/>
    <dgm:cxn modelId="{8852FDF5-7CBA-4A33-9175-122D63A1CAB7}" srcId="{AEC97C6F-A753-4D70-A17A-5E7CE9A7648D}" destId="{D6269891-C2B6-453A-AF6A-61534DD8D41D}" srcOrd="2" destOrd="0" parTransId="{DD2E7DE0-13E2-48A0-A8FC-84490D7056F8}" sibTransId="{E88F80A1-E1C1-45AD-8D31-7203EB677546}"/>
    <dgm:cxn modelId="{53AC2E4C-F1B8-4EB1-A965-4EE292A2D720}" type="presParOf" srcId="{7B1FC2CD-2AE5-4BBC-80CE-7FD6D9005D54}" destId="{3B054950-FE1A-4D74-A9E3-FC86788A0993}" srcOrd="0" destOrd="0" presId="urn:microsoft.com/office/officeart/2005/8/layout/vList3"/>
    <dgm:cxn modelId="{267EF4A1-B36C-48C1-8F4B-50320E99C6BC}" type="presParOf" srcId="{3B054950-FE1A-4D74-A9E3-FC86788A0993}" destId="{38674B41-A0FA-49F8-9EE6-7A0C21984AB4}" srcOrd="0" destOrd="0" presId="urn:microsoft.com/office/officeart/2005/8/layout/vList3"/>
    <dgm:cxn modelId="{C95F3D7C-F720-4C1A-B9A9-4DA50462A1C9}" type="presParOf" srcId="{3B054950-FE1A-4D74-A9E3-FC86788A0993}" destId="{0295457B-0C95-40B6-B065-5CCA80C006DB}" srcOrd="1" destOrd="0" presId="urn:microsoft.com/office/officeart/2005/8/layout/vList3"/>
    <dgm:cxn modelId="{50BB01C4-C3C4-4D92-9101-1CF50C7F0CA3}" type="presParOf" srcId="{7B1FC2CD-2AE5-4BBC-80CE-7FD6D9005D54}" destId="{9F6E0C51-98AE-4C2C-8083-6D43846D6AC2}" srcOrd="1" destOrd="0" presId="urn:microsoft.com/office/officeart/2005/8/layout/vList3"/>
    <dgm:cxn modelId="{3B0193D4-EEE7-4ACC-A12F-A2953B143238}" type="presParOf" srcId="{7B1FC2CD-2AE5-4BBC-80CE-7FD6D9005D54}" destId="{9702C0D6-3061-4D5A-AC68-0FFE47C034AF}" srcOrd="2" destOrd="0" presId="urn:microsoft.com/office/officeart/2005/8/layout/vList3"/>
    <dgm:cxn modelId="{E2EFC16F-DCF4-47F8-827A-5CEB481946B0}" type="presParOf" srcId="{9702C0D6-3061-4D5A-AC68-0FFE47C034AF}" destId="{C53594DD-8388-440D-97D3-0F6E82B33909}" srcOrd="0" destOrd="0" presId="urn:microsoft.com/office/officeart/2005/8/layout/vList3"/>
    <dgm:cxn modelId="{823EAFC2-C1C6-4165-8FC9-7C0EFE75A4FD}" type="presParOf" srcId="{9702C0D6-3061-4D5A-AC68-0FFE47C034AF}" destId="{9C0552E5-ED33-445A-8A91-27A6562348E2}" srcOrd="1" destOrd="0" presId="urn:microsoft.com/office/officeart/2005/8/layout/vList3"/>
    <dgm:cxn modelId="{A837D298-C24E-4435-A42B-BC4306C65AAB}" type="presParOf" srcId="{7B1FC2CD-2AE5-4BBC-80CE-7FD6D9005D54}" destId="{A8E7B286-C352-4EB0-AF6A-517FBEE4A20F}" srcOrd="3" destOrd="0" presId="urn:microsoft.com/office/officeart/2005/8/layout/vList3"/>
    <dgm:cxn modelId="{7415B896-096D-4FB9-A5BB-66DB73F6849C}" type="presParOf" srcId="{7B1FC2CD-2AE5-4BBC-80CE-7FD6D9005D54}" destId="{450F0452-F258-4EE8-BE10-0900A8625646}" srcOrd="4" destOrd="0" presId="urn:microsoft.com/office/officeart/2005/8/layout/vList3"/>
    <dgm:cxn modelId="{F797C39A-505D-427E-9762-94000FF80AD3}" type="presParOf" srcId="{450F0452-F258-4EE8-BE10-0900A8625646}" destId="{36E4183A-4BEB-4C5C-AECD-0142E919E111}" srcOrd="0" destOrd="0" presId="urn:microsoft.com/office/officeart/2005/8/layout/vList3"/>
    <dgm:cxn modelId="{69B94A5E-31B8-4096-9057-FFD9F0B6C5F2}" type="presParOf" srcId="{450F0452-F258-4EE8-BE10-0900A8625646}" destId="{6A63BBA8-3447-4F28-A6A0-ECCF35A283C2}" srcOrd="1" destOrd="0" presId="urn:microsoft.com/office/officeart/2005/8/layout/vList3"/>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EC97C6F-A753-4D70-A17A-5E7CE9A7648D}" type="doc">
      <dgm:prSet loTypeId="urn:microsoft.com/office/officeart/2005/8/layout/vList3" loCatId="list" qsTypeId="urn:microsoft.com/office/officeart/2005/8/quickstyle/simple1" qsCatId="simple" csTypeId="urn:microsoft.com/office/officeart/2005/8/colors/accent0_3" csCatId="mainScheme" phldr="1"/>
      <dgm:spPr/>
      <dgm:t>
        <a:bodyPr/>
        <a:lstStyle/>
        <a:p>
          <a:endParaRPr lang="en-US"/>
        </a:p>
      </dgm:t>
    </dgm:pt>
    <dgm:pt modelId="{FDCA5A46-B481-403D-A7AD-0D328478C15C}">
      <dgm:prSet custT="1"/>
      <dgm:spPr>
        <a:solidFill>
          <a:schemeClr val="tx2">
            <a:lumMod val="20000"/>
            <a:lumOff val="80000"/>
            <a:alpha val="90000"/>
          </a:schemeClr>
        </a:solidFill>
      </dgm:spPr>
      <dgm:t>
        <a:bodyPr anchor="ctr"/>
        <a:lstStyle/>
        <a:p>
          <a:pPr algn="ctr"/>
          <a:r>
            <a:rPr lang="zh-TW" altLang="en-US" sz="8000" dirty="0">
              <a:solidFill>
                <a:schemeClr val="bg1"/>
              </a:solidFill>
            </a:rPr>
            <a:t>向模型輸入資料範例</a:t>
          </a:r>
          <a:endParaRPr lang="en-US" sz="8000" dirty="0">
            <a:solidFill>
              <a:schemeClr val="bg1"/>
            </a:solidFill>
          </a:endParaRPr>
        </a:p>
      </dgm:t>
    </dgm:pt>
    <dgm:pt modelId="{0E94A27D-B595-48AB-99AB-BD83CBCA5DDA}" type="parTrans" cxnId="{5666C98B-1188-41A5-929B-029FFB83EB8C}">
      <dgm:prSet/>
      <dgm:spPr/>
      <dgm:t>
        <a:bodyPr/>
        <a:lstStyle/>
        <a:p>
          <a:endParaRPr lang="en-US"/>
        </a:p>
      </dgm:t>
    </dgm:pt>
    <dgm:pt modelId="{7295C058-9E91-4377-8B8F-AD0576835FFB}" type="sibTrans" cxnId="{5666C98B-1188-41A5-929B-029FFB83EB8C}">
      <dgm:prSet phldrT="1" phldr="0"/>
      <dgm:spPr>
        <a:ln w="76200">
          <a:solidFill>
            <a:schemeClr val="tx2">
              <a:lumMod val="50000"/>
            </a:schemeClr>
          </a:solidFill>
        </a:ln>
      </dgm:spPr>
      <dgm:t>
        <a:bodyPr/>
        <a:lstStyle/>
        <a:p>
          <a:endParaRPr lang="zh-TW" altLang="en-US"/>
        </a:p>
      </dgm:t>
    </dgm:pt>
    <dgm:pt modelId="{0FCE7545-D2A2-4225-AC9D-D42D19786F43}">
      <dgm:prSet custT="1"/>
      <dgm:spPr>
        <a:solidFill>
          <a:schemeClr val="tx2">
            <a:lumMod val="20000"/>
            <a:lumOff val="80000"/>
            <a:alpha val="90000"/>
          </a:schemeClr>
        </a:solidFill>
      </dgm:spPr>
      <dgm:t>
        <a:bodyPr anchor="ctr"/>
        <a:lstStyle/>
        <a:p>
          <a:pPr algn="ctr"/>
          <a:r>
            <a:rPr lang="zh-TW" altLang="en-US" sz="8000" b="0" i="0" dirty="0"/>
            <a:t>模型進行猜測，我們告訴它是否正確</a:t>
          </a:r>
          <a:endParaRPr lang="en-US" sz="8000" dirty="0">
            <a:solidFill>
              <a:schemeClr val="bg1"/>
            </a:solidFill>
          </a:endParaRPr>
        </a:p>
      </dgm:t>
    </dgm:pt>
    <dgm:pt modelId="{9920904E-A184-443C-929D-428DEA8BE8EF}" type="parTrans" cxnId="{B48D1D5A-E096-4E33-AFB4-A5082A7EED2C}">
      <dgm:prSet/>
      <dgm:spPr/>
      <dgm:t>
        <a:bodyPr/>
        <a:lstStyle/>
        <a:p>
          <a:endParaRPr lang="en-US"/>
        </a:p>
      </dgm:t>
    </dgm:pt>
    <dgm:pt modelId="{8711B2D6-9E9E-48DA-AF4F-B14AE533D845}" type="sibTrans" cxnId="{B48D1D5A-E096-4E33-AFB4-A5082A7EED2C}">
      <dgm:prSet phldrT="2" phldr="0"/>
      <dgm:spPr>
        <a:ln w="76200">
          <a:solidFill>
            <a:schemeClr val="tx2">
              <a:lumMod val="50000"/>
            </a:schemeClr>
          </a:solidFill>
        </a:ln>
      </dgm:spPr>
      <dgm:t>
        <a:bodyPr/>
        <a:lstStyle/>
        <a:p>
          <a:endParaRPr lang="zh-TW" altLang="en-US"/>
        </a:p>
      </dgm:t>
    </dgm:pt>
    <dgm:pt modelId="{D6269891-C2B6-453A-AF6A-61534DD8D41D}">
      <dgm:prSet custT="1"/>
      <dgm:spPr>
        <a:solidFill>
          <a:schemeClr val="tx2">
            <a:lumMod val="20000"/>
            <a:lumOff val="80000"/>
            <a:alpha val="90000"/>
          </a:schemeClr>
        </a:solidFill>
      </dgm:spPr>
      <dgm:t>
        <a:bodyPr anchor="ctr"/>
        <a:lstStyle/>
        <a:p>
          <a:pPr algn="ctr"/>
          <a:r>
            <a:rPr lang="zh-TW" altLang="en-US" sz="8000" b="0" i="0" dirty="0"/>
            <a:t>模型在訓練過程中學習正確分類。系統自行學習規則</a:t>
          </a:r>
          <a:endParaRPr lang="en-US" sz="8000" dirty="0">
            <a:solidFill>
              <a:schemeClr val="bg1"/>
            </a:solidFill>
          </a:endParaRPr>
        </a:p>
      </dgm:t>
    </dgm:pt>
    <dgm:pt modelId="{DD2E7DE0-13E2-48A0-A8FC-84490D7056F8}" type="parTrans" cxnId="{8852FDF5-7CBA-4A33-9175-122D63A1CAB7}">
      <dgm:prSet/>
      <dgm:spPr/>
      <dgm:t>
        <a:bodyPr/>
        <a:lstStyle/>
        <a:p>
          <a:endParaRPr lang="en-US"/>
        </a:p>
      </dgm:t>
    </dgm:pt>
    <dgm:pt modelId="{E88F80A1-E1C1-45AD-8D31-7203EB677546}" type="sibTrans" cxnId="{8852FDF5-7CBA-4A33-9175-122D63A1CAB7}">
      <dgm:prSet phldrT="3" phldr="0"/>
      <dgm:spPr>
        <a:ln w="76200">
          <a:solidFill>
            <a:schemeClr val="tx2">
              <a:lumMod val="50000"/>
            </a:schemeClr>
          </a:solidFill>
        </a:ln>
      </dgm:spPr>
      <dgm:t>
        <a:bodyPr/>
        <a:lstStyle/>
        <a:p>
          <a:endParaRPr lang="zh-TW" altLang="en-US"/>
        </a:p>
      </dgm:t>
    </dgm:pt>
    <dgm:pt modelId="{7B1FC2CD-2AE5-4BBC-80CE-7FD6D9005D54}" type="pres">
      <dgm:prSet presAssocID="{AEC97C6F-A753-4D70-A17A-5E7CE9A7648D}" presName="linearFlow" presStyleCnt="0">
        <dgm:presLayoutVars>
          <dgm:dir/>
          <dgm:resizeHandles val="exact"/>
        </dgm:presLayoutVars>
      </dgm:prSet>
      <dgm:spPr/>
    </dgm:pt>
    <dgm:pt modelId="{3B054950-FE1A-4D74-A9E3-FC86788A0993}" type="pres">
      <dgm:prSet presAssocID="{FDCA5A46-B481-403D-A7AD-0D328478C15C}" presName="composite" presStyleCnt="0"/>
      <dgm:spPr/>
    </dgm:pt>
    <dgm:pt modelId="{38674B41-A0FA-49F8-9EE6-7A0C21984AB4}" type="pres">
      <dgm:prSet presAssocID="{FDCA5A46-B481-403D-A7AD-0D328478C15C}" presName="imgShp"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solidFill>
            <a:schemeClr val="tx2"/>
          </a:solidFill>
        </a:ln>
        <a:effectLst/>
      </dgm:spPr>
      <dgm:extLst>
        <a:ext uri="{E40237B7-FDA0-4F09-8148-C483321AD2D9}">
          <dgm14:cNvPr xmlns:dgm14="http://schemas.microsoft.com/office/drawing/2010/diagram" id="0" name="" descr="Badge 1 with solid fill"/>
        </a:ext>
      </dgm:extLst>
    </dgm:pt>
    <dgm:pt modelId="{0295457B-0C95-40B6-B065-5CCA80C006DB}" type="pres">
      <dgm:prSet presAssocID="{FDCA5A46-B481-403D-A7AD-0D328478C15C}" presName="txShp" presStyleLbl="node1" presStyleIdx="0" presStyleCnt="3" custLinFactNeighborX="2028">
        <dgm:presLayoutVars>
          <dgm:bulletEnabled val="1"/>
        </dgm:presLayoutVars>
      </dgm:prSet>
      <dgm:spPr/>
    </dgm:pt>
    <dgm:pt modelId="{9F6E0C51-98AE-4C2C-8083-6D43846D6AC2}" type="pres">
      <dgm:prSet presAssocID="{7295C058-9E91-4377-8B8F-AD0576835FFB}" presName="spacing" presStyleCnt="0"/>
      <dgm:spPr/>
    </dgm:pt>
    <dgm:pt modelId="{9702C0D6-3061-4D5A-AC68-0FFE47C034AF}" type="pres">
      <dgm:prSet presAssocID="{0FCE7545-D2A2-4225-AC9D-D42D19786F43}" presName="composite" presStyleCnt="0"/>
      <dgm:spPr/>
    </dgm:pt>
    <dgm:pt modelId="{C53594DD-8388-440D-97D3-0F6E82B33909}" type="pres">
      <dgm:prSet presAssocID="{0FCE7545-D2A2-4225-AC9D-D42D19786F43}" presName="imgShp"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solidFill>
            <a:schemeClr val="tx2"/>
          </a:solidFill>
        </a:ln>
        <a:effectLst/>
      </dgm:spPr>
      <dgm:extLst>
        <a:ext uri="{E40237B7-FDA0-4F09-8148-C483321AD2D9}">
          <dgm14:cNvPr xmlns:dgm14="http://schemas.microsoft.com/office/drawing/2010/diagram" id="0" name="" descr="Badge with solid fill"/>
        </a:ext>
      </dgm:extLst>
    </dgm:pt>
    <dgm:pt modelId="{9C0552E5-ED33-445A-8A91-27A6562348E2}" type="pres">
      <dgm:prSet presAssocID="{0FCE7545-D2A2-4225-AC9D-D42D19786F43}" presName="txShp" presStyleLbl="node1" presStyleIdx="1" presStyleCnt="3" custLinFactNeighborX="2028">
        <dgm:presLayoutVars>
          <dgm:bulletEnabled val="1"/>
        </dgm:presLayoutVars>
      </dgm:prSet>
      <dgm:spPr/>
    </dgm:pt>
    <dgm:pt modelId="{A8E7B286-C352-4EB0-AF6A-517FBEE4A20F}" type="pres">
      <dgm:prSet presAssocID="{8711B2D6-9E9E-48DA-AF4F-B14AE533D845}" presName="spacing" presStyleCnt="0"/>
      <dgm:spPr/>
    </dgm:pt>
    <dgm:pt modelId="{450F0452-F258-4EE8-BE10-0900A8625646}" type="pres">
      <dgm:prSet presAssocID="{D6269891-C2B6-453A-AF6A-61534DD8D41D}" presName="composite" presStyleCnt="0"/>
      <dgm:spPr/>
    </dgm:pt>
    <dgm:pt modelId="{36E4183A-4BEB-4C5C-AECD-0142E919E111}" type="pres">
      <dgm:prSet presAssocID="{D6269891-C2B6-453A-AF6A-61534DD8D41D}" presName="imgShp"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solidFill>
            <a:schemeClr val="tx2"/>
          </a:solidFill>
        </a:ln>
        <a:effectLst/>
      </dgm:spPr>
      <dgm:extLst>
        <a:ext uri="{E40237B7-FDA0-4F09-8148-C483321AD2D9}">
          <dgm14:cNvPr xmlns:dgm14="http://schemas.microsoft.com/office/drawing/2010/diagram" id="0" name="" descr="Badge 3 with solid fill"/>
        </a:ext>
      </dgm:extLst>
    </dgm:pt>
    <dgm:pt modelId="{6A63BBA8-3447-4F28-A6A0-ECCF35A283C2}" type="pres">
      <dgm:prSet presAssocID="{D6269891-C2B6-453A-AF6A-61534DD8D41D}" presName="txShp" presStyleLbl="node1" presStyleIdx="2" presStyleCnt="3" custLinFactNeighborX="2028">
        <dgm:presLayoutVars>
          <dgm:bulletEnabled val="1"/>
        </dgm:presLayoutVars>
      </dgm:prSet>
      <dgm:spPr/>
    </dgm:pt>
  </dgm:ptLst>
  <dgm:cxnLst>
    <dgm:cxn modelId="{3F92872B-9FC8-4EB4-A858-3FC5B29F9139}" type="presOf" srcId="{FDCA5A46-B481-403D-A7AD-0D328478C15C}" destId="{0295457B-0C95-40B6-B065-5CCA80C006DB}" srcOrd="0" destOrd="0" presId="urn:microsoft.com/office/officeart/2005/8/layout/vList3"/>
    <dgm:cxn modelId="{B08E7355-59FC-458F-B6DC-80B8A61C1DC2}" type="presOf" srcId="{0FCE7545-D2A2-4225-AC9D-D42D19786F43}" destId="{9C0552E5-ED33-445A-8A91-27A6562348E2}" srcOrd="0" destOrd="0" presId="urn:microsoft.com/office/officeart/2005/8/layout/vList3"/>
    <dgm:cxn modelId="{B48D1D5A-E096-4E33-AFB4-A5082A7EED2C}" srcId="{AEC97C6F-A753-4D70-A17A-5E7CE9A7648D}" destId="{0FCE7545-D2A2-4225-AC9D-D42D19786F43}" srcOrd="1" destOrd="0" parTransId="{9920904E-A184-443C-929D-428DEA8BE8EF}" sibTransId="{8711B2D6-9E9E-48DA-AF4F-B14AE533D845}"/>
    <dgm:cxn modelId="{5666C98B-1188-41A5-929B-029FFB83EB8C}" srcId="{AEC97C6F-A753-4D70-A17A-5E7CE9A7648D}" destId="{FDCA5A46-B481-403D-A7AD-0D328478C15C}" srcOrd="0" destOrd="0" parTransId="{0E94A27D-B595-48AB-99AB-BD83CBCA5DDA}" sibTransId="{7295C058-9E91-4377-8B8F-AD0576835FFB}"/>
    <dgm:cxn modelId="{3B463E8D-CA08-47EB-86BC-EE213E1D85B1}" type="presOf" srcId="{AEC97C6F-A753-4D70-A17A-5E7CE9A7648D}" destId="{7B1FC2CD-2AE5-4BBC-80CE-7FD6D9005D54}" srcOrd="0" destOrd="0" presId="urn:microsoft.com/office/officeart/2005/8/layout/vList3"/>
    <dgm:cxn modelId="{53E3FEAC-9414-4787-876D-FF93C8BBE3F2}" type="presOf" srcId="{D6269891-C2B6-453A-AF6A-61534DD8D41D}" destId="{6A63BBA8-3447-4F28-A6A0-ECCF35A283C2}" srcOrd="0" destOrd="0" presId="urn:microsoft.com/office/officeart/2005/8/layout/vList3"/>
    <dgm:cxn modelId="{8852FDF5-7CBA-4A33-9175-122D63A1CAB7}" srcId="{AEC97C6F-A753-4D70-A17A-5E7CE9A7648D}" destId="{D6269891-C2B6-453A-AF6A-61534DD8D41D}" srcOrd="2" destOrd="0" parTransId="{DD2E7DE0-13E2-48A0-A8FC-84490D7056F8}" sibTransId="{E88F80A1-E1C1-45AD-8D31-7203EB677546}"/>
    <dgm:cxn modelId="{53AC2E4C-F1B8-4EB1-A965-4EE292A2D720}" type="presParOf" srcId="{7B1FC2CD-2AE5-4BBC-80CE-7FD6D9005D54}" destId="{3B054950-FE1A-4D74-A9E3-FC86788A0993}" srcOrd="0" destOrd="0" presId="urn:microsoft.com/office/officeart/2005/8/layout/vList3"/>
    <dgm:cxn modelId="{267EF4A1-B36C-48C1-8F4B-50320E99C6BC}" type="presParOf" srcId="{3B054950-FE1A-4D74-A9E3-FC86788A0993}" destId="{38674B41-A0FA-49F8-9EE6-7A0C21984AB4}" srcOrd="0" destOrd="0" presId="urn:microsoft.com/office/officeart/2005/8/layout/vList3"/>
    <dgm:cxn modelId="{C95F3D7C-F720-4C1A-B9A9-4DA50462A1C9}" type="presParOf" srcId="{3B054950-FE1A-4D74-A9E3-FC86788A0993}" destId="{0295457B-0C95-40B6-B065-5CCA80C006DB}" srcOrd="1" destOrd="0" presId="urn:microsoft.com/office/officeart/2005/8/layout/vList3"/>
    <dgm:cxn modelId="{50BB01C4-C3C4-4D92-9101-1CF50C7F0CA3}" type="presParOf" srcId="{7B1FC2CD-2AE5-4BBC-80CE-7FD6D9005D54}" destId="{9F6E0C51-98AE-4C2C-8083-6D43846D6AC2}" srcOrd="1" destOrd="0" presId="urn:microsoft.com/office/officeart/2005/8/layout/vList3"/>
    <dgm:cxn modelId="{3B0193D4-EEE7-4ACC-A12F-A2953B143238}" type="presParOf" srcId="{7B1FC2CD-2AE5-4BBC-80CE-7FD6D9005D54}" destId="{9702C0D6-3061-4D5A-AC68-0FFE47C034AF}" srcOrd="2" destOrd="0" presId="urn:microsoft.com/office/officeart/2005/8/layout/vList3"/>
    <dgm:cxn modelId="{E2EFC16F-DCF4-47F8-827A-5CEB481946B0}" type="presParOf" srcId="{9702C0D6-3061-4D5A-AC68-0FFE47C034AF}" destId="{C53594DD-8388-440D-97D3-0F6E82B33909}" srcOrd="0" destOrd="0" presId="urn:microsoft.com/office/officeart/2005/8/layout/vList3"/>
    <dgm:cxn modelId="{823EAFC2-C1C6-4165-8FC9-7C0EFE75A4FD}" type="presParOf" srcId="{9702C0D6-3061-4D5A-AC68-0FFE47C034AF}" destId="{9C0552E5-ED33-445A-8A91-27A6562348E2}" srcOrd="1" destOrd="0" presId="urn:microsoft.com/office/officeart/2005/8/layout/vList3"/>
    <dgm:cxn modelId="{A837D298-C24E-4435-A42B-BC4306C65AAB}" type="presParOf" srcId="{7B1FC2CD-2AE5-4BBC-80CE-7FD6D9005D54}" destId="{A8E7B286-C352-4EB0-AF6A-517FBEE4A20F}" srcOrd="3" destOrd="0" presId="urn:microsoft.com/office/officeart/2005/8/layout/vList3"/>
    <dgm:cxn modelId="{7415B896-096D-4FB9-A5BB-66DB73F6849C}" type="presParOf" srcId="{7B1FC2CD-2AE5-4BBC-80CE-7FD6D9005D54}" destId="{450F0452-F258-4EE8-BE10-0900A8625646}" srcOrd="4" destOrd="0" presId="urn:microsoft.com/office/officeart/2005/8/layout/vList3"/>
    <dgm:cxn modelId="{F797C39A-505D-427E-9762-94000FF80AD3}" type="presParOf" srcId="{450F0452-F258-4EE8-BE10-0900A8625646}" destId="{36E4183A-4BEB-4C5C-AECD-0142E919E111}" srcOrd="0" destOrd="0" presId="urn:microsoft.com/office/officeart/2005/8/layout/vList3"/>
    <dgm:cxn modelId="{69B94A5E-31B8-4096-9057-FFD9F0B6C5F2}" type="presParOf" srcId="{450F0452-F258-4EE8-BE10-0900A8625646}" destId="{6A63BBA8-3447-4F28-A6A0-ECCF35A283C2}" srcOrd="1" destOrd="0" presId="urn:microsoft.com/office/officeart/2005/8/layout/vList3"/>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AA9AF94-B41B-4B66-98DB-E5DD2561BEE5}"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en-US"/>
        </a:p>
      </dgm:t>
    </dgm:pt>
    <dgm:pt modelId="{2DFAE107-97FB-4199-920D-4367C8B3323A}">
      <dgm:prSet/>
      <dgm:spPr>
        <a:solidFill>
          <a:schemeClr val="tx2"/>
        </a:solidFill>
        <a:ln w="38100">
          <a:noFill/>
        </a:ln>
        <a:effectLst>
          <a:outerShdw blurRad="50800" dist="38100" dir="8100000" algn="tr" rotWithShape="0">
            <a:prstClr val="black">
              <a:alpha val="40000"/>
            </a:prstClr>
          </a:outerShdw>
        </a:effectLst>
      </dgm:spPr>
      <dgm:t>
        <a:bodyPr/>
        <a:lstStyle/>
        <a:p>
          <a:r>
            <a:rPr lang="zh-TW" altLang="en-US" b="0" dirty="0">
              <a:solidFill>
                <a:schemeClr val="tx1"/>
              </a:solidFill>
            </a:rPr>
            <a:t>如果規則是清晰且直接的，通常最好直接編寫程式碼</a:t>
          </a:r>
          <a:endParaRPr lang="en-US" dirty="0">
            <a:solidFill>
              <a:schemeClr val="tx1"/>
            </a:solidFill>
          </a:endParaRPr>
        </a:p>
      </dgm:t>
    </dgm:pt>
    <dgm:pt modelId="{BD937BD2-82D0-4DBB-B8E4-336FCBCB3F11}" type="parTrans" cxnId="{7C6A4CE9-11D9-465D-BBA9-7A2D1EFFA585}">
      <dgm:prSet/>
      <dgm:spPr/>
      <dgm:t>
        <a:bodyPr/>
        <a:lstStyle/>
        <a:p>
          <a:endParaRPr lang="en-US"/>
        </a:p>
      </dgm:t>
    </dgm:pt>
    <dgm:pt modelId="{A54908D7-7F22-402E-B170-32A7E5BEE5B9}" type="sibTrans" cxnId="{7C6A4CE9-11D9-465D-BBA9-7A2D1EFFA585}">
      <dgm:prSet/>
      <dgm:spPr/>
      <dgm:t>
        <a:bodyPr/>
        <a:lstStyle/>
        <a:p>
          <a:endParaRPr lang="en-US"/>
        </a:p>
      </dgm:t>
    </dgm:pt>
    <dgm:pt modelId="{98AF79B3-0201-4D34-BD5B-995A6A340BAC}">
      <dgm:prSet/>
      <dgm:spPr>
        <a:solidFill>
          <a:schemeClr val="tx2"/>
        </a:solidFill>
        <a:ln w="38100">
          <a:noFill/>
        </a:ln>
        <a:effectLst>
          <a:outerShdw blurRad="50800" dist="38100" dir="8100000" algn="tr" rotWithShape="0">
            <a:prstClr val="black">
              <a:alpha val="40000"/>
            </a:prstClr>
          </a:outerShdw>
        </a:effectLst>
      </dgm:spPr>
      <dgm:t>
        <a:bodyPr/>
        <a:lstStyle/>
        <a:p>
          <a:r>
            <a:rPr lang="zh-TW" altLang="en-US" b="0" dirty="0">
              <a:solidFill>
                <a:schemeClr val="tx1"/>
              </a:solidFill>
            </a:rPr>
            <a:t>如果規則是細微的、複雜的、難以辨別的，則使用深度學習</a:t>
          </a:r>
          <a:r>
            <a:rPr lang="en-US" altLang="zh-TW" b="0" dirty="0">
              <a:solidFill>
                <a:schemeClr val="tx1"/>
              </a:solidFill>
            </a:rPr>
            <a:t>(deep learning)</a:t>
          </a:r>
          <a:endParaRPr lang="en-US" dirty="0">
            <a:solidFill>
              <a:schemeClr val="tx1"/>
            </a:solidFill>
          </a:endParaRPr>
        </a:p>
      </dgm:t>
    </dgm:pt>
    <dgm:pt modelId="{B4312042-16C9-4D37-939B-83701D611335}" type="parTrans" cxnId="{A87AF591-E14B-4AE4-97BD-84F4641AE3D1}">
      <dgm:prSet/>
      <dgm:spPr/>
      <dgm:t>
        <a:bodyPr/>
        <a:lstStyle/>
        <a:p>
          <a:endParaRPr lang="en-US"/>
        </a:p>
      </dgm:t>
    </dgm:pt>
    <dgm:pt modelId="{F5D4964A-BAE4-4F36-8513-2199EFE7C796}" type="sibTrans" cxnId="{A87AF591-E14B-4AE4-97BD-84F4641AE3D1}">
      <dgm:prSet/>
      <dgm:spPr/>
      <dgm:t>
        <a:bodyPr/>
        <a:lstStyle/>
        <a:p>
          <a:endParaRPr lang="en-US"/>
        </a:p>
      </dgm:t>
    </dgm:pt>
    <dgm:pt modelId="{2AFA230B-079A-4BFF-89F1-43865FD89681}" type="pres">
      <dgm:prSet presAssocID="{8AA9AF94-B41B-4B66-98DB-E5DD2561BEE5}" presName="hierChild1" presStyleCnt="0">
        <dgm:presLayoutVars>
          <dgm:chPref val="1"/>
          <dgm:dir/>
          <dgm:animOne val="branch"/>
          <dgm:animLvl val="lvl"/>
          <dgm:resizeHandles/>
        </dgm:presLayoutVars>
      </dgm:prSet>
      <dgm:spPr/>
    </dgm:pt>
    <dgm:pt modelId="{22BA26E2-5CE6-43C4-8025-03EF4D229ECB}" type="pres">
      <dgm:prSet presAssocID="{2DFAE107-97FB-4199-920D-4367C8B3323A}" presName="hierRoot1" presStyleCnt="0"/>
      <dgm:spPr/>
    </dgm:pt>
    <dgm:pt modelId="{28BE3D74-9960-47B9-BC0D-8F12B689AF5D}" type="pres">
      <dgm:prSet presAssocID="{2DFAE107-97FB-4199-920D-4367C8B3323A}" presName="composite" presStyleCnt="0"/>
      <dgm:spPr/>
    </dgm:pt>
    <dgm:pt modelId="{38F663ED-4082-4B7E-B697-B567846C2629}" type="pres">
      <dgm:prSet presAssocID="{2DFAE107-97FB-4199-920D-4367C8B3323A}" presName="background" presStyleLbl="node0" presStyleIdx="0" presStyleCnt="2"/>
      <dgm:spPr>
        <a:solidFill>
          <a:schemeClr val="tx2">
            <a:lumMod val="75000"/>
          </a:schemeClr>
        </a:solidFill>
        <a:ln>
          <a:noFill/>
        </a:ln>
      </dgm:spPr>
    </dgm:pt>
    <dgm:pt modelId="{D3A539E7-845D-4A13-9455-F1EC0A100911}" type="pres">
      <dgm:prSet presAssocID="{2DFAE107-97FB-4199-920D-4367C8B3323A}" presName="text" presStyleLbl="fgAcc0" presStyleIdx="0" presStyleCnt="2">
        <dgm:presLayoutVars>
          <dgm:chPref val="3"/>
        </dgm:presLayoutVars>
      </dgm:prSet>
      <dgm:spPr/>
    </dgm:pt>
    <dgm:pt modelId="{117C00C4-180C-4C91-A497-E3DA264B765E}" type="pres">
      <dgm:prSet presAssocID="{2DFAE107-97FB-4199-920D-4367C8B3323A}" presName="hierChild2" presStyleCnt="0"/>
      <dgm:spPr/>
    </dgm:pt>
    <dgm:pt modelId="{CE168A62-AF0F-4E06-B2BE-1851C084C4B2}" type="pres">
      <dgm:prSet presAssocID="{98AF79B3-0201-4D34-BD5B-995A6A340BAC}" presName="hierRoot1" presStyleCnt="0"/>
      <dgm:spPr/>
    </dgm:pt>
    <dgm:pt modelId="{0E3C1830-A006-4003-AAAD-E346E0DD8CB8}" type="pres">
      <dgm:prSet presAssocID="{98AF79B3-0201-4D34-BD5B-995A6A340BAC}" presName="composite" presStyleCnt="0"/>
      <dgm:spPr/>
    </dgm:pt>
    <dgm:pt modelId="{2A9C26C8-C393-498C-879F-709D2C4D234A}" type="pres">
      <dgm:prSet presAssocID="{98AF79B3-0201-4D34-BD5B-995A6A340BAC}" presName="background" presStyleLbl="node0" presStyleIdx="1" presStyleCnt="2"/>
      <dgm:spPr>
        <a:solidFill>
          <a:schemeClr val="tx2">
            <a:lumMod val="75000"/>
          </a:schemeClr>
        </a:solidFill>
        <a:ln>
          <a:noFill/>
        </a:ln>
      </dgm:spPr>
    </dgm:pt>
    <dgm:pt modelId="{F6B69BB4-EA9F-4394-8744-A8EFCFB6833C}" type="pres">
      <dgm:prSet presAssocID="{98AF79B3-0201-4D34-BD5B-995A6A340BAC}" presName="text" presStyleLbl="fgAcc0" presStyleIdx="1" presStyleCnt="2">
        <dgm:presLayoutVars>
          <dgm:chPref val="3"/>
        </dgm:presLayoutVars>
      </dgm:prSet>
      <dgm:spPr/>
    </dgm:pt>
    <dgm:pt modelId="{BB9DD684-AE1C-4631-A183-33808F06545B}" type="pres">
      <dgm:prSet presAssocID="{98AF79B3-0201-4D34-BD5B-995A6A340BAC}" presName="hierChild2" presStyleCnt="0"/>
      <dgm:spPr/>
    </dgm:pt>
  </dgm:ptLst>
  <dgm:cxnLst>
    <dgm:cxn modelId="{002A9E7B-0089-4E16-88A0-27EF60B5E009}" type="presOf" srcId="{8AA9AF94-B41B-4B66-98DB-E5DD2561BEE5}" destId="{2AFA230B-079A-4BFF-89F1-43865FD89681}" srcOrd="0" destOrd="0" presId="urn:microsoft.com/office/officeart/2005/8/layout/hierarchy1"/>
    <dgm:cxn modelId="{8F72048E-924F-4949-A315-6B414F26DFD6}" type="presOf" srcId="{2DFAE107-97FB-4199-920D-4367C8B3323A}" destId="{D3A539E7-845D-4A13-9455-F1EC0A100911}" srcOrd="0" destOrd="0" presId="urn:microsoft.com/office/officeart/2005/8/layout/hierarchy1"/>
    <dgm:cxn modelId="{A87AF591-E14B-4AE4-97BD-84F4641AE3D1}" srcId="{8AA9AF94-B41B-4B66-98DB-E5DD2561BEE5}" destId="{98AF79B3-0201-4D34-BD5B-995A6A340BAC}" srcOrd="1" destOrd="0" parTransId="{B4312042-16C9-4D37-939B-83701D611335}" sibTransId="{F5D4964A-BAE4-4F36-8513-2199EFE7C796}"/>
    <dgm:cxn modelId="{7C6A4CE9-11D9-465D-BBA9-7A2D1EFFA585}" srcId="{8AA9AF94-B41B-4B66-98DB-E5DD2561BEE5}" destId="{2DFAE107-97FB-4199-920D-4367C8B3323A}" srcOrd="0" destOrd="0" parTransId="{BD937BD2-82D0-4DBB-B8E4-336FCBCB3F11}" sibTransId="{A54908D7-7F22-402E-B170-32A7E5BEE5B9}"/>
    <dgm:cxn modelId="{6B4666FE-D08F-4371-8F78-0A7FE5D231C6}" type="presOf" srcId="{98AF79B3-0201-4D34-BD5B-995A6A340BAC}" destId="{F6B69BB4-EA9F-4394-8744-A8EFCFB6833C}" srcOrd="0" destOrd="0" presId="urn:microsoft.com/office/officeart/2005/8/layout/hierarchy1"/>
    <dgm:cxn modelId="{622A24E7-8B20-4AC3-980C-3EDEFAC4FD1A}" type="presParOf" srcId="{2AFA230B-079A-4BFF-89F1-43865FD89681}" destId="{22BA26E2-5CE6-43C4-8025-03EF4D229ECB}" srcOrd="0" destOrd="0" presId="urn:microsoft.com/office/officeart/2005/8/layout/hierarchy1"/>
    <dgm:cxn modelId="{C2BA4E1B-F3D0-49EE-8B9C-851A62822D37}" type="presParOf" srcId="{22BA26E2-5CE6-43C4-8025-03EF4D229ECB}" destId="{28BE3D74-9960-47B9-BC0D-8F12B689AF5D}" srcOrd="0" destOrd="0" presId="urn:microsoft.com/office/officeart/2005/8/layout/hierarchy1"/>
    <dgm:cxn modelId="{A7867380-B733-401B-86DF-5A4F0F71F1E1}" type="presParOf" srcId="{28BE3D74-9960-47B9-BC0D-8F12B689AF5D}" destId="{38F663ED-4082-4B7E-B697-B567846C2629}" srcOrd="0" destOrd="0" presId="urn:microsoft.com/office/officeart/2005/8/layout/hierarchy1"/>
    <dgm:cxn modelId="{AD5C035B-705E-46DA-B947-09F4148265E4}" type="presParOf" srcId="{28BE3D74-9960-47B9-BC0D-8F12B689AF5D}" destId="{D3A539E7-845D-4A13-9455-F1EC0A100911}" srcOrd="1" destOrd="0" presId="urn:microsoft.com/office/officeart/2005/8/layout/hierarchy1"/>
    <dgm:cxn modelId="{9A6FA8B9-F782-4E3E-BC2E-26174C3C5EFA}" type="presParOf" srcId="{22BA26E2-5CE6-43C4-8025-03EF4D229ECB}" destId="{117C00C4-180C-4C91-A497-E3DA264B765E}" srcOrd="1" destOrd="0" presId="urn:microsoft.com/office/officeart/2005/8/layout/hierarchy1"/>
    <dgm:cxn modelId="{64A44DEA-3C9F-4875-8D6D-E74F125FA298}" type="presParOf" srcId="{2AFA230B-079A-4BFF-89F1-43865FD89681}" destId="{CE168A62-AF0F-4E06-B2BE-1851C084C4B2}" srcOrd="1" destOrd="0" presId="urn:microsoft.com/office/officeart/2005/8/layout/hierarchy1"/>
    <dgm:cxn modelId="{3CDDB549-C5DC-4FE6-B885-AD1EE9BCD19C}" type="presParOf" srcId="{CE168A62-AF0F-4E06-B2BE-1851C084C4B2}" destId="{0E3C1830-A006-4003-AAAD-E346E0DD8CB8}" srcOrd="0" destOrd="0" presId="urn:microsoft.com/office/officeart/2005/8/layout/hierarchy1"/>
    <dgm:cxn modelId="{64334E2C-8D55-4073-AE24-F1CD0CEC3A2E}" type="presParOf" srcId="{0E3C1830-A006-4003-AAAD-E346E0DD8CB8}" destId="{2A9C26C8-C393-498C-879F-709D2C4D234A}" srcOrd="0" destOrd="0" presId="urn:microsoft.com/office/officeart/2005/8/layout/hierarchy1"/>
    <dgm:cxn modelId="{13D48F0B-E079-4AF4-8F22-AD55EB65589A}" type="presParOf" srcId="{0E3C1830-A006-4003-AAAD-E346E0DD8CB8}" destId="{F6B69BB4-EA9F-4394-8744-A8EFCFB6833C}" srcOrd="1" destOrd="0" presId="urn:microsoft.com/office/officeart/2005/8/layout/hierarchy1"/>
    <dgm:cxn modelId="{C295F6D7-5811-47C1-8A83-EAE1296423AC}" type="presParOf" srcId="{CE168A62-AF0F-4E06-B2BE-1851C084C4B2}" destId="{BB9DD684-AE1C-4631-A183-33808F06545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1DF659B-A9C0-4E63-B3D5-39059836484F}" type="doc">
      <dgm:prSet loTypeId="urn:microsoft.com/office/officeart/2005/8/layout/list1" loCatId="list" qsTypeId="urn:microsoft.com/office/officeart/2005/8/quickstyle/simple2" qsCatId="simple" csTypeId="urn:microsoft.com/office/officeart/2005/8/colors/accent1_3" csCatId="accent1" phldr="1"/>
      <dgm:spPr/>
      <dgm:t>
        <a:bodyPr/>
        <a:lstStyle/>
        <a:p>
          <a:endParaRPr lang="en-US"/>
        </a:p>
      </dgm:t>
    </dgm:pt>
    <dgm:pt modelId="{7B2B34FA-3A8C-4A44-95CD-77A1BABBC8D4}">
      <dgm:prSet custT="1"/>
      <dgm:spPr>
        <a:solidFill>
          <a:schemeClr val="tx2">
            <a:lumMod val="20000"/>
            <a:lumOff val="80000"/>
          </a:schemeClr>
        </a:solidFill>
        <a:ln>
          <a:solidFill>
            <a:schemeClr val="tx2"/>
          </a:solidFill>
        </a:ln>
      </dgm:spPr>
      <dgm:t>
        <a:bodyPr/>
        <a:lstStyle/>
        <a:p>
          <a:r>
            <a:rPr lang="zh-TW" altLang="en-US" sz="5400" b="0" i="0" dirty="0"/>
            <a:t>神經網路的深度與複雜度</a:t>
          </a:r>
          <a:r>
            <a:rPr lang="en-US" altLang="zh-TW" sz="5400" b="0" i="0" dirty="0"/>
            <a:t>(</a:t>
          </a:r>
          <a:r>
            <a:rPr lang="en-US" sz="5400" b="0" i="0" dirty="0"/>
            <a:t>Depth and complexity of networks)</a:t>
          </a:r>
          <a:endParaRPr lang="en-US" sz="5400" dirty="0"/>
        </a:p>
      </dgm:t>
    </dgm:pt>
    <dgm:pt modelId="{5076BB85-B847-46B3-8817-DFA412249DE4}" type="parTrans" cxnId="{31941A56-E89A-4924-A49E-2FCB701366D1}">
      <dgm:prSet/>
      <dgm:spPr/>
      <dgm:t>
        <a:bodyPr/>
        <a:lstStyle/>
        <a:p>
          <a:endParaRPr lang="en-US" sz="5400"/>
        </a:p>
      </dgm:t>
    </dgm:pt>
    <dgm:pt modelId="{FF727E76-1EAD-40D0-AAEE-FE5A0EB474ED}" type="sibTrans" cxnId="{31941A56-E89A-4924-A49E-2FCB701366D1}">
      <dgm:prSet/>
      <dgm:spPr/>
      <dgm:t>
        <a:bodyPr/>
        <a:lstStyle/>
        <a:p>
          <a:endParaRPr lang="en-US" sz="5400"/>
        </a:p>
      </dgm:t>
    </dgm:pt>
    <dgm:pt modelId="{FAB8FC4C-FF56-4CF1-A50F-A0CA11071D12}">
      <dgm:prSet custT="1"/>
      <dgm:spPr>
        <a:solidFill>
          <a:schemeClr val="tx2">
            <a:lumMod val="20000"/>
            <a:lumOff val="80000"/>
          </a:schemeClr>
        </a:solidFill>
        <a:ln>
          <a:solidFill>
            <a:schemeClr val="tx2"/>
          </a:solidFill>
        </a:ln>
      </dgm:spPr>
      <dgm:t>
        <a:bodyPr/>
        <a:lstStyle/>
        <a:p>
          <a:r>
            <a:rPr lang="zh-TW" altLang="en-US" sz="5400" b="0" i="0" dirty="0"/>
            <a:t>高達數十億個參數</a:t>
          </a:r>
          <a:r>
            <a:rPr lang="en-US" altLang="zh-TW" sz="5400" b="0" i="0" dirty="0"/>
            <a:t>(parameters)(</a:t>
          </a:r>
          <a:r>
            <a:rPr lang="zh-TW" altLang="en-US" sz="5400" b="0" i="0" dirty="0"/>
            <a:t>且持續增長</a:t>
          </a:r>
          <a:r>
            <a:rPr lang="en-US" altLang="zh-TW" sz="5400" b="0" i="0" dirty="0"/>
            <a:t>)</a:t>
          </a:r>
          <a:endParaRPr lang="en-US" sz="5400" dirty="0"/>
        </a:p>
      </dgm:t>
    </dgm:pt>
    <dgm:pt modelId="{4D9D9062-8141-41EE-B50F-456CBCC81876}" type="parTrans" cxnId="{566EB2D2-A6A4-4650-92EF-B23E633D6080}">
      <dgm:prSet/>
      <dgm:spPr/>
      <dgm:t>
        <a:bodyPr/>
        <a:lstStyle/>
        <a:p>
          <a:endParaRPr lang="en-US" sz="5400"/>
        </a:p>
      </dgm:t>
    </dgm:pt>
    <dgm:pt modelId="{999766FF-D737-4A4A-BDE2-D2CB3BD811F6}" type="sibTrans" cxnId="{566EB2D2-A6A4-4650-92EF-B23E633D6080}">
      <dgm:prSet/>
      <dgm:spPr/>
      <dgm:t>
        <a:bodyPr/>
        <a:lstStyle/>
        <a:p>
          <a:endParaRPr lang="en-US" sz="5400"/>
        </a:p>
      </dgm:t>
    </dgm:pt>
    <dgm:pt modelId="{2EA800D7-147E-431B-B553-558B7D6EEB25}">
      <dgm:prSet custT="1"/>
      <dgm:spPr>
        <a:solidFill>
          <a:schemeClr val="tx2">
            <a:lumMod val="20000"/>
            <a:lumOff val="80000"/>
          </a:schemeClr>
        </a:solidFill>
        <a:ln>
          <a:solidFill>
            <a:schemeClr val="tx2"/>
          </a:solidFill>
        </a:ln>
      </dgm:spPr>
      <dgm:t>
        <a:bodyPr/>
        <a:lstStyle/>
        <a:p>
          <a:r>
            <a:rPr lang="zh-TW" altLang="en-US" sz="5400" b="0" i="0" dirty="0"/>
            <a:t>模型中的多層結構</a:t>
          </a:r>
          <a:r>
            <a:rPr lang="en-US" altLang="zh-TW" sz="5400" b="0" i="0" dirty="0"/>
            <a:t>(</a:t>
          </a:r>
          <a:r>
            <a:rPr lang="en-US" sz="5400" b="0" i="0" dirty="0"/>
            <a:t>Many layers)</a:t>
          </a:r>
          <a:endParaRPr lang="en-US" sz="5400" dirty="0"/>
        </a:p>
      </dgm:t>
    </dgm:pt>
    <dgm:pt modelId="{79A32976-C7B9-4422-B27B-E1A0C9D411FA}" type="parTrans" cxnId="{DC0EAA56-7B0D-4388-B236-0DA15E60E565}">
      <dgm:prSet/>
      <dgm:spPr/>
      <dgm:t>
        <a:bodyPr/>
        <a:lstStyle/>
        <a:p>
          <a:endParaRPr lang="en-US" sz="5400"/>
        </a:p>
      </dgm:t>
    </dgm:pt>
    <dgm:pt modelId="{89790EB7-4A31-4D8A-BACB-034D11F1B7B5}" type="sibTrans" cxnId="{DC0EAA56-7B0D-4388-B236-0DA15E60E565}">
      <dgm:prSet/>
      <dgm:spPr/>
      <dgm:t>
        <a:bodyPr/>
        <a:lstStyle/>
        <a:p>
          <a:endParaRPr lang="en-US" sz="5400"/>
        </a:p>
      </dgm:t>
    </dgm:pt>
    <dgm:pt modelId="{685D101E-CC91-4059-B3E1-9D766F9742EE}">
      <dgm:prSet custT="1"/>
      <dgm:spPr>
        <a:solidFill>
          <a:schemeClr val="tx2">
            <a:lumMod val="20000"/>
            <a:lumOff val="80000"/>
          </a:schemeClr>
        </a:solidFill>
        <a:ln>
          <a:solidFill>
            <a:schemeClr val="tx2"/>
          </a:solidFill>
        </a:ln>
      </dgm:spPr>
      <dgm:t>
        <a:bodyPr/>
        <a:lstStyle/>
        <a:p>
          <a:r>
            <a:rPr lang="zh-TW" altLang="en-US" sz="5400" b="0" i="0" dirty="0"/>
            <a:t>擅長學習複雜規則</a:t>
          </a:r>
          <a:r>
            <a:rPr lang="en-US" altLang="zh-TW" sz="5400" b="0" i="0" dirty="0"/>
            <a:t>(complex rules)</a:t>
          </a:r>
          <a:endParaRPr lang="en-US" sz="5400" dirty="0"/>
        </a:p>
      </dgm:t>
    </dgm:pt>
    <dgm:pt modelId="{C3AFB77B-DC67-4FAC-8877-AA54754E7B3C}" type="parTrans" cxnId="{BD6B8BDA-BC1D-426D-BA7F-69CB96D680D5}">
      <dgm:prSet/>
      <dgm:spPr/>
      <dgm:t>
        <a:bodyPr/>
        <a:lstStyle/>
        <a:p>
          <a:endParaRPr lang="en-US" sz="5400"/>
        </a:p>
      </dgm:t>
    </dgm:pt>
    <dgm:pt modelId="{84D4FA22-285E-4028-A7B9-A53D965E6A89}" type="sibTrans" cxnId="{BD6B8BDA-BC1D-426D-BA7F-69CB96D680D5}">
      <dgm:prSet/>
      <dgm:spPr/>
      <dgm:t>
        <a:bodyPr/>
        <a:lstStyle/>
        <a:p>
          <a:endParaRPr lang="en-US" sz="5400"/>
        </a:p>
      </dgm:t>
    </dgm:pt>
    <dgm:pt modelId="{BDC6FF38-1919-4482-AE7D-7693FFED8DBD}" type="pres">
      <dgm:prSet presAssocID="{A1DF659B-A9C0-4E63-B3D5-39059836484F}" presName="linear" presStyleCnt="0">
        <dgm:presLayoutVars>
          <dgm:dir/>
          <dgm:animLvl val="lvl"/>
          <dgm:resizeHandles val="exact"/>
        </dgm:presLayoutVars>
      </dgm:prSet>
      <dgm:spPr/>
    </dgm:pt>
    <dgm:pt modelId="{FE0D76F4-076D-41EA-951A-890DC335EA9A}" type="pres">
      <dgm:prSet presAssocID="{7B2B34FA-3A8C-4A44-95CD-77A1BABBC8D4}" presName="parentLin" presStyleCnt="0"/>
      <dgm:spPr/>
    </dgm:pt>
    <dgm:pt modelId="{206C672E-3274-425D-B73D-C74A233812A5}" type="pres">
      <dgm:prSet presAssocID="{7B2B34FA-3A8C-4A44-95CD-77A1BABBC8D4}" presName="parentLeftMargin" presStyleLbl="node1" presStyleIdx="0" presStyleCnt="4"/>
      <dgm:spPr/>
    </dgm:pt>
    <dgm:pt modelId="{6A564BD0-941B-46A0-BF74-168BA2C4E9F3}" type="pres">
      <dgm:prSet presAssocID="{7B2B34FA-3A8C-4A44-95CD-77A1BABBC8D4}" presName="parentText" presStyleLbl="node1" presStyleIdx="0" presStyleCnt="4">
        <dgm:presLayoutVars>
          <dgm:chMax val="0"/>
          <dgm:bulletEnabled val="1"/>
        </dgm:presLayoutVars>
      </dgm:prSet>
      <dgm:spPr/>
    </dgm:pt>
    <dgm:pt modelId="{2BB086E2-7A62-40F2-9864-746B14AACE46}" type="pres">
      <dgm:prSet presAssocID="{7B2B34FA-3A8C-4A44-95CD-77A1BABBC8D4}" presName="negativeSpace" presStyleCnt="0"/>
      <dgm:spPr/>
    </dgm:pt>
    <dgm:pt modelId="{0600A80E-E38D-421B-A523-E143A66CDC2A}" type="pres">
      <dgm:prSet presAssocID="{7B2B34FA-3A8C-4A44-95CD-77A1BABBC8D4}" presName="childText" presStyleLbl="conFgAcc1" presStyleIdx="0" presStyleCnt="4">
        <dgm:presLayoutVars>
          <dgm:bulletEnabled val="1"/>
        </dgm:presLayoutVars>
      </dgm:prSet>
      <dgm:spPr>
        <a:solidFill>
          <a:schemeClr val="tx1">
            <a:lumMod val="95000"/>
            <a:alpha val="90000"/>
          </a:schemeClr>
        </a:solidFill>
        <a:ln>
          <a:solidFill>
            <a:schemeClr val="tx2"/>
          </a:solidFill>
        </a:ln>
      </dgm:spPr>
    </dgm:pt>
    <dgm:pt modelId="{CC12F81B-1F1C-4343-BC55-596728EFDF9B}" type="pres">
      <dgm:prSet presAssocID="{FF727E76-1EAD-40D0-AAEE-FE5A0EB474ED}" presName="spaceBetweenRectangles" presStyleCnt="0"/>
      <dgm:spPr/>
    </dgm:pt>
    <dgm:pt modelId="{D4257C05-6D5B-4A8A-AB52-B3293E759F31}" type="pres">
      <dgm:prSet presAssocID="{FAB8FC4C-FF56-4CF1-A50F-A0CA11071D12}" presName="parentLin" presStyleCnt="0"/>
      <dgm:spPr/>
    </dgm:pt>
    <dgm:pt modelId="{B7C77EFB-5C94-44FA-B444-94294E1B5F7C}" type="pres">
      <dgm:prSet presAssocID="{FAB8FC4C-FF56-4CF1-A50F-A0CA11071D12}" presName="parentLeftMargin" presStyleLbl="node1" presStyleIdx="0" presStyleCnt="4"/>
      <dgm:spPr/>
    </dgm:pt>
    <dgm:pt modelId="{4DDCDFEA-00DE-4CF0-BAA0-E7076FBA0B73}" type="pres">
      <dgm:prSet presAssocID="{FAB8FC4C-FF56-4CF1-A50F-A0CA11071D12}" presName="parentText" presStyleLbl="node1" presStyleIdx="1" presStyleCnt="4">
        <dgm:presLayoutVars>
          <dgm:chMax val="0"/>
          <dgm:bulletEnabled val="1"/>
        </dgm:presLayoutVars>
      </dgm:prSet>
      <dgm:spPr/>
    </dgm:pt>
    <dgm:pt modelId="{EB854FD5-60CF-46ED-AF0B-3214E8793393}" type="pres">
      <dgm:prSet presAssocID="{FAB8FC4C-FF56-4CF1-A50F-A0CA11071D12}" presName="negativeSpace" presStyleCnt="0"/>
      <dgm:spPr/>
    </dgm:pt>
    <dgm:pt modelId="{AE26B2AB-D5CF-450F-AC93-4104C0F50F99}" type="pres">
      <dgm:prSet presAssocID="{FAB8FC4C-FF56-4CF1-A50F-A0CA11071D12}" presName="childText" presStyleLbl="conFgAcc1" presStyleIdx="1" presStyleCnt="4">
        <dgm:presLayoutVars>
          <dgm:bulletEnabled val="1"/>
        </dgm:presLayoutVars>
      </dgm:prSet>
      <dgm:spPr>
        <a:solidFill>
          <a:schemeClr val="tx1">
            <a:lumMod val="95000"/>
            <a:alpha val="90000"/>
          </a:schemeClr>
        </a:solidFill>
        <a:ln>
          <a:solidFill>
            <a:schemeClr val="tx2"/>
          </a:solidFill>
        </a:ln>
      </dgm:spPr>
    </dgm:pt>
    <dgm:pt modelId="{A2D7E8E0-7953-4C64-94E7-5A2AB4CFE73B}" type="pres">
      <dgm:prSet presAssocID="{999766FF-D737-4A4A-BDE2-D2CB3BD811F6}" presName="spaceBetweenRectangles" presStyleCnt="0"/>
      <dgm:spPr/>
    </dgm:pt>
    <dgm:pt modelId="{8B5C854C-CC72-40F3-9112-BD33381A1289}" type="pres">
      <dgm:prSet presAssocID="{2EA800D7-147E-431B-B553-558B7D6EEB25}" presName="parentLin" presStyleCnt="0"/>
      <dgm:spPr/>
    </dgm:pt>
    <dgm:pt modelId="{6BFAB9AE-E727-4476-B3CF-5D443A258653}" type="pres">
      <dgm:prSet presAssocID="{2EA800D7-147E-431B-B553-558B7D6EEB25}" presName="parentLeftMargin" presStyleLbl="node1" presStyleIdx="1" presStyleCnt="4"/>
      <dgm:spPr/>
    </dgm:pt>
    <dgm:pt modelId="{CE413247-2F1B-465E-BC61-CEB68BC3491D}" type="pres">
      <dgm:prSet presAssocID="{2EA800D7-147E-431B-B553-558B7D6EEB25}" presName="parentText" presStyleLbl="node1" presStyleIdx="2" presStyleCnt="4">
        <dgm:presLayoutVars>
          <dgm:chMax val="0"/>
          <dgm:bulletEnabled val="1"/>
        </dgm:presLayoutVars>
      </dgm:prSet>
      <dgm:spPr/>
    </dgm:pt>
    <dgm:pt modelId="{A399DC2B-CE69-42C4-96BD-E8D68F157ED2}" type="pres">
      <dgm:prSet presAssocID="{2EA800D7-147E-431B-B553-558B7D6EEB25}" presName="negativeSpace" presStyleCnt="0"/>
      <dgm:spPr/>
    </dgm:pt>
    <dgm:pt modelId="{FE033D34-7779-45C3-ACE9-A70B15CD5728}" type="pres">
      <dgm:prSet presAssocID="{2EA800D7-147E-431B-B553-558B7D6EEB25}" presName="childText" presStyleLbl="conFgAcc1" presStyleIdx="2" presStyleCnt="4">
        <dgm:presLayoutVars>
          <dgm:bulletEnabled val="1"/>
        </dgm:presLayoutVars>
      </dgm:prSet>
      <dgm:spPr>
        <a:solidFill>
          <a:schemeClr val="tx1">
            <a:lumMod val="95000"/>
            <a:alpha val="90000"/>
          </a:schemeClr>
        </a:solidFill>
        <a:ln>
          <a:solidFill>
            <a:schemeClr val="tx2"/>
          </a:solidFill>
        </a:ln>
      </dgm:spPr>
    </dgm:pt>
    <dgm:pt modelId="{103F1342-8449-48D1-BF90-F60A9DB67699}" type="pres">
      <dgm:prSet presAssocID="{89790EB7-4A31-4D8A-BACB-034D11F1B7B5}" presName="spaceBetweenRectangles" presStyleCnt="0"/>
      <dgm:spPr/>
    </dgm:pt>
    <dgm:pt modelId="{288D5E31-31C0-400E-BCD3-D03BE8E218B9}" type="pres">
      <dgm:prSet presAssocID="{685D101E-CC91-4059-B3E1-9D766F9742EE}" presName="parentLin" presStyleCnt="0"/>
      <dgm:spPr/>
    </dgm:pt>
    <dgm:pt modelId="{8D373FE2-3304-416D-A210-40F7EB5AC74A}" type="pres">
      <dgm:prSet presAssocID="{685D101E-CC91-4059-B3E1-9D766F9742EE}" presName="parentLeftMargin" presStyleLbl="node1" presStyleIdx="2" presStyleCnt="4"/>
      <dgm:spPr/>
    </dgm:pt>
    <dgm:pt modelId="{5BEE0AEE-0ABE-444E-9F25-1B443ECFA91D}" type="pres">
      <dgm:prSet presAssocID="{685D101E-CC91-4059-B3E1-9D766F9742EE}" presName="parentText" presStyleLbl="node1" presStyleIdx="3" presStyleCnt="4">
        <dgm:presLayoutVars>
          <dgm:chMax val="0"/>
          <dgm:bulletEnabled val="1"/>
        </dgm:presLayoutVars>
      </dgm:prSet>
      <dgm:spPr/>
    </dgm:pt>
    <dgm:pt modelId="{23123E89-80FB-43F5-91BF-6951970E2BF5}" type="pres">
      <dgm:prSet presAssocID="{685D101E-CC91-4059-B3E1-9D766F9742EE}" presName="negativeSpace" presStyleCnt="0"/>
      <dgm:spPr/>
    </dgm:pt>
    <dgm:pt modelId="{2C1FFB86-4982-4E6A-B3E2-3A20500A2ADB}" type="pres">
      <dgm:prSet presAssocID="{685D101E-CC91-4059-B3E1-9D766F9742EE}" presName="childText" presStyleLbl="conFgAcc1" presStyleIdx="3" presStyleCnt="4">
        <dgm:presLayoutVars>
          <dgm:bulletEnabled val="1"/>
        </dgm:presLayoutVars>
      </dgm:prSet>
      <dgm:spPr>
        <a:solidFill>
          <a:schemeClr val="tx1">
            <a:lumMod val="95000"/>
            <a:alpha val="90000"/>
          </a:schemeClr>
        </a:solidFill>
        <a:ln>
          <a:solidFill>
            <a:schemeClr val="tx2"/>
          </a:solidFill>
        </a:ln>
      </dgm:spPr>
    </dgm:pt>
  </dgm:ptLst>
  <dgm:cxnLst>
    <dgm:cxn modelId="{7FB61562-E436-42FB-8E28-1A71C4EFAE77}" type="presOf" srcId="{A1DF659B-A9C0-4E63-B3D5-39059836484F}" destId="{BDC6FF38-1919-4482-AE7D-7693FFED8DBD}" srcOrd="0" destOrd="0" presId="urn:microsoft.com/office/officeart/2005/8/layout/list1"/>
    <dgm:cxn modelId="{72C7D66A-E405-4C1E-8A20-FF6BB9CC6957}" type="presOf" srcId="{FAB8FC4C-FF56-4CF1-A50F-A0CA11071D12}" destId="{4DDCDFEA-00DE-4CF0-BAA0-E7076FBA0B73}" srcOrd="1" destOrd="0" presId="urn:microsoft.com/office/officeart/2005/8/layout/list1"/>
    <dgm:cxn modelId="{80253174-1B02-42B0-B666-6077568EE618}" type="presOf" srcId="{2EA800D7-147E-431B-B553-558B7D6EEB25}" destId="{CE413247-2F1B-465E-BC61-CEB68BC3491D}" srcOrd="1" destOrd="0" presId="urn:microsoft.com/office/officeart/2005/8/layout/list1"/>
    <dgm:cxn modelId="{31941A56-E89A-4924-A49E-2FCB701366D1}" srcId="{A1DF659B-A9C0-4E63-B3D5-39059836484F}" destId="{7B2B34FA-3A8C-4A44-95CD-77A1BABBC8D4}" srcOrd="0" destOrd="0" parTransId="{5076BB85-B847-46B3-8817-DFA412249DE4}" sibTransId="{FF727E76-1EAD-40D0-AAEE-FE5A0EB474ED}"/>
    <dgm:cxn modelId="{DC0EAA56-7B0D-4388-B236-0DA15E60E565}" srcId="{A1DF659B-A9C0-4E63-B3D5-39059836484F}" destId="{2EA800D7-147E-431B-B553-558B7D6EEB25}" srcOrd="2" destOrd="0" parTransId="{79A32976-C7B9-4422-B27B-E1A0C9D411FA}" sibTransId="{89790EB7-4A31-4D8A-BACB-034D11F1B7B5}"/>
    <dgm:cxn modelId="{499B1F8F-56B3-417A-BDB0-6A82A6E05F17}" type="presOf" srcId="{7B2B34FA-3A8C-4A44-95CD-77A1BABBC8D4}" destId="{206C672E-3274-425D-B73D-C74A233812A5}" srcOrd="0" destOrd="0" presId="urn:microsoft.com/office/officeart/2005/8/layout/list1"/>
    <dgm:cxn modelId="{4A11019A-325D-4FA2-89DC-72DD170DFE5F}" type="presOf" srcId="{685D101E-CC91-4059-B3E1-9D766F9742EE}" destId="{8D373FE2-3304-416D-A210-40F7EB5AC74A}" srcOrd="0" destOrd="0" presId="urn:microsoft.com/office/officeart/2005/8/layout/list1"/>
    <dgm:cxn modelId="{69C8CFA9-82E7-4ED7-B919-6C1A8BE2855B}" type="presOf" srcId="{2EA800D7-147E-431B-B553-558B7D6EEB25}" destId="{6BFAB9AE-E727-4476-B3CF-5D443A258653}" srcOrd="0" destOrd="0" presId="urn:microsoft.com/office/officeart/2005/8/layout/list1"/>
    <dgm:cxn modelId="{4E80F7B2-D641-494C-B121-819C7F4FE91A}" type="presOf" srcId="{685D101E-CC91-4059-B3E1-9D766F9742EE}" destId="{5BEE0AEE-0ABE-444E-9F25-1B443ECFA91D}" srcOrd="1" destOrd="0" presId="urn:microsoft.com/office/officeart/2005/8/layout/list1"/>
    <dgm:cxn modelId="{A55A1FC3-C240-48AC-AF37-EF88D2FA9F89}" type="presOf" srcId="{7B2B34FA-3A8C-4A44-95CD-77A1BABBC8D4}" destId="{6A564BD0-941B-46A0-BF74-168BA2C4E9F3}" srcOrd="1" destOrd="0" presId="urn:microsoft.com/office/officeart/2005/8/layout/list1"/>
    <dgm:cxn modelId="{FCAEE1C8-2324-4AF1-9476-410AEA6DC1EA}" type="presOf" srcId="{FAB8FC4C-FF56-4CF1-A50F-A0CA11071D12}" destId="{B7C77EFB-5C94-44FA-B444-94294E1B5F7C}" srcOrd="0" destOrd="0" presId="urn:microsoft.com/office/officeart/2005/8/layout/list1"/>
    <dgm:cxn modelId="{566EB2D2-A6A4-4650-92EF-B23E633D6080}" srcId="{A1DF659B-A9C0-4E63-B3D5-39059836484F}" destId="{FAB8FC4C-FF56-4CF1-A50F-A0CA11071D12}" srcOrd="1" destOrd="0" parTransId="{4D9D9062-8141-41EE-B50F-456CBCC81876}" sibTransId="{999766FF-D737-4A4A-BDE2-D2CB3BD811F6}"/>
    <dgm:cxn modelId="{BD6B8BDA-BC1D-426D-BA7F-69CB96D680D5}" srcId="{A1DF659B-A9C0-4E63-B3D5-39059836484F}" destId="{685D101E-CC91-4059-B3E1-9D766F9742EE}" srcOrd="3" destOrd="0" parTransId="{C3AFB77B-DC67-4FAC-8877-AA54754E7B3C}" sibTransId="{84D4FA22-285E-4028-A7B9-A53D965E6A89}"/>
    <dgm:cxn modelId="{C54A21BC-509F-4438-A664-3C9138FEF345}" type="presParOf" srcId="{BDC6FF38-1919-4482-AE7D-7693FFED8DBD}" destId="{FE0D76F4-076D-41EA-951A-890DC335EA9A}" srcOrd="0" destOrd="0" presId="urn:microsoft.com/office/officeart/2005/8/layout/list1"/>
    <dgm:cxn modelId="{4D96DD0A-EC0F-4ACE-AB5B-10858E06EACC}" type="presParOf" srcId="{FE0D76F4-076D-41EA-951A-890DC335EA9A}" destId="{206C672E-3274-425D-B73D-C74A233812A5}" srcOrd="0" destOrd="0" presId="urn:microsoft.com/office/officeart/2005/8/layout/list1"/>
    <dgm:cxn modelId="{1C6C0AE7-5C30-42FE-8379-2E80C1C0F48C}" type="presParOf" srcId="{FE0D76F4-076D-41EA-951A-890DC335EA9A}" destId="{6A564BD0-941B-46A0-BF74-168BA2C4E9F3}" srcOrd="1" destOrd="0" presId="urn:microsoft.com/office/officeart/2005/8/layout/list1"/>
    <dgm:cxn modelId="{34B08687-4D0D-47CB-BA5E-9D5C334A16B5}" type="presParOf" srcId="{BDC6FF38-1919-4482-AE7D-7693FFED8DBD}" destId="{2BB086E2-7A62-40F2-9864-746B14AACE46}" srcOrd="1" destOrd="0" presId="urn:microsoft.com/office/officeart/2005/8/layout/list1"/>
    <dgm:cxn modelId="{5C4EE591-8F54-4DA2-A167-2D5A4E3EA48E}" type="presParOf" srcId="{BDC6FF38-1919-4482-AE7D-7693FFED8DBD}" destId="{0600A80E-E38D-421B-A523-E143A66CDC2A}" srcOrd="2" destOrd="0" presId="urn:microsoft.com/office/officeart/2005/8/layout/list1"/>
    <dgm:cxn modelId="{E302640D-956D-47AD-B749-E4A078D84631}" type="presParOf" srcId="{BDC6FF38-1919-4482-AE7D-7693FFED8DBD}" destId="{CC12F81B-1F1C-4343-BC55-596728EFDF9B}" srcOrd="3" destOrd="0" presId="urn:microsoft.com/office/officeart/2005/8/layout/list1"/>
    <dgm:cxn modelId="{C9A52E9C-92D6-49C6-AC7D-A9C7086FC4B3}" type="presParOf" srcId="{BDC6FF38-1919-4482-AE7D-7693FFED8DBD}" destId="{D4257C05-6D5B-4A8A-AB52-B3293E759F31}" srcOrd="4" destOrd="0" presId="urn:microsoft.com/office/officeart/2005/8/layout/list1"/>
    <dgm:cxn modelId="{AFF3C98E-3C6C-42F3-A0A9-6C02C976E25E}" type="presParOf" srcId="{D4257C05-6D5B-4A8A-AB52-B3293E759F31}" destId="{B7C77EFB-5C94-44FA-B444-94294E1B5F7C}" srcOrd="0" destOrd="0" presId="urn:microsoft.com/office/officeart/2005/8/layout/list1"/>
    <dgm:cxn modelId="{2E50FBD3-666B-425F-B8B6-36D6B926B094}" type="presParOf" srcId="{D4257C05-6D5B-4A8A-AB52-B3293E759F31}" destId="{4DDCDFEA-00DE-4CF0-BAA0-E7076FBA0B73}" srcOrd="1" destOrd="0" presId="urn:microsoft.com/office/officeart/2005/8/layout/list1"/>
    <dgm:cxn modelId="{1C7DE1E9-F410-448A-A1AE-71EB123DD25C}" type="presParOf" srcId="{BDC6FF38-1919-4482-AE7D-7693FFED8DBD}" destId="{EB854FD5-60CF-46ED-AF0B-3214E8793393}" srcOrd="5" destOrd="0" presId="urn:microsoft.com/office/officeart/2005/8/layout/list1"/>
    <dgm:cxn modelId="{47F99D41-11D6-42F7-8905-E89F56739E8D}" type="presParOf" srcId="{BDC6FF38-1919-4482-AE7D-7693FFED8DBD}" destId="{AE26B2AB-D5CF-450F-AC93-4104C0F50F99}" srcOrd="6" destOrd="0" presId="urn:microsoft.com/office/officeart/2005/8/layout/list1"/>
    <dgm:cxn modelId="{297D5ECB-EB02-413D-A349-9372A0B51AE5}" type="presParOf" srcId="{BDC6FF38-1919-4482-AE7D-7693FFED8DBD}" destId="{A2D7E8E0-7953-4C64-94E7-5A2AB4CFE73B}" srcOrd="7" destOrd="0" presId="urn:microsoft.com/office/officeart/2005/8/layout/list1"/>
    <dgm:cxn modelId="{C8119EB8-5442-418E-9A80-95B9A6E78759}" type="presParOf" srcId="{BDC6FF38-1919-4482-AE7D-7693FFED8DBD}" destId="{8B5C854C-CC72-40F3-9112-BD33381A1289}" srcOrd="8" destOrd="0" presId="urn:microsoft.com/office/officeart/2005/8/layout/list1"/>
    <dgm:cxn modelId="{775743BC-E8B6-4B44-BDC2-99A99BA5639B}" type="presParOf" srcId="{8B5C854C-CC72-40F3-9112-BD33381A1289}" destId="{6BFAB9AE-E727-4476-B3CF-5D443A258653}" srcOrd="0" destOrd="0" presId="urn:microsoft.com/office/officeart/2005/8/layout/list1"/>
    <dgm:cxn modelId="{C05A32A6-1909-463D-80B7-2774AB55A827}" type="presParOf" srcId="{8B5C854C-CC72-40F3-9112-BD33381A1289}" destId="{CE413247-2F1B-465E-BC61-CEB68BC3491D}" srcOrd="1" destOrd="0" presId="urn:microsoft.com/office/officeart/2005/8/layout/list1"/>
    <dgm:cxn modelId="{B201CA15-BCC0-44BE-B4B5-FB3C9D0DCCBB}" type="presParOf" srcId="{BDC6FF38-1919-4482-AE7D-7693FFED8DBD}" destId="{A399DC2B-CE69-42C4-96BD-E8D68F157ED2}" srcOrd="9" destOrd="0" presId="urn:microsoft.com/office/officeart/2005/8/layout/list1"/>
    <dgm:cxn modelId="{CF8A460D-D56B-4776-AE81-D71EF795E739}" type="presParOf" srcId="{BDC6FF38-1919-4482-AE7D-7693FFED8DBD}" destId="{FE033D34-7779-45C3-ACE9-A70B15CD5728}" srcOrd="10" destOrd="0" presId="urn:microsoft.com/office/officeart/2005/8/layout/list1"/>
    <dgm:cxn modelId="{BEF72270-2EC8-4D67-A19A-0A4E071960AA}" type="presParOf" srcId="{BDC6FF38-1919-4482-AE7D-7693FFED8DBD}" destId="{103F1342-8449-48D1-BF90-F60A9DB67699}" srcOrd="11" destOrd="0" presId="urn:microsoft.com/office/officeart/2005/8/layout/list1"/>
    <dgm:cxn modelId="{4A4E9413-3C1E-4C4E-91DF-47D8A16B68C3}" type="presParOf" srcId="{BDC6FF38-1919-4482-AE7D-7693FFED8DBD}" destId="{288D5E31-31C0-400E-BCD3-D03BE8E218B9}" srcOrd="12" destOrd="0" presId="urn:microsoft.com/office/officeart/2005/8/layout/list1"/>
    <dgm:cxn modelId="{DDADBA5A-F02E-4F65-802E-5039E0714D0C}" type="presParOf" srcId="{288D5E31-31C0-400E-BCD3-D03BE8E218B9}" destId="{8D373FE2-3304-416D-A210-40F7EB5AC74A}" srcOrd="0" destOrd="0" presId="urn:microsoft.com/office/officeart/2005/8/layout/list1"/>
    <dgm:cxn modelId="{4D46EEDE-BE11-4792-9E3F-0496C2ACAB65}" type="presParOf" srcId="{288D5E31-31C0-400E-BCD3-D03BE8E218B9}" destId="{5BEE0AEE-0ABE-444E-9F25-1B443ECFA91D}" srcOrd="1" destOrd="0" presId="urn:microsoft.com/office/officeart/2005/8/layout/list1"/>
    <dgm:cxn modelId="{6D83DF2A-DE66-4EA3-951B-5C54CF95A16D}" type="presParOf" srcId="{BDC6FF38-1919-4482-AE7D-7693FFED8DBD}" destId="{23123E89-80FB-43F5-91BF-6951970E2BF5}" srcOrd="13" destOrd="0" presId="urn:microsoft.com/office/officeart/2005/8/layout/list1"/>
    <dgm:cxn modelId="{240B0E52-5F19-4252-9745-7FE8AD9FEE97}" type="presParOf" srcId="{BDC6FF38-1919-4482-AE7D-7693FFED8DBD}" destId="{2C1FFB86-4982-4E6A-B3E2-3A20500A2ADB}" srcOrd="14" destOrd="0" presId="urn:microsoft.com/office/officeart/2005/8/layout/list1"/>
  </dgm:cxnLst>
  <dgm:bg/>
  <dgm:whole>
    <a:ln>
      <a:solidFill>
        <a:schemeClr val="tx1"/>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3D36520-62CA-41EC-BE4C-AD4E666BADB3}" type="doc">
      <dgm:prSet loTypeId="urn:microsoft.com/office/officeart/2009/layout/CirclePictureHierarchy" loCatId="picture" qsTypeId="urn:microsoft.com/office/officeart/2005/8/quickstyle/simple1" qsCatId="simple" csTypeId="urn:microsoft.com/office/officeart/2005/8/colors/accent0_3" csCatId="mainScheme" phldr="1"/>
      <dgm:spPr/>
      <dgm:t>
        <a:bodyPr/>
        <a:lstStyle/>
        <a:p>
          <a:endParaRPr lang="en-US"/>
        </a:p>
      </dgm:t>
    </dgm:pt>
    <dgm:pt modelId="{31C31810-00B1-46A8-97AF-A8F0EB77B1CE}">
      <dgm:prSet custT="1"/>
      <dgm:spPr/>
      <dgm:t>
        <a:bodyPr/>
        <a:lstStyle/>
        <a:p>
          <a:r>
            <a:rPr lang="zh-TW" altLang="en-US" sz="5400" cap="all" baseline="0" dirty="0">
              <a:solidFill>
                <a:schemeClr val="bg1"/>
              </a:solidFill>
            </a:rPr>
            <a:t>物件偵測</a:t>
          </a:r>
          <a:br>
            <a:rPr lang="en-US" altLang="zh-TW" sz="5400" cap="all" baseline="0" dirty="0">
              <a:solidFill>
                <a:schemeClr val="bg1"/>
              </a:solidFill>
            </a:rPr>
          </a:br>
          <a:r>
            <a:rPr lang="en-US" altLang="zh-TW" sz="5400" cap="all" baseline="0" dirty="0">
              <a:solidFill>
                <a:schemeClr val="bg1"/>
              </a:solidFill>
            </a:rPr>
            <a:t>(</a:t>
          </a:r>
          <a:r>
            <a:rPr lang="en-US" sz="5400" cap="all" baseline="0" dirty="0">
              <a:solidFill>
                <a:schemeClr val="bg1"/>
              </a:solidFill>
            </a:rPr>
            <a:t>Object Detection</a:t>
          </a:r>
          <a:r>
            <a:rPr lang="en-US" altLang="zh-TW" sz="5400" cap="all" baseline="0" dirty="0">
              <a:solidFill>
                <a:schemeClr val="bg1"/>
              </a:solidFill>
            </a:rPr>
            <a:t>)</a:t>
          </a:r>
          <a:endParaRPr lang="en-US" sz="5400" cap="all" baseline="0" dirty="0">
            <a:solidFill>
              <a:schemeClr val="bg1"/>
            </a:solidFill>
          </a:endParaRPr>
        </a:p>
      </dgm:t>
    </dgm:pt>
    <dgm:pt modelId="{1197A955-7349-4AF5-BCB6-57161C72D76E}" type="parTrans" cxnId="{4DFF1817-958C-4595-8DA6-7C8844937FD8}">
      <dgm:prSet/>
      <dgm:spPr/>
      <dgm:t>
        <a:bodyPr/>
        <a:lstStyle/>
        <a:p>
          <a:endParaRPr lang="en-US" sz="5400" cap="all" baseline="0">
            <a:solidFill>
              <a:schemeClr val="bg1"/>
            </a:solidFill>
          </a:endParaRPr>
        </a:p>
      </dgm:t>
    </dgm:pt>
    <dgm:pt modelId="{08B1848E-EBE0-4DE2-AFED-AE1B7BA8094D}" type="sibTrans" cxnId="{4DFF1817-958C-4595-8DA6-7C8844937FD8}">
      <dgm:prSet/>
      <dgm:spPr/>
      <dgm:t>
        <a:bodyPr/>
        <a:lstStyle/>
        <a:p>
          <a:endParaRPr lang="en-US" sz="5400" cap="all" baseline="0">
            <a:solidFill>
              <a:schemeClr val="bg1"/>
            </a:solidFill>
          </a:endParaRPr>
        </a:p>
      </dgm:t>
    </dgm:pt>
    <dgm:pt modelId="{F37EF222-D300-46C1-A6F9-E8802683EED1}">
      <dgm:prSet custT="1"/>
      <dgm:spPr/>
      <dgm:t>
        <a:bodyPr/>
        <a:lstStyle/>
        <a:p>
          <a:r>
            <a:rPr lang="zh-TW" altLang="en-US" sz="5400" cap="all" baseline="0" dirty="0">
              <a:solidFill>
                <a:schemeClr val="bg1"/>
              </a:solidFill>
            </a:rPr>
            <a:t>自駕車</a:t>
          </a:r>
          <a:r>
            <a:rPr lang="en-US" altLang="zh-TW" sz="5400" cap="all" baseline="0" dirty="0">
              <a:solidFill>
                <a:schemeClr val="bg1"/>
              </a:solidFill>
            </a:rPr>
            <a:t>(</a:t>
          </a:r>
          <a:r>
            <a:rPr lang="en-US" sz="5400" cap="all" baseline="0" dirty="0">
              <a:solidFill>
                <a:schemeClr val="bg1"/>
              </a:solidFill>
            </a:rPr>
            <a:t>Self-Driving Cars</a:t>
          </a:r>
          <a:r>
            <a:rPr lang="en-US" altLang="zh-TW" sz="5400" cap="all" baseline="0" dirty="0">
              <a:solidFill>
                <a:schemeClr val="bg1"/>
              </a:solidFill>
            </a:rPr>
            <a:t>)</a:t>
          </a:r>
          <a:endParaRPr lang="en-US" sz="5400" cap="all" baseline="0" dirty="0">
            <a:solidFill>
              <a:schemeClr val="bg1"/>
            </a:solidFill>
          </a:endParaRPr>
        </a:p>
      </dgm:t>
    </dgm:pt>
    <dgm:pt modelId="{87DCC96B-AD59-40FF-9D6A-A9D2A9453225}" type="parTrans" cxnId="{3267C8A7-12A3-4552-BBEF-279C00F8BD0B}">
      <dgm:prSet/>
      <dgm:spPr/>
      <dgm:t>
        <a:bodyPr/>
        <a:lstStyle/>
        <a:p>
          <a:endParaRPr lang="en-US" sz="5400" cap="all" baseline="0">
            <a:solidFill>
              <a:schemeClr val="bg1"/>
            </a:solidFill>
          </a:endParaRPr>
        </a:p>
      </dgm:t>
    </dgm:pt>
    <dgm:pt modelId="{BEDC69C5-B009-4039-AA33-A1AC90143A91}" type="sibTrans" cxnId="{3267C8A7-12A3-4552-BBEF-279C00F8BD0B}">
      <dgm:prSet/>
      <dgm:spPr/>
      <dgm:t>
        <a:bodyPr/>
        <a:lstStyle/>
        <a:p>
          <a:endParaRPr lang="en-US" sz="5400" cap="all" baseline="0">
            <a:solidFill>
              <a:schemeClr val="bg1"/>
            </a:solidFill>
          </a:endParaRPr>
        </a:p>
      </dgm:t>
    </dgm:pt>
    <dgm:pt modelId="{964EA3B7-EE92-478A-A23A-EA11BCDD09E2}">
      <dgm:prSet custT="1"/>
      <dgm:spPr/>
      <dgm:t>
        <a:bodyPr/>
        <a:lstStyle/>
        <a:p>
          <a:r>
            <a:rPr lang="zh-TW" altLang="en-US" sz="5400" cap="all" baseline="0" dirty="0">
              <a:solidFill>
                <a:schemeClr val="bg1"/>
              </a:solidFill>
            </a:rPr>
            <a:t>機器人與生產製造</a:t>
          </a:r>
          <a:br>
            <a:rPr lang="en-US" altLang="zh-TW" sz="5400" cap="all" baseline="0" dirty="0">
              <a:solidFill>
                <a:schemeClr val="bg1"/>
              </a:solidFill>
            </a:rPr>
          </a:br>
          <a:r>
            <a:rPr lang="en-US" altLang="zh-TW" sz="5400" cap="all" baseline="0" dirty="0">
              <a:solidFill>
                <a:schemeClr val="bg1"/>
              </a:solidFill>
            </a:rPr>
            <a:t>(Robotics and Manufacturing)</a:t>
          </a:r>
          <a:endParaRPr lang="en-US" sz="5400" cap="all" baseline="0" dirty="0">
            <a:solidFill>
              <a:schemeClr val="bg1"/>
            </a:solidFill>
          </a:endParaRPr>
        </a:p>
      </dgm:t>
    </dgm:pt>
    <dgm:pt modelId="{2C4E8980-2213-4647-88D3-5D7E3D655AB9}" type="parTrans" cxnId="{2298D776-E07E-4362-8B83-5138FA0AA4F6}">
      <dgm:prSet/>
      <dgm:spPr/>
      <dgm:t>
        <a:bodyPr/>
        <a:lstStyle/>
        <a:p>
          <a:endParaRPr lang="en-US" sz="5400" cap="all" baseline="0">
            <a:solidFill>
              <a:schemeClr val="bg1"/>
            </a:solidFill>
          </a:endParaRPr>
        </a:p>
      </dgm:t>
    </dgm:pt>
    <dgm:pt modelId="{1C4F45B4-1B8B-416A-B7F7-0E87CA1505B9}" type="sibTrans" cxnId="{2298D776-E07E-4362-8B83-5138FA0AA4F6}">
      <dgm:prSet/>
      <dgm:spPr/>
      <dgm:t>
        <a:bodyPr/>
        <a:lstStyle/>
        <a:p>
          <a:endParaRPr lang="en-US" sz="5400" cap="all" baseline="0">
            <a:solidFill>
              <a:schemeClr val="bg1"/>
            </a:solidFill>
          </a:endParaRPr>
        </a:p>
      </dgm:t>
    </dgm:pt>
    <dgm:pt modelId="{9C63E75E-A108-4FB4-B432-8315DE284AC4}" type="pres">
      <dgm:prSet presAssocID="{03D36520-62CA-41EC-BE4C-AD4E666BADB3}" presName="hierChild1" presStyleCnt="0">
        <dgm:presLayoutVars>
          <dgm:chPref val="1"/>
          <dgm:dir/>
          <dgm:animOne val="branch"/>
          <dgm:animLvl val="lvl"/>
          <dgm:resizeHandles/>
        </dgm:presLayoutVars>
      </dgm:prSet>
      <dgm:spPr/>
    </dgm:pt>
    <dgm:pt modelId="{3B2D5C16-6819-4019-AB8A-507BF3DEDF82}" type="pres">
      <dgm:prSet presAssocID="{964EA3B7-EE92-478A-A23A-EA11BCDD09E2}" presName="hierRoot1" presStyleCnt="0"/>
      <dgm:spPr/>
    </dgm:pt>
    <dgm:pt modelId="{D6DCD613-607A-4CFB-B055-0C5D9DCE9BB0}" type="pres">
      <dgm:prSet presAssocID="{964EA3B7-EE92-478A-A23A-EA11BCDD09E2}" presName="composite" presStyleCnt="0"/>
      <dgm:spPr/>
    </dgm:pt>
    <dgm:pt modelId="{AAB91F96-E5F2-4EC3-AF3E-06FDA26F889F}" type="pres">
      <dgm:prSet presAssocID="{964EA3B7-EE92-478A-A23A-EA11BCDD09E2}" presName="image" presStyleLbl="node0"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Robot with solid fill"/>
        </a:ext>
      </dgm:extLst>
    </dgm:pt>
    <dgm:pt modelId="{FE9B18A4-3709-4EED-978F-C6298C466B7C}" type="pres">
      <dgm:prSet presAssocID="{964EA3B7-EE92-478A-A23A-EA11BCDD09E2}" presName="text" presStyleLbl="revTx" presStyleIdx="0" presStyleCnt="3">
        <dgm:presLayoutVars>
          <dgm:chPref val="3"/>
        </dgm:presLayoutVars>
      </dgm:prSet>
      <dgm:spPr/>
    </dgm:pt>
    <dgm:pt modelId="{A3694A0F-AF33-48DB-80A1-11834927E80E}" type="pres">
      <dgm:prSet presAssocID="{964EA3B7-EE92-478A-A23A-EA11BCDD09E2}" presName="hierChild2" presStyleCnt="0"/>
      <dgm:spPr/>
    </dgm:pt>
    <dgm:pt modelId="{DA393731-7648-4467-8489-8A8E94A1AD53}" type="pres">
      <dgm:prSet presAssocID="{31C31810-00B1-46A8-97AF-A8F0EB77B1CE}" presName="hierRoot1" presStyleCnt="0"/>
      <dgm:spPr/>
    </dgm:pt>
    <dgm:pt modelId="{A7FF4B7F-D530-439B-AB1A-7FA661AB2563}" type="pres">
      <dgm:prSet presAssocID="{31C31810-00B1-46A8-97AF-A8F0EB77B1CE}" presName="composite" presStyleCnt="0"/>
      <dgm:spPr/>
    </dgm:pt>
    <dgm:pt modelId="{AD855600-44E9-49C3-ADE8-155254F552FF}" type="pres">
      <dgm:prSet presAssocID="{31C31810-00B1-46A8-97AF-A8F0EB77B1CE}" presName="image" presStyleLbl="node0"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gnifying glass"/>
        </a:ext>
      </dgm:extLst>
    </dgm:pt>
    <dgm:pt modelId="{F837880D-C977-4952-AD35-13D5882E1341}" type="pres">
      <dgm:prSet presAssocID="{31C31810-00B1-46A8-97AF-A8F0EB77B1CE}" presName="text" presStyleLbl="revTx" presStyleIdx="1" presStyleCnt="3">
        <dgm:presLayoutVars>
          <dgm:chPref val="3"/>
        </dgm:presLayoutVars>
      </dgm:prSet>
      <dgm:spPr/>
    </dgm:pt>
    <dgm:pt modelId="{0327F203-7999-4FFC-AB95-5274A9C62708}" type="pres">
      <dgm:prSet presAssocID="{31C31810-00B1-46A8-97AF-A8F0EB77B1CE}" presName="hierChild2" presStyleCnt="0"/>
      <dgm:spPr/>
    </dgm:pt>
    <dgm:pt modelId="{0F51C2C0-CC7B-4DF8-84E6-D2DABE6A5B8A}" type="pres">
      <dgm:prSet presAssocID="{F37EF222-D300-46C1-A6F9-E8802683EED1}" presName="hierRoot1" presStyleCnt="0"/>
      <dgm:spPr/>
    </dgm:pt>
    <dgm:pt modelId="{2D87E499-5BFF-4BC0-B6F6-8E5364083708}" type="pres">
      <dgm:prSet presAssocID="{F37EF222-D300-46C1-A6F9-E8802683EED1}" presName="composite" presStyleCnt="0"/>
      <dgm:spPr/>
    </dgm:pt>
    <dgm:pt modelId="{50275552-DB92-4E87-848B-22123E8AAF71}" type="pres">
      <dgm:prSet presAssocID="{F37EF222-D300-46C1-A6F9-E8802683EED1}" presName="image" presStyleLbl="node0"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pt>
    <dgm:pt modelId="{B160A445-E9DE-4E39-BDFC-0EA34AB19230}" type="pres">
      <dgm:prSet presAssocID="{F37EF222-D300-46C1-A6F9-E8802683EED1}" presName="text" presStyleLbl="revTx" presStyleIdx="2" presStyleCnt="3">
        <dgm:presLayoutVars>
          <dgm:chPref val="3"/>
        </dgm:presLayoutVars>
      </dgm:prSet>
      <dgm:spPr/>
    </dgm:pt>
    <dgm:pt modelId="{12141046-5754-42EE-ABB9-25DEC9CD3FB7}" type="pres">
      <dgm:prSet presAssocID="{F37EF222-D300-46C1-A6F9-E8802683EED1}" presName="hierChild2" presStyleCnt="0"/>
      <dgm:spPr/>
    </dgm:pt>
  </dgm:ptLst>
  <dgm:cxnLst>
    <dgm:cxn modelId="{EBB09001-CD04-4A0C-A6B2-772B4C34CCE1}" type="presOf" srcId="{31C31810-00B1-46A8-97AF-A8F0EB77B1CE}" destId="{F837880D-C977-4952-AD35-13D5882E1341}" srcOrd="0" destOrd="0" presId="urn:microsoft.com/office/officeart/2009/layout/CirclePictureHierarchy"/>
    <dgm:cxn modelId="{4DFF1817-958C-4595-8DA6-7C8844937FD8}" srcId="{03D36520-62CA-41EC-BE4C-AD4E666BADB3}" destId="{31C31810-00B1-46A8-97AF-A8F0EB77B1CE}" srcOrd="1" destOrd="0" parTransId="{1197A955-7349-4AF5-BCB6-57161C72D76E}" sibTransId="{08B1848E-EBE0-4DE2-AFED-AE1B7BA8094D}"/>
    <dgm:cxn modelId="{2AE5D329-A489-4748-9963-038B57C8E8F1}" type="presOf" srcId="{03D36520-62CA-41EC-BE4C-AD4E666BADB3}" destId="{9C63E75E-A108-4FB4-B432-8315DE284AC4}" srcOrd="0" destOrd="0" presId="urn:microsoft.com/office/officeart/2009/layout/CirclePictureHierarchy"/>
    <dgm:cxn modelId="{2298D776-E07E-4362-8B83-5138FA0AA4F6}" srcId="{03D36520-62CA-41EC-BE4C-AD4E666BADB3}" destId="{964EA3B7-EE92-478A-A23A-EA11BCDD09E2}" srcOrd="0" destOrd="0" parTransId="{2C4E8980-2213-4647-88D3-5D7E3D655AB9}" sibTransId="{1C4F45B4-1B8B-416A-B7F7-0E87CA1505B9}"/>
    <dgm:cxn modelId="{1B408295-4F52-4BB3-B618-15C7822669EE}" type="presOf" srcId="{964EA3B7-EE92-478A-A23A-EA11BCDD09E2}" destId="{FE9B18A4-3709-4EED-978F-C6298C466B7C}" srcOrd="0" destOrd="0" presId="urn:microsoft.com/office/officeart/2009/layout/CirclePictureHierarchy"/>
    <dgm:cxn modelId="{3267C8A7-12A3-4552-BBEF-279C00F8BD0B}" srcId="{03D36520-62CA-41EC-BE4C-AD4E666BADB3}" destId="{F37EF222-D300-46C1-A6F9-E8802683EED1}" srcOrd="2" destOrd="0" parTransId="{87DCC96B-AD59-40FF-9D6A-A9D2A9453225}" sibTransId="{BEDC69C5-B009-4039-AA33-A1AC90143A91}"/>
    <dgm:cxn modelId="{0FC027E6-95F1-476A-86F9-957059A9C6FB}" type="presOf" srcId="{F37EF222-D300-46C1-A6F9-E8802683EED1}" destId="{B160A445-E9DE-4E39-BDFC-0EA34AB19230}" srcOrd="0" destOrd="0" presId="urn:microsoft.com/office/officeart/2009/layout/CirclePictureHierarchy"/>
    <dgm:cxn modelId="{A27F2D38-4254-4C46-B991-AAAF088D2771}" type="presParOf" srcId="{9C63E75E-A108-4FB4-B432-8315DE284AC4}" destId="{3B2D5C16-6819-4019-AB8A-507BF3DEDF82}" srcOrd="0" destOrd="0" presId="urn:microsoft.com/office/officeart/2009/layout/CirclePictureHierarchy"/>
    <dgm:cxn modelId="{75A6C365-AC8C-42CA-A003-31CCA0A7E540}" type="presParOf" srcId="{3B2D5C16-6819-4019-AB8A-507BF3DEDF82}" destId="{D6DCD613-607A-4CFB-B055-0C5D9DCE9BB0}" srcOrd="0" destOrd="0" presId="urn:microsoft.com/office/officeart/2009/layout/CirclePictureHierarchy"/>
    <dgm:cxn modelId="{5545ACD9-7F02-4B16-A47B-6CC6F644E3F2}" type="presParOf" srcId="{D6DCD613-607A-4CFB-B055-0C5D9DCE9BB0}" destId="{AAB91F96-E5F2-4EC3-AF3E-06FDA26F889F}" srcOrd="0" destOrd="0" presId="urn:microsoft.com/office/officeart/2009/layout/CirclePictureHierarchy"/>
    <dgm:cxn modelId="{80D2A573-06F6-4006-97B6-C23114FC19B4}" type="presParOf" srcId="{D6DCD613-607A-4CFB-B055-0C5D9DCE9BB0}" destId="{FE9B18A4-3709-4EED-978F-C6298C466B7C}" srcOrd="1" destOrd="0" presId="urn:microsoft.com/office/officeart/2009/layout/CirclePictureHierarchy"/>
    <dgm:cxn modelId="{8F634CC5-48D6-4E98-A83E-FC0A6481C6CF}" type="presParOf" srcId="{3B2D5C16-6819-4019-AB8A-507BF3DEDF82}" destId="{A3694A0F-AF33-48DB-80A1-11834927E80E}" srcOrd="1" destOrd="0" presId="urn:microsoft.com/office/officeart/2009/layout/CirclePictureHierarchy"/>
    <dgm:cxn modelId="{EFE164DD-8BE3-4C8C-91C4-6E68615CA850}" type="presParOf" srcId="{9C63E75E-A108-4FB4-B432-8315DE284AC4}" destId="{DA393731-7648-4467-8489-8A8E94A1AD53}" srcOrd="1" destOrd="0" presId="urn:microsoft.com/office/officeart/2009/layout/CirclePictureHierarchy"/>
    <dgm:cxn modelId="{E0E31814-06AE-4C1D-AE2A-01541B5DFFEA}" type="presParOf" srcId="{DA393731-7648-4467-8489-8A8E94A1AD53}" destId="{A7FF4B7F-D530-439B-AB1A-7FA661AB2563}" srcOrd="0" destOrd="0" presId="urn:microsoft.com/office/officeart/2009/layout/CirclePictureHierarchy"/>
    <dgm:cxn modelId="{AC1A6E08-53EC-49FB-A1AD-B9CAF889A6D7}" type="presParOf" srcId="{A7FF4B7F-D530-439B-AB1A-7FA661AB2563}" destId="{AD855600-44E9-49C3-ADE8-155254F552FF}" srcOrd="0" destOrd="0" presId="urn:microsoft.com/office/officeart/2009/layout/CirclePictureHierarchy"/>
    <dgm:cxn modelId="{4CB94F34-56EA-4704-96C1-4FFACAE0D26E}" type="presParOf" srcId="{A7FF4B7F-D530-439B-AB1A-7FA661AB2563}" destId="{F837880D-C977-4952-AD35-13D5882E1341}" srcOrd="1" destOrd="0" presId="urn:microsoft.com/office/officeart/2009/layout/CirclePictureHierarchy"/>
    <dgm:cxn modelId="{756850C3-0CF0-41B2-A07F-DC3FB6D0FD66}" type="presParOf" srcId="{DA393731-7648-4467-8489-8A8E94A1AD53}" destId="{0327F203-7999-4FFC-AB95-5274A9C62708}" srcOrd="1" destOrd="0" presId="urn:microsoft.com/office/officeart/2009/layout/CirclePictureHierarchy"/>
    <dgm:cxn modelId="{90885141-2113-4209-BFCB-7313A8376545}" type="presParOf" srcId="{9C63E75E-A108-4FB4-B432-8315DE284AC4}" destId="{0F51C2C0-CC7B-4DF8-84E6-D2DABE6A5B8A}" srcOrd="2" destOrd="0" presId="urn:microsoft.com/office/officeart/2009/layout/CirclePictureHierarchy"/>
    <dgm:cxn modelId="{74DE7925-DCFA-4D8C-95CF-47D3ED0AB17F}" type="presParOf" srcId="{0F51C2C0-CC7B-4DF8-84E6-D2DABE6A5B8A}" destId="{2D87E499-5BFF-4BC0-B6F6-8E5364083708}" srcOrd="0" destOrd="0" presId="urn:microsoft.com/office/officeart/2009/layout/CirclePictureHierarchy"/>
    <dgm:cxn modelId="{9DE7AC63-2FA6-42E7-BBD9-C62143B4E193}" type="presParOf" srcId="{2D87E499-5BFF-4BC0-B6F6-8E5364083708}" destId="{50275552-DB92-4E87-848B-22123E8AAF71}" srcOrd="0" destOrd="0" presId="urn:microsoft.com/office/officeart/2009/layout/CirclePictureHierarchy"/>
    <dgm:cxn modelId="{7868EF26-C81E-483B-BD29-0B406C453299}" type="presParOf" srcId="{2D87E499-5BFF-4BC0-B6F6-8E5364083708}" destId="{B160A445-E9DE-4E39-BDFC-0EA34AB19230}" srcOrd="1" destOrd="0" presId="urn:microsoft.com/office/officeart/2009/layout/CirclePictureHierarchy"/>
    <dgm:cxn modelId="{58848CB5-D965-4496-9503-17BD55574AFF}" type="presParOf" srcId="{0F51C2C0-CC7B-4DF8-84E6-D2DABE6A5B8A}" destId="{12141046-5754-42EE-ABB9-25DEC9CD3FB7}" srcOrd="1" destOrd="0" presId="urn:microsoft.com/office/officeart/2009/layout/CirclePicture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17BD6B9-372A-4AB5-ACA5-B46665C26EBC}" type="doc">
      <dgm:prSet loTypeId="urn:microsoft.com/office/officeart/2009/layout/CirclePictureHierarchy" loCatId="picture" qsTypeId="urn:microsoft.com/office/officeart/2005/8/quickstyle/simple1" qsCatId="simple" csTypeId="urn:microsoft.com/office/officeart/2005/8/colors/accent0_3" csCatId="mainScheme" phldr="1"/>
      <dgm:spPr/>
      <dgm:t>
        <a:bodyPr/>
        <a:lstStyle/>
        <a:p>
          <a:endParaRPr lang="en-US"/>
        </a:p>
      </dgm:t>
    </dgm:pt>
    <dgm:pt modelId="{10139CF8-3F22-41EB-991E-4F5CE3E8A42E}">
      <dgm:prSet custT="1"/>
      <dgm:spPr/>
      <dgm:t>
        <a:bodyPr/>
        <a:lstStyle/>
        <a:p>
          <a:pPr>
            <a:defRPr cap="all"/>
          </a:pPr>
          <a:r>
            <a:rPr lang="zh-TW" altLang="en-US" sz="5400" dirty="0">
              <a:solidFill>
                <a:schemeClr val="bg1"/>
              </a:solidFill>
            </a:rPr>
            <a:t>即時的語言翻譯，</a:t>
          </a:r>
          <a:br>
            <a:rPr lang="en-US" sz="5400" dirty="0">
              <a:solidFill>
                <a:schemeClr val="bg1"/>
              </a:solidFill>
            </a:rPr>
          </a:br>
          <a:endParaRPr lang="en-US" sz="5400" dirty="0">
            <a:solidFill>
              <a:schemeClr val="bg1"/>
            </a:solidFill>
          </a:endParaRPr>
        </a:p>
      </dgm:t>
    </dgm:pt>
    <dgm:pt modelId="{A709CB14-303A-494F-BD68-DD369D80B714}" type="parTrans" cxnId="{901F8678-FB4F-407D-A927-0BC43AC6B7D8}">
      <dgm:prSet/>
      <dgm:spPr/>
      <dgm:t>
        <a:bodyPr/>
        <a:lstStyle/>
        <a:p>
          <a:endParaRPr lang="en-US" sz="5400">
            <a:solidFill>
              <a:schemeClr val="bg1"/>
            </a:solidFill>
          </a:endParaRPr>
        </a:p>
      </dgm:t>
    </dgm:pt>
    <dgm:pt modelId="{27728B6A-C79A-4D13-8EE5-F05F1D2EB4E5}" type="sibTrans" cxnId="{901F8678-FB4F-407D-A927-0BC43AC6B7D8}">
      <dgm:prSet/>
      <dgm:spPr/>
      <dgm:t>
        <a:bodyPr/>
        <a:lstStyle/>
        <a:p>
          <a:endParaRPr lang="en-US" sz="5400">
            <a:solidFill>
              <a:schemeClr val="bg1"/>
            </a:solidFill>
          </a:endParaRPr>
        </a:p>
      </dgm:t>
    </dgm:pt>
    <dgm:pt modelId="{5BE37584-30DA-4A83-965F-5565E9BD0B6E}">
      <dgm:prSet custT="1"/>
      <dgm:spPr/>
      <dgm:t>
        <a:bodyPr/>
        <a:lstStyle/>
        <a:p>
          <a:pPr>
            <a:defRPr cap="all"/>
          </a:pPr>
          <a:r>
            <a:rPr lang="zh-TW" altLang="en-US" sz="5400" dirty="0">
              <a:solidFill>
                <a:schemeClr val="bg1"/>
              </a:solidFill>
            </a:rPr>
            <a:t>語音辨識</a:t>
          </a:r>
          <a:br>
            <a:rPr lang="en-US" sz="5400" dirty="0">
              <a:solidFill>
                <a:schemeClr val="bg1"/>
              </a:solidFill>
            </a:rPr>
          </a:br>
          <a:endParaRPr lang="en-US" sz="5400" dirty="0">
            <a:solidFill>
              <a:schemeClr val="bg1"/>
            </a:solidFill>
          </a:endParaRPr>
        </a:p>
      </dgm:t>
    </dgm:pt>
    <dgm:pt modelId="{8A87FDE9-F5C4-4712-A96E-20A3E610A52E}" type="parTrans" cxnId="{076E9B96-728A-4DDE-B574-237B05884FA2}">
      <dgm:prSet/>
      <dgm:spPr/>
      <dgm:t>
        <a:bodyPr/>
        <a:lstStyle/>
        <a:p>
          <a:endParaRPr lang="en-US" sz="5400">
            <a:solidFill>
              <a:schemeClr val="bg1"/>
            </a:solidFill>
          </a:endParaRPr>
        </a:p>
      </dgm:t>
    </dgm:pt>
    <dgm:pt modelId="{3689C8E6-F5E3-4C6A-B161-12E0B9FBE338}" type="sibTrans" cxnId="{076E9B96-728A-4DDE-B574-237B05884FA2}">
      <dgm:prSet/>
      <dgm:spPr/>
      <dgm:t>
        <a:bodyPr/>
        <a:lstStyle/>
        <a:p>
          <a:endParaRPr lang="en-US" sz="5400">
            <a:solidFill>
              <a:schemeClr val="bg1"/>
            </a:solidFill>
          </a:endParaRPr>
        </a:p>
      </dgm:t>
    </dgm:pt>
    <dgm:pt modelId="{C95A0155-D5F5-4870-9B7D-32FC2A811575}">
      <dgm:prSet custT="1"/>
      <dgm:spPr/>
      <dgm:t>
        <a:bodyPr/>
        <a:lstStyle/>
        <a:p>
          <a:pPr>
            <a:defRPr cap="all"/>
          </a:pPr>
          <a:r>
            <a:rPr lang="zh-TW" altLang="en-US" sz="5400" dirty="0">
              <a:solidFill>
                <a:schemeClr val="bg1"/>
              </a:solidFill>
            </a:rPr>
            <a:t>虛擬助手</a:t>
          </a:r>
          <a:endParaRPr lang="en-US" sz="5400" dirty="0">
            <a:solidFill>
              <a:schemeClr val="bg1"/>
            </a:solidFill>
          </a:endParaRPr>
        </a:p>
      </dgm:t>
    </dgm:pt>
    <dgm:pt modelId="{A18E04E3-3B1E-4062-B3CF-4C660EBDE8E9}" type="parTrans" cxnId="{714A0A4E-5CE3-4440-A691-A1D390DD9C58}">
      <dgm:prSet/>
      <dgm:spPr/>
      <dgm:t>
        <a:bodyPr/>
        <a:lstStyle/>
        <a:p>
          <a:endParaRPr lang="en-US" sz="5400">
            <a:solidFill>
              <a:schemeClr val="bg1"/>
            </a:solidFill>
          </a:endParaRPr>
        </a:p>
      </dgm:t>
    </dgm:pt>
    <dgm:pt modelId="{699B87C8-C735-4F8B-955D-9283A505BA33}" type="sibTrans" cxnId="{714A0A4E-5CE3-4440-A691-A1D390DD9C58}">
      <dgm:prSet/>
      <dgm:spPr/>
      <dgm:t>
        <a:bodyPr/>
        <a:lstStyle/>
        <a:p>
          <a:endParaRPr lang="en-US" sz="5400">
            <a:solidFill>
              <a:schemeClr val="bg1"/>
            </a:solidFill>
          </a:endParaRPr>
        </a:p>
      </dgm:t>
    </dgm:pt>
    <dgm:pt modelId="{45AC4476-CE2F-445C-ADA0-2D33A08F116F}" type="pres">
      <dgm:prSet presAssocID="{A17BD6B9-372A-4AB5-ACA5-B46665C26EBC}" presName="hierChild1" presStyleCnt="0">
        <dgm:presLayoutVars>
          <dgm:chPref val="1"/>
          <dgm:dir/>
          <dgm:animOne val="branch"/>
          <dgm:animLvl val="lvl"/>
          <dgm:resizeHandles/>
        </dgm:presLayoutVars>
      </dgm:prSet>
      <dgm:spPr/>
    </dgm:pt>
    <dgm:pt modelId="{A5574B21-0709-40AF-9637-BAB0DBD42369}" type="pres">
      <dgm:prSet presAssocID="{10139CF8-3F22-41EB-991E-4F5CE3E8A42E}" presName="hierRoot1" presStyleCnt="0"/>
      <dgm:spPr/>
    </dgm:pt>
    <dgm:pt modelId="{E997BAD2-ED87-48CE-AB74-05A65A4BB5DB}" type="pres">
      <dgm:prSet presAssocID="{10139CF8-3F22-41EB-991E-4F5CE3E8A42E}" presName="composite" presStyleCnt="0"/>
      <dgm:spPr/>
    </dgm:pt>
    <dgm:pt modelId="{074855B9-3C1F-460C-BC7F-8617BE2F4DB5}" type="pres">
      <dgm:prSet presAssocID="{10139CF8-3F22-41EB-991E-4F5CE3E8A42E}" presName="image" presStyleLbl="node0"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opwatch"/>
        </a:ext>
      </dgm:extLst>
    </dgm:pt>
    <dgm:pt modelId="{F9958113-D5D7-4209-86C0-015609B42AEB}" type="pres">
      <dgm:prSet presAssocID="{10139CF8-3F22-41EB-991E-4F5CE3E8A42E}" presName="text" presStyleLbl="revTx" presStyleIdx="0" presStyleCnt="3">
        <dgm:presLayoutVars>
          <dgm:chPref val="3"/>
        </dgm:presLayoutVars>
      </dgm:prSet>
      <dgm:spPr/>
    </dgm:pt>
    <dgm:pt modelId="{EB656B34-F638-4D9E-ABA7-75FA16DCC0CA}" type="pres">
      <dgm:prSet presAssocID="{10139CF8-3F22-41EB-991E-4F5CE3E8A42E}" presName="hierChild2" presStyleCnt="0"/>
      <dgm:spPr/>
    </dgm:pt>
    <dgm:pt modelId="{BB8BC8F9-1D3C-4F30-8A40-3F5649225E09}" type="pres">
      <dgm:prSet presAssocID="{5BE37584-30DA-4A83-965F-5565E9BD0B6E}" presName="hierRoot1" presStyleCnt="0"/>
      <dgm:spPr/>
    </dgm:pt>
    <dgm:pt modelId="{332C6011-0D9F-4492-AD7A-89FC31E1830D}" type="pres">
      <dgm:prSet presAssocID="{5BE37584-30DA-4A83-965F-5565E9BD0B6E}" presName="composite" presStyleCnt="0"/>
      <dgm:spPr/>
    </dgm:pt>
    <dgm:pt modelId="{B2636FDB-312F-455A-A9C5-172301364B1D}" type="pres">
      <dgm:prSet presAssocID="{5BE37584-30DA-4A83-965F-5565E9BD0B6E}" presName="image" presStyleLbl="node0"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adio microphone"/>
        </a:ext>
      </dgm:extLst>
    </dgm:pt>
    <dgm:pt modelId="{1C02C068-815F-4D66-BC04-AF5B447E9DC9}" type="pres">
      <dgm:prSet presAssocID="{5BE37584-30DA-4A83-965F-5565E9BD0B6E}" presName="text" presStyleLbl="revTx" presStyleIdx="1" presStyleCnt="3">
        <dgm:presLayoutVars>
          <dgm:chPref val="3"/>
        </dgm:presLayoutVars>
      </dgm:prSet>
      <dgm:spPr/>
    </dgm:pt>
    <dgm:pt modelId="{993321C5-826A-42E6-B864-CE917959D62F}" type="pres">
      <dgm:prSet presAssocID="{5BE37584-30DA-4A83-965F-5565E9BD0B6E}" presName="hierChild2" presStyleCnt="0"/>
      <dgm:spPr/>
    </dgm:pt>
    <dgm:pt modelId="{4ECD049C-B7E3-4939-9732-8B3C711AE945}" type="pres">
      <dgm:prSet presAssocID="{C95A0155-D5F5-4870-9B7D-32FC2A811575}" presName="hierRoot1" presStyleCnt="0"/>
      <dgm:spPr/>
    </dgm:pt>
    <dgm:pt modelId="{8DE38F9D-60BC-464F-BC38-C91293FAA8AF}" type="pres">
      <dgm:prSet presAssocID="{C95A0155-D5F5-4870-9B7D-32FC2A811575}" presName="composite" presStyleCnt="0"/>
      <dgm:spPr/>
    </dgm:pt>
    <dgm:pt modelId="{501571D7-3412-4C02-BF59-5F25065FEE63}" type="pres">
      <dgm:prSet presAssocID="{C95A0155-D5F5-4870-9B7D-32FC2A811575}" presName="image" presStyleLbl="node0"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all center"/>
        </a:ext>
      </dgm:extLst>
    </dgm:pt>
    <dgm:pt modelId="{DDA66AEA-F2FE-475B-BE23-B29F5E8E8C6C}" type="pres">
      <dgm:prSet presAssocID="{C95A0155-D5F5-4870-9B7D-32FC2A811575}" presName="text" presStyleLbl="revTx" presStyleIdx="2" presStyleCnt="3">
        <dgm:presLayoutVars>
          <dgm:chPref val="3"/>
        </dgm:presLayoutVars>
      </dgm:prSet>
      <dgm:spPr/>
    </dgm:pt>
    <dgm:pt modelId="{8C516300-26A7-4631-B5E0-977027270842}" type="pres">
      <dgm:prSet presAssocID="{C95A0155-D5F5-4870-9B7D-32FC2A811575}" presName="hierChild2" presStyleCnt="0"/>
      <dgm:spPr/>
    </dgm:pt>
  </dgm:ptLst>
  <dgm:cxnLst>
    <dgm:cxn modelId="{34C7BB45-878B-473E-A867-435B74A9E2C7}" type="presOf" srcId="{C95A0155-D5F5-4870-9B7D-32FC2A811575}" destId="{DDA66AEA-F2FE-475B-BE23-B29F5E8E8C6C}" srcOrd="0" destOrd="0" presId="urn:microsoft.com/office/officeart/2009/layout/CirclePictureHierarchy"/>
    <dgm:cxn modelId="{714A0A4E-5CE3-4440-A691-A1D390DD9C58}" srcId="{A17BD6B9-372A-4AB5-ACA5-B46665C26EBC}" destId="{C95A0155-D5F5-4870-9B7D-32FC2A811575}" srcOrd="2" destOrd="0" parTransId="{A18E04E3-3B1E-4062-B3CF-4C660EBDE8E9}" sibTransId="{699B87C8-C735-4F8B-955D-9283A505BA33}"/>
    <dgm:cxn modelId="{901F8678-FB4F-407D-A927-0BC43AC6B7D8}" srcId="{A17BD6B9-372A-4AB5-ACA5-B46665C26EBC}" destId="{10139CF8-3F22-41EB-991E-4F5CE3E8A42E}" srcOrd="0" destOrd="0" parTransId="{A709CB14-303A-494F-BD68-DD369D80B714}" sibTransId="{27728B6A-C79A-4D13-8EE5-F05F1D2EB4E5}"/>
    <dgm:cxn modelId="{076E9B96-728A-4DDE-B574-237B05884FA2}" srcId="{A17BD6B9-372A-4AB5-ACA5-B46665C26EBC}" destId="{5BE37584-30DA-4A83-965F-5565E9BD0B6E}" srcOrd="1" destOrd="0" parTransId="{8A87FDE9-F5C4-4712-A96E-20A3E610A52E}" sibTransId="{3689C8E6-F5E3-4C6A-B161-12E0B9FBE338}"/>
    <dgm:cxn modelId="{0316FBAA-BDEC-4420-B313-D7A6C24E731A}" type="presOf" srcId="{A17BD6B9-372A-4AB5-ACA5-B46665C26EBC}" destId="{45AC4476-CE2F-445C-ADA0-2D33A08F116F}" srcOrd="0" destOrd="0" presId="urn:microsoft.com/office/officeart/2009/layout/CirclePictureHierarchy"/>
    <dgm:cxn modelId="{F9D56EF5-DFD3-4ADF-B613-7795A3ECD016}" type="presOf" srcId="{5BE37584-30DA-4A83-965F-5565E9BD0B6E}" destId="{1C02C068-815F-4D66-BC04-AF5B447E9DC9}" srcOrd="0" destOrd="0" presId="urn:microsoft.com/office/officeart/2009/layout/CirclePictureHierarchy"/>
    <dgm:cxn modelId="{6A5BA9F6-B57E-439B-AB8A-472CFE343591}" type="presOf" srcId="{10139CF8-3F22-41EB-991E-4F5CE3E8A42E}" destId="{F9958113-D5D7-4209-86C0-015609B42AEB}" srcOrd="0" destOrd="0" presId="urn:microsoft.com/office/officeart/2009/layout/CirclePictureHierarchy"/>
    <dgm:cxn modelId="{E0276C45-A17B-49A7-BD66-41E54605379C}" type="presParOf" srcId="{45AC4476-CE2F-445C-ADA0-2D33A08F116F}" destId="{A5574B21-0709-40AF-9637-BAB0DBD42369}" srcOrd="0" destOrd="0" presId="urn:microsoft.com/office/officeart/2009/layout/CirclePictureHierarchy"/>
    <dgm:cxn modelId="{21F7E3FC-0C3D-4A36-B1BB-9216F65B41C9}" type="presParOf" srcId="{A5574B21-0709-40AF-9637-BAB0DBD42369}" destId="{E997BAD2-ED87-48CE-AB74-05A65A4BB5DB}" srcOrd="0" destOrd="0" presId="urn:microsoft.com/office/officeart/2009/layout/CirclePictureHierarchy"/>
    <dgm:cxn modelId="{363A4162-5877-4010-BFCB-377081632001}" type="presParOf" srcId="{E997BAD2-ED87-48CE-AB74-05A65A4BB5DB}" destId="{074855B9-3C1F-460C-BC7F-8617BE2F4DB5}" srcOrd="0" destOrd="0" presId="urn:microsoft.com/office/officeart/2009/layout/CirclePictureHierarchy"/>
    <dgm:cxn modelId="{941D6D1B-5FF4-4F0E-9C90-847F6A6424F5}" type="presParOf" srcId="{E997BAD2-ED87-48CE-AB74-05A65A4BB5DB}" destId="{F9958113-D5D7-4209-86C0-015609B42AEB}" srcOrd="1" destOrd="0" presId="urn:microsoft.com/office/officeart/2009/layout/CirclePictureHierarchy"/>
    <dgm:cxn modelId="{ED43FC75-8057-45D3-96A8-B1DDC2FF90CF}" type="presParOf" srcId="{A5574B21-0709-40AF-9637-BAB0DBD42369}" destId="{EB656B34-F638-4D9E-ABA7-75FA16DCC0CA}" srcOrd="1" destOrd="0" presId="urn:microsoft.com/office/officeart/2009/layout/CirclePictureHierarchy"/>
    <dgm:cxn modelId="{7DE4B212-A183-4CED-A695-86A13D9B5F19}" type="presParOf" srcId="{45AC4476-CE2F-445C-ADA0-2D33A08F116F}" destId="{BB8BC8F9-1D3C-4F30-8A40-3F5649225E09}" srcOrd="1" destOrd="0" presId="urn:microsoft.com/office/officeart/2009/layout/CirclePictureHierarchy"/>
    <dgm:cxn modelId="{1F2A0D8C-90C4-433E-AC38-FBA9DD172AC3}" type="presParOf" srcId="{BB8BC8F9-1D3C-4F30-8A40-3F5649225E09}" destId="{332C6011-0D9F-4492-AD7A-89FC31E1830D}" srcOrd="0" destOrd="0" presId="urn:microsoft.com/office/officeart/2009/layout/CirclePictureHierarchy"/>
    <dgm:cxn modelId="{F5FAA6BA-7426-4038-98A9-77849B912381}" type="presParOf" srcId="{332C6011-0D9F-4492-AD7A-89FC31E1830D}" destId="{B2636FDB-312F-455A-A9C5-172301364B1D}" srcOrd="0" destOrd="0" presId="urn:microsoft.com/office/officeart/2009/layout/CirclePictureHierarchy"/>
    <dgm:cxn modelId="{FFFD535D-FC97-45E9-992A-4766011FECEB}" type="presParOf" srcId="{332C6011-0D9F-4492-AD7A-89FC31E1830D}" destId="{1C02C068-815F-4D66-BC04-AF5B447E9DC9}" srcOrd="1" destOrd="0" presId="urn:microsoft.com/office/officeart/2009/layout/CirclePictureHierarchy"/>
    <dgm:cxn modelId="{358EABC3-0CD7-4C55-A7D8-67ED4293C64E}" type="presParOf" srcId="{BB8BC8F9-1D3C-4F30-8A40-3F5649225E09}" destId="{993321C5-826A-42E6-B864-CE917959D62F}" srcOrd="1" destOrd="0" presId="urn:microsoft.com/office/officeart/2009/layout/CirclePictureHierarchy"/>
    <dgm:cxn modelId="{13DC39B3-B06B-4B36-AECF-97270ABC3662}" type="presParOf" srcId="{45AC4476-CE2F-445C-ADA0-2D33A08F116F}" destId="{4ECD049C-B7E3-4939-9732-8B3C711AE945}" srcOrd="2" destOrd="0" presId="urn:microsoft.com/office/officeart/2009/layout/CirclePictureHierarchy"/>
    <dgm:cxn modelId="{2A139C2E-7663-4920-9A8D-B5591ABEABE9}" type="presParOf" srcId="{4ECD049C-B7E3-4939-9732-8B3C711AE945}" destId="{8DE38F9D-60BC-464F-BC38-C91293FAA8AF}" srcOrd="0" destOrd="0" presId="urn:microsoft.com/office/officeart/2009/layout/CirclePictureHierarchy"/>
    <dgm:cxn modelId="{F99322A1-D276-4A2A-A576-5704406EE99B}" type="presParOf" srcId="{8DE38F9D-60BC-464F-BC38-C91293FAA8AF}" destId="{501571D7-3412-4C02-BF59-5F25065FEE63}" srcOrd="0" destOrd="0" presId="urn:microsoft.com/office/officeart/2009/layout/CirclePictureHierarchy"/>
    <dgm:cxn modelId="{4DCF0C68-018A-48A2-94FA-1D9FF084D3A6}" type="presParOf" srcId="{8DE38F9D-60BC-464F-BC38-C91293FAA8AF}" destId="{DDA66AEA-F2FE-475B-BE23-B29F5E8E8C6C}" srcOrd="1" destOrd="0" presId="urn:microsoft.com/office/officeart/2009/layout/CirclePictureHierarchy"/>
    <dgm:cxn modelId="{16973032-442B-45BB-B94C-6B1FCFFC0590}" type="presParOf" srcId="{4ECD049C-B7E3-4939-9732-8B3C711AE945}" destId="{8C516300-26A7-4631-B5E0-977027270842}" srcOrd="1" destOrd="0" presId="urn:microsoft.com/office/officeart/2009/layout/CirclePicture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1DF8342-B3F4-4B40-B816-1246C7E47906}" type="doc">
      <dgm:prSet loTypeId="urn:microsoft.com/office/officeart/2009/layout/CirclePictureHierarchy" loCatId="picture" qsTypeId="urn:microsoft.com/office/officeart/2005/8/quickstyle/simple1" qsCatId="simple" csTypeId="urn:microsoft.com/office/officeart/2005/8/colors/accent0_3" csCatId="mainScheme" phldr="1"/>
      <dgm:spPr/>
      <dgm:t>
        <a:bodyPr/>
        <a:lstStyle/>
        <a:p>
          <a:endParaRPr lang="en-US"/>
        </a:p>
      </dgm:t>
    </dgm:pt>
    <dgm:pt modelId="{78B95E38-5869-4723-9E77-D558023F89D7}">
      <dgm:prSet custT="1"/>
      <dgm:spPr/>
      <dgm:t>
        <a:bodyPr/>
        <a:lstStyle/>
        <a:p>
          <a:pPr>
            <a:defRPr cap="all"/>
          </a:pPr>
          <a:r>
            <a:rPr lang="zh-TW" altLang="en-US" sz="5400" b="0" dirty="0">
              <a:solidFill>
                <a:schemeClr val="bg1"/>
              </a:solidFill>
            </a:rPr>
            <a:t>內容統整</a:t>
          </a:r>
          <a:endParaRPr lang="en-US" sz="5400" dirty="0">
            <a:solidFill>
              <a:schemeClr val="bg1"/>
            </a:solidFill>
          </a:endParaRPr>
        </a:p>
      </dgm:t>
    </dgm:pt>
    <dgm:pt modelId="{22A72AE7-581C-497F-8090-312C286A892E}" type="parTrans" cxnId="{B33066FD-6C74-4DCC-9F7F-DFEDD83CEE0D}">
      <dgm:prSet/>
      <dgm:spPr/>
      <dgm:t>
        <a:bodyPr/>
        <a:lstStyle/>
        <a:p>
          <a:endParaRPr lang="en-US" sz="5400">
            <a:solidFill>
              <a:schemeClr val="bg1"/>
            </a:solidFill>
          </a:endParaRPr>
        </a:p>
      </dgm:t>
    </dgm:pt>
    <dgm:pt modelId="{3E8FAFF6-D4E4-4046-AB26-E1289D7ACE29}" type="sibTrans" cxnId="{B33066FD-6C74-4DCC-9F7F-DFEDD83CEE0D}">
      <dgm:prSet/>
      <dgm:spPr/>
      <dgm:t>
        <a:bodyPr/>
        <a:lstStyle/>
        <a:p>
          <a:endParaRPr lang="en-US" sz="5400">
            <a:solidFill>
              <a:schemeClr val="bg1"/>
            </a:solidFill>
          </a:endParaRPr>
        </a:p>
      </dgm:t>
    </dgm:pt>
    <dgm:pt modelId="{5D3090B3-35CA-45A4-B49A-7AE6BD68BC6B}">
      <dgm:prSet custT="1"/>
      <dgm:spPr/>
      <dgm:t>
        <a:bodyPr/>
        <a:lstStyle/>
        <a:p>
          <a:pPr>
            <a:defRPr cap="all"/>
          </a:pPr>
          <a:r>
            <a:rPr lang="zh-TW" altLang="en-US" sz="5400" b="0" dirty="0">
              <a:solidFill>
                <a:schemeClr val="bg1"/>
              </a:solidFill>
            </a:rPr>
            <a:t>精準廣告</a:t>
          </a:r>
          <a:endParaRPr lang="en-US" sz="5400" dirty="0">
            <a:solidFill>
              <a:schemeClr val="bg1"/>
            </a:solidFill>
          </a:endParaRPr>
        </a:p>
      </dgm:t>
    </dgm:pt>
    <dgm:pt modelId="{3FF585F7-DCA4-4456-8B22-B6636B2397E9}" type="parTrans" cxnId="{FA3E85E8-8CAB-491D-9EE4-EBA91ADEC0B8}">
      <dgm:prSet/>
      <dgm:spPr/>
      <dgm:t>
        <a:bodyPr/>
        <a:lstStyle/>
        <a:p>
          <a:endParaRPr lang="en-US" sz="5400">
            <a:solidFill>
              <a:schemeClr val="bg1"/>
            </a:solidFill>
          </a:endParaRPr>
        </a:p>
      </dgm:t>
    </dgm:pt>
    <dgm:pt modelId="{793CCFC7-B541-4CBA-9EC4-1192E18F4F85}" type="sibTrans" cxnId="{FA3E85E8-8CAB-491D-9EE4-EBA91ADEC0B8}">
      <dgm:prSet/>
      <dgm:spPr/>
      <dgm:t>
        <a:bodyPr/>
        <a:lstStyle/>
        <a:p>
          <a:endParaRPr lang="en-US" sz="5400">
            <a:solidFill>
              <a:schemeClr val="bg1"/>
            </a:solidFill>
          </a:endParaRPr>
        </a:p>
      </dgm:t>
    </dgm:pt>
    <dgm:pt modelId="{CBF5A3E4-7BA1-4375-8E14-7DB97130CB9E}">
      <dgm:prSet custT="1"/>
      <dgm:spPr/>
      <dgm:t>
        <a:bodyPr/>
        <a:lstStyle/>
        <a:p>
          <a:pPr>
            <a:defRPr cap="all"/>
          </a:pPr>
          <a:r>
            <a:rPr lang="zh-TW" altLang="en-US" sz="5400" b="0" dirty="0">
              <a:solidFill>
                <a:schemeClr val="bg1"/>
              </a:solidFill>
            </a:rPr>
            <a:t>購物</a:t>
          </a:r>
          <a:endParaRPr lang="en-US" sz="5400" dirty="0">
            <a:solidFill>
              <a:schemeClr val="bg1"/>
            </a:solidFill>
          </a:endParaRPr>
        </a:p>
      </dgm:t>
    </dgm:pt>
    <dgm:pt modelId="{15C4AC1A-F1B5-408A-8595-767BE3EF51CE}" type="parTrans" cxnId="{67848D9B-FB57-409B-9160-3120D370E59E}">
      <dgm:prSet/>
      <dgm:spPr/>
      <dgm:t>
        <a:bodyPr/>
        <a:lstStyle/>
        <a:p>
          <a:endParaRPr lang="en-US" sz="5400">
            <a:solidFill>
              <a:schemeClr val="bg1"/>
            </a:solidFill>
          </a:endParaRPr>
        </a:p>
      </dgm:t>
    </dgm:pt>
    <dgm:pt modelId="{B12618C3-E598-4495-A76F-33BD0C4DC81B}" type="sibTrans" cxnId="{67848D9B-FB57-409B-9160-3120D370E59E}">
      <dgm:prSet/>
      <dgm:spPr/>
      <dgm:t>
        <a:bodyPr/>
        <a:lstStyle/>
        <a:p>
          <a:endParaRPr lang="en-US" sz="5400">
            <a:solidFill>
              <a:schemeClr val="bg1"/>
            </a:solidFill>
          </a:endParaRPr>
        </a:p>
      </dgm:t>
    </dgm:pt>
    <dgm:pt modelId="{EE308CCA-A3B2-4E82-8E9F-EA257B8A9637}" type="pres">
      <dgm:prSet presAssocID="{21DF8342-B3F4-4B40-B816-1246C7E47906}" presName="hierChild1" presStyleCnt="0">
        <dgm:presLayoutVars>
          <dgm:chPref val="1"/>
          <dgm:dir/>
          <dgm:animOne val="branch"/>
          <dgm:animLvl val="lvl"/>
          <dgm:resizeHandles/>
        </dgm:presLayoutVars>
      </dgm:prSet>
      <dgm:spPr/>
    </dgm:pt>
    <dgm:pt modelId="{4EDC54F1-42B2-4727-920C-E211D4E5D87D}" type="pres">
      <dgm:prSet presAssocID="{78B95E38-5869-4723-9E77-D558023F89D7}" presName="hierRoot1" presStyleCnt="0"/>
      <dgm:spPr/>
    </dgm:pt>
    <dgm:pt modelId="{C6F7A44A-098A-4E7E-A859-D3F026E698F3}" type="pres">
      <dgm:prSet presAssocID="{78B95E38-5869-4723-9E77-D558023F89D7}" presName="composite" presStyleCnt="0"/>
      <dgm:spPr/>
    </dgm:pt>
    <dgm:pt modelId="{454060D8-8D37-4561-94B7-C68DCAEA411D}" type="pres">
      <dgm:prSet presAssocID="{78B95E38-5869-4723-9E77-D558023F89D7}" presName="image" presStyleLbl="node0"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A38099E7-C6A6-4E79-9DE7-CE182F6E47A1}" type="pres">
      <dgm:prSet presAssocID="{78B95E38-5869-4723-9E77-D558023F89D7}" presName="text" presStyleLbl="revTx" presStyleIdx="0" presStyleCnt="3">
        <dgm:presLayoutVars>
          <dgm:chPref val="3"/>
        </dgm:presLayoutVars>
      </dgm:prSet>
      <dgm:spPr/>
    </dgm:pt>
    <dgm:pt modelId="{5A901DC4-1DF6-4799-99DB-130338609A81}" type="pres">
      <dgm:prSet presAssocID="{78B95E38-5869-4723-9E77-D558023F89D7}" presName="hierChild2" presStyleCnt="0"/>
      <dgm:spPr/>
    </dgm:pt>
    <dgm:pt modelId="{F7917A61-F9FC-4112-8B90-4FAD505077B5}" type="pres">
      <dgm:prSet presAssocID="{5D3090B3-35CA-45A4-B49A-7AE6BD68BC6B}" presName="hierRoot1" presStyleCnt="0"/>
      <dgm:spPr/>
    </dgm:pt>
    <dgm:pt modelId="{AC11413E-5DA6-49EC-B9E8-B5F4084D10E2}" type="pres">
      <dgm:prSet presAssocID="{5D3090B3-35CA-45A4-B49A-7AE6BD68BC6B}" presName="composite" presStyleCnt="0"/>
      <dgm:spPr/>
    </dgm:pt>
    <dgm:pt modelId="{9D2512F5-8D7D-474A-B59B-2F83EBFDA369}" type="pres">
      <dgm:prSet presAssocID="{5D3090B3-35CA-45A4-B49A-7AE6BD68BC6B}" presName="image" presStyleLbl="node0"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llseye"/>
        </a:ext>
      </dgm:extLst>
    </dgm:pt>
    <dgm:pt modelId="{24EFBDB0-ACC8-45F3-8F05-EAB91E981F05}" type="pres">
      <dgm:prSet presAssocID="{5D3090B3-35CA-45A4-B49A-7AE6BD68BC6B}" presName="text" presStyleLbl="revTx" presStyleIdx="1" presStyleCnt="3">
        <dgm:presLayoutVars>
          <dgm:chPref val="3"/>
        </dgm:presLayoutVars>
      </dgm:prSet>
      <dgm:spPr/>
    </dgm:pt>
    <dgm:pt modelId="{C13D4276-90C7-49C3-BCFA-3DF5F73093D0}" type="pres">
      <dgm:prSet presAssocID="{5D3090B3-35CA-45A4-B49A-7AE6BD68BC6B}" presName="hierChild2" presStyleCnt="0"/>
      <dgm:spPr/>
    </dgm:pt>
    <dgm:pt modelId="{51E9E183-15F0-4341-A50C-A0BAF5D26B41}" type="pres">
      <dgm:prSet presAssocID="{CBF5A3E4-7BA1-4375-8E14-7DB97130CB9E}" presName="hierRoot1" presStyleCnt="0"/>
      <dgm:spPr/>
    </dgm:pt>
    <dgm:pt modelId="{3BFC792E-EE6C-48C0-A6B6-17E8A033D319}" type="pres">
      <dgm:prSet presAssocID="{CBF5A3E4-7BA1-4375-8E14-7DB97130CB9E}" presName="composite" presStyleCnt="0"/>
      <dgm:spPr/>
    </dgm:pt>
    <dgm:pt modelId="{E2242959-9CE7-4AF2-8500-655AF39F6757}" type="pres">
      <dgm:prSet presAssocID="{CBF5A3E4-7BA1-4375-8E14-7DB97130CB9E}" presName="image" presStyleLbl="node0"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hopping cart"/>
        </a:ext>
      </dgm:extLst>
    </dgm:pt>
    <dgm:pt modelId="{A4485EEC-FFBC-4616-97C3-B9AC8B9C1CAD}" type="pres">
      <dgm:prSet presAssocID="{CBF5A3E4-7BA1-4375-8E14-7DB97130CB9E}" presName="text" presStyleLbl="revTx" presStyleIdx="2" presStyleCnt="3">
        <dgm:presLayoutVars>
          <dgm:chPref val="3"/>
        </dgm:presLayoutVars>
      </dgm:prSet>
      <dgm:spPr/>
    </dgm:pt>
    <dgm:pt modelId="{12417D69-2026-42F4-B1BA-92114E9AE60B}" type="pres">
      <dgm:prSet presAssocID="{CBF5A3E4-7BA1-4375-8E14-7DB97130CB9E}" presName="hierChild2" presStyleCnt="0"/>
      <dgm:spPr/>
    </dgm:pt>
  </dgm:ptLst>
  <dgm:cxnLst>
    <dgm:cxn modelId="{0B60C105-B296-4960-BFF0-3CAE17A47070}" type="presOf" srcId="{CBF5A3E4-7BA1-4375-8E14-7DB97130CB9E}" destId="{A4485EEC-FFBC-4616-97C3-B9AC8B9C1CAD}" srcOrd="0" destOrd="0" presId="urn:microsoft.com/office/officeart/2009/layout/CirclePictureHierarchy"/>
    <dgm:cxn modelId="{8CF47527-C8F3-4877-8335-D19958D5BABC}" type="presOf" srcId="{21DF8342-B3F4-4B40-B816-1246C7E47906}" destId="{EE308CCA-A3B2-4E82-8E9F-EA257B8A9637}" srcOrd="0" destOrd="0" presId="urn:microsoft.com/office/officeart/2009/layout/CirclePictureHierarchy"/>
    <dgm:cxn modelId="{59C75B89-7004-43DD-B7AB-AA06D5E16EB5}" type="presOf" srcId="{5D3090B3-35CA-45A4-B49A-7AE6BD68BC6B}" destId="{24EFBDB0-ACC8-45F3-8F05-EAB91E981F05}" srcOrd="0" destOrd="0" presId="urn:microsoft.com/office/officeart/2009/layout/CirclePictureHierarchy"/>
    <dgm:cxn modelId="{67848D9B-FB57-409B-9160-3120D370E59E}" srcId="{21DF8342-B3F4-4B40-B816-1246C7E47906}" destId="{CBF5A3E4-7BA1-4375-8E14-7DB97130CB9E}" srcOrd="2" destOrd="0" parTransId="{15C4AC1A-F1B5-408A-8595-767BE3EF51CE}" sibTransId="{B12618C3-E598-4495-A76F-33BD0C4DC81B}"/>
    <dgm:cxn modelId="{6B8CA6B9-D6A3-4C29-89A3-A2872A0D9390}" type="presOf" srcId="{78B95E38-5869-4723-9E77-D558023F89D7}" destId="{A38099E7-C6A6-4E79-9DE7-CE182F6E47A1}" srcOrd="0" destOrd="0" presId="urn:microsoft.com/office/officeart/2009/layout/CirclePictureHierarchy"/>
    <dgm:cxn modelId="{FA3E85E8-8CAB-491D-9EE4-EBA91ADEC0B8}" srcId="{21DF8342-B3F4-4B40-B816-1246C7E47906}" destId="{5D3090B3-35CA-45A4-B49A-7AE6BD68BC6B}" srcOrd="1" destOrd="0" parTransId="{3FF585F7-DCA4-4456-8B22-B6636B2397E9}" sibTransId="{793CCFC7-B541-4CBA-9EC4-1192E18F4F85}"/>
    <dgm:cxn modelId="{B33066FD-6C74-4DCC-9F7F-DFEDD83CEE0D}" srcId="{21DF8342-B3F4-4B40-B816-1246C7E47906}" destId="{78B95E38-5869-4723-9E77-D558023F89D7}" srcOrd="0" destOrd="0" parTransId="{22A72AE7-581C-497F-8090-312C286A892E}" sibTransId="{3E8FAFF6-D4E4-4046-AB26-E1289D7ACE29}"/>
    <dgm:cxn modelId="{BB0569A8-D9BB-4CBF-9C68-750238A0A457}" type="presParOf" srcId="{EE308CCA-A3B2-4E82-8E9F-EA257B8A9637}" destId="{4EDC54F1-42B2-4727-920C-E211D4E5D87D}" srcOrd="0" destOrd="0" presId="urn:microsoft.com/office/officeart/2009/layout/CirclePictureHierarchy"/>
    <dgm:cxn modelId="{E59289D5-106D-43D2-9D8E-F4965D260416}" type="presParOf" srcId="{4EDC54F1-42B2-4727-920C-E211D4E5D87D}" destId="{C6F7A44A-098A-4E7E-A859-D3F026E698F3}" srcOrd="0" destOrd="0" presId="urn:microsoft.com/office/officeart/2009/layout/CirclePictureHierarchy"/>
    <dgm:cxn modelId="{67F74FA7-E4BC-4E20-BBC8-D77C4A95329D}" type="presParOf" srcId="{C6F7A44A-098A-4E7E-A859-D3F026E698F3}" destId="{454060D8-8D37-4561-94B7-C68DCAEA411D}" srcOrd="0" destOrd="0" presId="urn:microsoft.com/office/officeart/2009/layout/CirclePictureHierarchy"/>
    <dgm:cxn modelId="{47F8B34B-2EC9-4534-B212-DE9E4941E59D}" type="presParOf" srcId="{C6F7A44A-098A-4E7E-A859-D3F026E698F3}" destId="{A38099E7-C6A6-4E79-9DE7-CE182F6E47A1}" srcOrd="1" destOrd="0" presId="urn:microsoft.com/office/officeart/2009/layout/CirclePictureHierarchy"/>
    <dgm:cxn modelId="{3221A914-1812-4E85-8488-A484BDC07A20}" type="presParOf" srcId="{4EDC54F1-42B2-4727-920C-E211D4E5D87D}" destId="{5A901DC4-1DF6-4799-99DB-130338609A81}" srcOrd="1" destOrd="0" presId="urn:microsoft.com/office/officeart/2009/layout/CirclePictureHierarchy"/>
    <dgm:cxn modelId="{D3D1BE36-1E9B-486A-9390-157B2AAF2D42}" type="presParOf" srcId="{EE308CCA-A3B2-4E82-8E9F-EA257B8A9637}" destId="{F7917A61-F9FC-4112-8B90-4FAD505077B5}" srcOrd="1" destOrd="0" presId="urn:microsoft.com/office/officeart/2009/layout/CirclePictureHierarchy"/>
    <dgm:cxn modelId="{16AC2ADB-EC75-4D7E-9F3C-3013C5AFA3C4}" type="presParOf" srcId="{F7917A61-F9FC-4112-8B90-4FAD505077B5}" destId="{AC11413E-5DA6-49EC-B9E8-B5F4084D10E2}" srcOrd="0" destOrd="0" presId="urn:microsoft.com/office/officeart/2009/layout/CirclePictureHierarchy"/>
    <dgm:cxn modelId="{483E9D2E-590D-46D9-A723-5834E252FE7B}" type="presParOf" srcId="{AC11413E-5DA6-49EC-B9E8-B5F4084D10E2}" destId="{9D2512F5-8D7D-474A-B59B-2F83EBFDA369}" srcOrd="0" destOrd="0" presId="urn:microsoft.com/office/officeart/2009/layout/CirclePictureHierarchy"/>
    <dgm:cxn modelId="{EEA61A34-6116-4072-B5B1-07A0C9579AC2}" type="presParOf" srcId="{AC11413E-5DA6-49EC-B9E8-B5F4084D10E2}" destId="{24EFBDB0-ACC8-45F3-8F05-EAB91E981F05}" srcOrd="1" destOrd="0" presId="urn:microsoft.com/office/officeart/2009/layout/CirclePictureHierarchy"/>
    <dgm:cxn modelId="{D2480BBA-30E8-4580-9B96-7F69640915E7}" type="presParOf" srcId="{F7917A61-F9FC-4112-8B90-4FAD505077B5}" destId="{C13D4276-90C7-49C3-BCFA-3DF5F73093D0}" srcOrd="1" destOrd="0" presId="urn:microsoft.com/office/officeart/2009/layout/CirclePictureHierarchy"/>
    <dgm:cxn modelId="{B9BF69AB-7765-4C01-9CE6-B248EF71771A}" type="presParOf" srcId="{EE308CCA-A3B2-4E82-8E9F-EA257B8A9637}" destId="{51E9E183-15F0-4341-A50C-A0BAF5D26B41}" srcOrd="2" destOrd="0" presId="urn:microsoft.com/office/officeart/2009/layout/CirclePictureHierarchy"/>
    <dgm:cxn modelId="{D0801822-DC54-4F2F-8768-555BC8EDD034}" type="presParOf" srcId="{51E9E183-15F0-4341-A50C-A0BAF5D26B41}" destId="{3BFC792E-EE6C-48C0-A6B6-17E8A033D319}" srcOrd="0" destOrd="0" presId="urn:microsoft.com/office/officeart/2009/layout/CirclePictureHierarchy"/>
    <dgm:cxn modelId="{D008B4B4-1E0F-4DAB-84AA-53FC460B7342}" type="presParOf" srcId="{3BFC792E-EE6C-48C0-A6B6-17E8A033D319}" destId="{E2242959-9CE7-4AF2-8500-655AF39F6757}" srcOrd="0" destOrd="0" presId="urn:microsoft.com/office/officeart/2009/layout/CirclePictureHierarchy"/>
    <dgm:cxn modelId="{0415ECAF-9808-406C-B562-8955BA6CA95E}" type="presParOf" srcId="{3BFC792E-EE6C-48C0-A6B6-17E8A033D319}" destId="{A4485EEC-FFBC-4616-97C3-B9AC8B9C1CAD}" srcOrd="1" destOrd="0" presId="urn:microsoft.com/office/officeart/2009/layout/CirclePictureHierarchy"/>
    <dgm:cxn modelId="{411432A0-37F0-4AA2-B88F-7C49B12B3467}" type="presParOf" srcId="{51E9E183-15F0-4341-A50C-A0BAF5D26B41}" destId="{12417D69-2026-42F4-B1BA-92114E9AE60B}" srcOrd="1" destOrd="0" presId="urn:microsoft.com/office/officeart/2009/layout/CirclePicture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5C78668-870D-48FF-881E-9D7CF0A6569D}" type="doc">
      <dgm:prSet loTypeId="urn:microsoft.com/office/officeart/2009/layout/CirclePictureHierarchy" loCatId="picture" qsTypeId="urn:microsoft.com/office/officeart/2005/8/quickstyle/simple1" qsCatId="simple" csTypeId="urn:microsoft.com/office/officeart/2005/8/colors/accent0_3" csCatId="mainScheme" phldr="1"/>
      <dgm:spPr/>
      <dgm:t>
        <a:bodyPr/>
        <a:lstStyle/>
        <a:p>
          <a:endParaRPr lang="en-US"/>
        </a:p>
      </dgm:t>
    </dgm:pt>
    <dgm:pt modelId="{CBEB565B-9B28-4EAB-88F3-E8C5B55752EC}">
      <dgm:prSet custT="1"/>
      <dgm:spPr/>
      <dgm:t>
        <a:bodyPr/>
        <a:lstStyle/>
        <a:p>
          <a:pPr>
            <a:defRPr cap="all"/>
          </a:pPr>
          <a:r>
            <a:rPr lang="en-US" altLang="zh-TW" sz="5400" b="0" dirty="0">
              <a:solidFill>
                <a:schemeClr val="bg1"/>
              </a:solidFill>
            </a:rPr>
            <a:t>AlphaGo </a:t>
          </a:r>
          <a:r>
            <a:rPr lang="zh-TW" altLang="en-US" sz="5400" b="0" dirty="0">
              <a:solidFill>
                <a:schemeClr val="bg1"/>
              </a:solidFill>
            </a:rPr>
            <a:t>擊敗圍棋世界冠軍</a:t>
          </a:r>
          <a:endParaRPr lang="en-US" sz="5400" dirty="0">
            <a:solidFill>
              <a:schemeClr val="bg1"/>
            </a:solidFill>
          </a:endParaRPr>
        </a:p>
      </dgm:t>
    </dgm:pt>
    <dgm:pt modelId="{6ADD6DF8-AD96-4FB8-A215-FDDDF66263B5}" type="parTrans" cxnId="{43DAA276-80D0-443F-AE64-EFD5A3A4A9B8}">
      <dgm:prSet/>
      <dgm:spPr/>
      <dgm:t>
        <a:bodyPr/>
        <a:lstStyle/>
        <a:p>
          <a:endParaRPr lang="en-US" sz="5400">
            <a:solidFill>
              <a:schemeClr val="bg1"/>
            </a:solidFill>
          </a:endParaRPr>
        </a:p>
      </dgm:t>
    </dgm:pt>
    <dgm:pt modelId="{AB66B892-0D24-43BC-86E8-2E4072AA7606}" type="sibTrans" cxnId="{43DAA276-80D0-443F-AE64-EFD5A3A4A9B8}">
      <dgm:prSet/>
      <dgm:spPr/>
      <dgm:t>
        <a:bodyPr/>
        <a:lstStyle/>
        <a:p>
          <a:endParaRPr lang="en-US" sz="5400">
            <a:solidFill>
              <a:schemeClr val="bg1"/>
            </a:solidFill>
          </a:endParaRPr>
        </a:p>
      </dgm:t>
    </dgm:pt>
    <dgm:pt modelId="{A6281BC4-4AC3-41BE-9646-7A856BF4E70B}">
      <dgm:prSet custT="1"/>
      <dgm:spPr/>
      <dgm:t>
        <a:bodyPr/>
        <a:lstStyle/>
        <a:p>
          <a:pPr>
            <a:defRPr cap="all"/>
          </a:pPr>
          <a:r>
            <a:rPr lang="en-US" altLang="zh-TW" sz="5400" b="0" dirty="0">
              <a:solidFill>
                <a:schemeClr val="bg1"/>
              </a:solidFill>
            </a:rPr>
            <a:t>AI </a:t>
          </a:r>
          <a:r>
            <a:rPr lang="zh-TW" altLang="en-US" sz="5400" b="0" dirty="0">
              <a:solidFill>
                <a:schemeClr val="bg1"/>
              </a:solidFill>
            </a:rPr>
            <a:t>機器人擊敗專業電玩玩家</a:t>
          </a:r>
          <a:endParaRPr lang="en-US" sz="5400" dirty="0">
            <a:solidFill>
              <a:schemeClr val="bg1"/>
            </a:solidFill>
          </a:endParaRPr>
        </a:p>
      </dgm:t>
    </dgm:pt>
    <dgm:pt modelId="{4594D2BB-BC85-4FB4-A2FD-7EEC841A3EAC}" type="parTrans" cxnId="{A2D65C4C-1F47-4BFC-BA5F-99D3D77961FB}">
      <dgm:prSet/>
      <dgm:spPr/>
      <dgm:t>
        <a:bodyPr/>
        <a:lstStyle/>
        <a:p>
          <a:endParaRPr lang="en-US" sz="5400">
            <a:solidFill>
              <a:schemeClr val="bg1"/>
            </a:solidFill>
          </a:endParaRPr>
        </a:p>
      </dgm:t>
    </dgm:pt>
    <dgm:pt modelId="{8C0472D2-161F-4AC6-9D7F-5D7DEFA90244}" type="sibTrans" cxnId="{A2D65C4C-1F47-4BFC-BA5F-99D3D77961FB}">
      <dgm:prSet/>
      <dgm:spPr/>
      <dgm:t>
        <a:bodyPr/>
        <a:lstStyle/>
        <a:p>
          <a:endParaRPr lang="en-US" sz="5400">
            <a:solidFill>
              <a:schemeClr val="bg1"/>
            </a:solidFill>
          </a:endParaRPr>
        </a:p>
      </dgm:t>
    </dgm:pt>
    <dgm:pt modelId="{026979BA-66BC-4F8F-9D28-33C0C79BCCBE}">
      <dgm:prSet custT="1"/>
      <dgm:spPr/>
      <dgm:t>
        <a:bodyPr/>
        <a:lstStyle/>
        <a:p>
          <a:pPr>
            <a:defRPr cap="all"/>
          </a:pPr>
          <a:r>
            <a:rPr lang="zh-TW" altLang="en-US" sz="5400" b="0" dirty="0">
              <a:solidFill>
                <a:schemeClr val="bg1"/>
              </a:solidFill>
            </a:rPr>
            <a:t>股票交易機器人</a:t>
          </a:r>
          <a:r>
            <a:rPr lang="en-US" altLang="zh-TW" sz="5400" b="0" dirty="0">
              <a:solidFill>
                <a:schemeClr val="bg1"/>
              </a:solidFill>
            </a:rPr>
            <a:t>(Stock Trading Robots)</a:t>
          </a:r>
          <a:endParaRPr lang="en-US" sz="5400" dirty="0">
            <a:solidFill>
              <a:schemeClr val="bg1"/>
            </a:solidFill>
          </a:endParaRPr>
        </a:p>
      </dgm:t>
    </dgm:pt>
    <dgm:pt modelId="{E076980C-DD18-47C5-8F45-C8784B844696}" type="parTrans" cxnId="{59A3B964-E64E-4795-9EAA-6CEEB1260859}">
      <dgm:prSet/>
      <dgm:spPr/>
      <dgm:t>
        <a:bodyPr/>
        <a:lstStyle/>
        <a:p>
          <a:endParaRPr lang="en-US" sz="5400">
            <a:solidFill>
              <a:schemeClr val="bg1"/>
            </a:solidFill>
          </a:endParaRPr>
        </a:p>
      </dgm:t>
    </dgm:pt>
    <dgm:pt modelId="{CA1AF1FF-5080-42B7-AD87-4823B6B08F7C}" type="sibTrans" cxnId="{59A3B964-E64E-4795-9EAA-6CEEB1260859}">
      <dgm:prSet/>
      <dgm:spPr/>
      <dgm:t>
        <a:bodyPr/>
        <a:lstStyle/>
        <a:p>
          <a:endParaRPr lang="en-US" sz="5400">
            <a:solidFill>
              <a:schemeClr val="bg1"/>
            </a:solidFill>
          </a:endParaRPr>
        </a:p>
      </dgm:t>
    </dgm:pt>
    <dgm:pt modelId="{37AEA23E-20B2-4707-8971-DBA095A57BFA}" type="pres">
      <dgm:prSet presAssocID="{85C78668-870D-48FF-881E-9D7CF0A6569D}" presName="hierChild1" presStyleCnt="0">
        <dgm:presLayoutVars>
          <dgm:chPref val="1"/>
          <dgm:dir/>
          <dgm:animOne val="branch"/>
          <dgm:animLvl val="lvl"/>
          <dgm:resizeHandles/>
        </dgm:presLayoutVars>
      </dgm:prSet>
      <dgm:spPr/>
    </dgm:pt>
    <dgm:pt modelId="{2FBA915A-6F31-4D97-8AF3-8E628EDA6726}" type="pres">
      <dgm:prSet presAssocID="{CBEB565B-9B28-4EAB-88F3-E8C5B55752EC}" presName="hierRoot1" presStyleCnt="0"/>
      <dgm:spPr/>
    </dgm:pt>
    <dgm:pt modelId="{D035FD03-203A-4431-AB45-951E97F6A765}" type="pres">
      <dgm:prSet presAssocID="{CBEB565B-9B28-4EAB-88F3-E8C5B55752EC}" presName="composite" presStyleCnt="0"/>
      <dgm:spPr/>
    </dgm:pt>
    <dgm:pt modelId="{5F5EF174-61BE-4781-A33E-5AA579AC772B}" type="pres">
      <dgm:prSet presAssocID="{CBEB565B-9B28-4EAB-88F3-E8C5B55752EC}" presName="image" presStyleLbl="node0"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rophy"/>
        </a:ext>
      </dgm:extLst>
    </dgm:pt>
    <dgm:pt modelId="{CA6F2007-4C64-40C7-87CB-5E2485BC2D97}" type="pres">
      <dgm:prSet presAssocID="{CBEB565B-9B28-4EAB-88F3-E8C5B55752EC}" presName="text" presStyleLbl="revTx" presStyleIdx="0" presStyleCnt="3">
        <dgm:presLayoutVars>
          <dgm:chPref val="3"/>
        </dgm:presLayoutVars>
      </dgm:prSet>
      <dgm:spPr/>
    </dgm:pt>
    <dgm:pt modelId="{01E4C362-18C0-477A-BF64-65D50EE2180E}" type="pres">
      <dgm:prSet presAssocID="{CBEB565B-9B28-4EAB-88F3-E8C5B55752EC}" presName="hierChild2" presStyleCnt="0"/>
      <dgm:spPr/>
    </dgm:pt>
    <dgm:pt modelId="{6676C53F-6551-4477-A5AB-B4332BB35FA1}" type="pres">
      <dgm:prSet presAssocID="{A6281BC4-4AC3-41BE-9646-7A856BF4E70B}" presName="hierRoot1" presStyleCnt="0"/>
      <dgm:spPr/>
    </dgm:pt>
    <dgm:pt modelId="{7ACC2D14-8AD8-4D49-99B5-0ED020754BA5}" type="pres">
      <dgm:prSet presAssocID="{A6281BC4-4AC3-41BE-9646-7A856BF4E70B}" presName="composite" presStyleCnt="0"/>
      <dgm:spPr/>
    </dgm:pt>
    <dgm:pt modelId="{81BBB5E7-D5E1-4B57-8533-A329406E6B81}" type="pres">
      <dgm:prSet presAssocID="{A6281BC4-4AC3-41BE-9646-7A856BF4E70B}" presName="image" presStyleLbl="node0"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Game controller"/>
        </a:ext>
      </dgm:extLst>
    </dgm:pt>
    <dgm:pt modelId="{E35570E3-CAA4-44A7-AC95-465DFDBAA8F3}" type="pres">
      <dgm:prSet presAssocID="{A6281BC4-4AC3-41BE-9646-7A856BF4E70B}" presName="text" presStyleLbl="revTx" presStyleIdx="1" presStyleCnt="3">
        <dgm:presLayoutVars>
          <dgm:chPref val="3"/>
        </dgm:presLayoutVars>
      </dgm:prSet>
      <dgm:spPr/>
    </dgm:pt>
    <dgm:pt modelId="{DEA065E6-D90F-43B1-8797-97664ADE332E}" type="pres">
      <dgm:prSet presAssocID="{A6281BC4-4AC3-41BE-9646-7A856BF4E70B}" presName="hierChild2" presStyleCnt="0"/>
      <dgm:spPr/>
    </dgm:pt>
    <dgm:pt modelId="{0EEFC2D7-9EF8-4172-97C1-20CEF5C705EE}" type="pres">
      <dgm:prSet presAssocID="{026979BA-66BC-4F8F-9D28-33C0C79BCCBE}" presName="hierRoot1" presStyleCnt="0"/>
      <dgm:spPr/>
    </dgm:pt>
    <dgm:pt modelId="{AED6C32D-7C16-4B5B-9D75-0DA2D3471602}" type="pres">
      <dgm:prSet presAssocID="{026979BA-66BC-4F8F-9D28-33C0C79BCCBE}" presName="composite" presStyleCnt="0"/>
      <dgm:spPr/>
    </dgm:pt>
    <dgm:pt modelId="{4FE5E5F0-6CB6-4F36-A29A-5AB2A0B79EBF}" type="pres">
      <dgm:prSet presAssocID="{026979BA-66BC-4F8F-9D28-33C0C79BCCBE}" presName="image" presStyleLbl="node0"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pward trend"/>
        </a:ext>
      </dgm:extLst>
    </dgm:pt>
    <dgm:pt modelId="{EE470540-4FAA-4979-AB09-9C21A598034D}" type="pres">
      <dgm:prSet presAssocID="{026979BA-66BC-4F8F-9D28-33C0C79BCCBE}" presName="text" presStyleLbl="revTx" presStyleIdx="2" presStyleCnt="3">
        <dgm:presLayoutVars>
          <dgm:chPref val="3"/>
        </dgm:presLayoutVars>
      </dgm:prSet>
      <dgm:spPr/>
    </dgm:pt>
    <dgm:pt modelId="{79B46484-C354-492D-AC62-42281CEBF25B}" type="pres">
      <dgm:prSet presAssocID="{026979BA-66BC-4F8F-9D28-33C0C79BCCBE}" presName="hierChild2" presStyleCnt="0"/>
      <dgm:spPr/>
    </dgm:pt>
  </dgm:ptLst>
  <dgm:cxnLst>
    <dgm:cxn modelId="{4205072E-0D98-4154-A909-775021C9D23B}" type="presOf" srcId="{A6281BC4-4AC3-41BE-9646-7A856BF4E70B}" destId="{E35570E3-CAA4-44A7-AC95-465DFDBAA8F3}" srcOrd="0" destOrd="0" presId="urn:microsoft.com/office/officeart/2009/layout/CirclePictureHierarchy"/>
    <dgm:cxn modelId="{59A3B964-E64E-4795-9EAA-6CEEB1260859}" srcId="{85C78668-870D-48FF-881E-9D7CF0A6569D}" destId="{026979BA-66BC-4F8F-9D28-33C0C79BCCBE}" srcOrd="2" destOrd="0" parTransId="{E076980C-DD18-47C5-8F45-C8784B844696}" sibTransId="{CA1AF1FF-5080-42B7-AD87-4823B6B08F7C}"/>
    <dgm:cxn modelId="{A2D65C4C-1F47-4BFC-BA5F-99D3D77961FB}" srcId="{85C78668-870D-48FF-881E-9D7CF0A6569D}" destId="{A6281BC4-4AC3-41BE-9646-7A856BF4E70B}" srcOrd="1" destOrd="0" parTransId="{4594D2BB-BC85-4FB4-A2FD-7EEC841A3EAC}" sibTransId="{8C0472D2-161F-4AC6-9D7F-5D7DEFA90244}"/>
    <dgm:cxn modelId="{6DE85255-9A1F-4B87-84A9-513701CE9CD8}" type="presOf" srcId="{026979BA-66BC-4F8F-9D28-33C0C79BCCBE}" destId="{EE470540-4FAA-4979-AB09-9C21A598034D}" srcOrd="0" destOrd="0" presId="urn:microsoft.com/office/officeart/2009/layout/CirclePictureHierarchy"/>
    <dgm:cxn modelId="{43DAA276-80D0-443F-AE64-EFD5A3A4A9B8}" srcId="{85C78668-870D-48FF-881E-9D7CF0A6569D}" destId="{CBEB565B-9B28-4EAB-88F3-E8C5B55752EC}" srcOrd="0" destOrd="0" parTransId="{6ADD6DF8-AD96-4FB8-A215-FDDDF66263B5}" sibTransId="{AB66B892-0D24-43BC-86E8-2E4072AA7606}"/>
    <dgm:cxn modelId="{B4D2867E-BCC9-4B3C-A770-A63866D32991}" type="presOf" srcId="{CBEB565B-9B28-4EAB-88F3-E8C5B55752EC}" destId="{CA6F2007-4C64-40C7-87CB-5E2485BC2D97}" srcOrd="0" destOrd="0" presId="urn:microsoft.com/office/officeart/2009/layout/CirclePictureHierarchy"/>
    <dgm:cxn modelId="{7C8382C1-6ECA-43F3-92AA-8CD2E7718D10}" type="presOf" srcId="{85C78668-870D-48FF-881E-9D7CF0A6569D}" destId="{37AEA23E-20B2-4707-8971-DBA095A57BFA}" srcOrd="0" destOrd="0" presId="urn:microsoft.com/office/officeart/2009/layout/CirclePictureHierarchy"/>
    <dgm:cxn modelId="{15CE0885-764D-4248-84EB-BDB4C016E4FA}" type="presParOf" srcId="{37AEA23E-20B2-4707-8971-DBA095A57BFA}" destId="{2FBA915A-6F31-4D97-8AF3-8E628EDA6726}" srcOrd="0" destOrd="0" presId="urn:microsoft.com/office/officeart/2009/layout/CirclePictureHierarchy"/>
    <dgm:cxn modelId="{9AAF277C-474B-4B51-989B-3A21E1F1D717}" type="presParOf" srcId="{2FBA915A-6F31-4D97-8AF3-8E628EDA6726}" destId="{D035FD03-203A-4431-AB45-951E97F6A765}" srcOrd="0" destOrd="0" presId="urn:microsoft.com/office/officeart/2009/layout/CirclePictureHierarchy"/>
    <dgm:cxn modelId="{E79958FB-8547-4DDD-9432-FE9D2E0DB1DC}" type="presParOf" srcId="{D035FD03-203A-4431-AB45-951E97F6A765}" destId="{5F5EF174-61BE-4781-A33E-5AA579AC772B}" srcOrd="0" destOrd="0" presId="urn:microsoft.com/office/officeart/2009/layout/CirclePictureHierarchy"/>
    <dgm:cxn modelId="{ACA8CA2B-43E4-43C8-81C5-F97D55FDCE19}" type="presParOf" srcId="{D035FD03-203A-4431-AB45-951E97F6A765}" destId="{CA6F2007-4C64-40C7-87CB-5E2485BC2D97}" srcOrd="1" destOrd="0" presId="urn:microsoft.com/office/officeart/2009/layout/CirclePictureHierarchy"/>
    <dgm:cxn modelId="{4B2A1B27-C018-417A-B83E-98EBB75EC90F}" type="presParOf" srcId="{2FBA915A-6F31-4D97-8AF3-8E628EDA6726}" destId="{01E4C362-18C0-477A-BF64-65D50EE2180E}" srcOrd="1" destOrd="0" presId="urn:microsoft.com/office/officeart/2009/layout/CirclePictureHierarchy"/>
    <dgm:cxn modelId="{EA01993A-4A14-49C6-A62A-A56C21F1D764}" type="presParOf" srcId="{37AEA23E-20B2-4707-8971-DBA095A57BFA}" destId="{6676C53F-6551-4477-A5AB-B4332BB35FA1}" srcOrd="1" destOrd="0" presId="urn:microsoft.com/office/officeart/2009/layout/CirclePictureHierarchy"/>
    <dgm:cxn modelId="{509DCE51-0ABB-403F-82D3-24C1CC91DE8A}" type="presParOf" srcId="{6676C53F-6551-4477-A5AB-B4332BB35FA1}" destId="{7ACC2D14-8AD8-4D49-99B5-0ED020754BA5}" srcOrd="0" destOrd="0" presId="urn:microsoft.com/office/officeart/2009/layout/CirclePictureHierarchy"/>
    <dgm:cxn modelId="{3AFA7DD1-3A85-4651-A1BC-694763A1AEE4}" type="presParOf" srcId="{7ACC2D14-8AD8-4D49-99B5-0ED020754BA5}" destId="{81BBB5E7-D5E1-4B57-8533-A329406E6B81}" srcOrd="0" destOrd="0" presId="urn:microsoft.com/office/officeart/2009/layout/CirclePictureHierarchy"/>
    <dgm:cxn modelId="{92E7BFD3-B507-4181-8727-D5B6F56D8E48}" type="presParOf" srcId="{7ACC2D14-8AD8-4D49-99B5-0ED020754BA5}" destId="{E35570E3-CAA4-44A7-AC95-465DFDBAA8F3}" srcOrd="1" destOrd="0" presId="urn:microsoft.com/office/officeart/2009/layout/CirclePictureHierarchy"/>
    <dgm:cxn modelId="{98AAC03F-0315-4977-A930-8743C0189ED6}" type="presParOf" srcId="{6676C53F-6551-4477-A5AB-B4332BB35FA1}" destId="{DEA065E6-D90F-43B1-8797-97664ADE332E}" srcOrd="1" destOrd="0" presId="urn:microsoft.com/office/officeart/2009/layout/CirclePictureHierarchy"/>
    <dgm:cxn modelId="{53BA8F53-E4AE-4436-88F2-2D3067C06BE6}" type="presParOf" srcId="{37AEA23E-20B2-4707-8971-DBA095A57BFA}" destId="{0EEFC2D7-9EF8-4172-97C1-20CEF5C705EE}" srcOrd="2" destOrd="0" presId="urn:microsoft.com/office/officeart/2009/layout/CirclePictureHierarchy"/>
    <dgm:cxn modelId="{FA4A3B39-0B74-46AD-A823-2B13683F04DE}" type="presParOf" srcId="{0EEFC2D7-9EF8-4172-97C1-20CEF5C705EE}" destId="{AED6C32D-7C16-4B5B-9D75-0DA2D3471602}" srcOrd="0" destOrd="0" presId="urn:microsoft.com/office/officeart/2009/layout/CirclePictureHierarchy"/>
    <dgm:cxn modelId="{812B14B8-1927-49E4-9C43-64C1387719FD}" type="presParOf" srcId="{AED6C32D-7C16-4B5B-9D75-0DA2D3471602}" destId="{4FE5E5F0-6CB6-4F36-A29A-5AB2A0B79EBF}" srcOrd="0" destOrd="0" presId="urn:microsoft.com/office/officeart/2009/layout/CirclePictureHierarchy"/>
    <dgm:cxn modelId="{1299C820-DC3D-4BB1-A0CB-27ADEAF3A8BF}" type="presParOf" srcId="{AED6C32D-7C16-4B5B-9D75-0DA2D3471602}" destId="{EE470540-4FAA-4979-AB09-9C21A598034D}" srcOrd="1" destOrd="0" presId="urn:microsoft.com/office/officeart/2009/layout/CirclePictureHierarchy"/>
    <dgm:cxn modelId="{06180D35-36AE-415C-850F-4E65575425F0}" type="presParOf" srcId="{0EEFC2D7-9EF8-4172-97C1-20CEF5C705EE}" destId="{79B46484-C354-492D-AC62-42281CEBF25B}" srcOrd="1" destOrd="0" presId="urn:microsoft.com/office/officeart/2009/layout/CirclePicture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EFFA1ED-22A6-414C-B644-44B5C220B35C}" type="doc">
      <dgm:prSet loTypeId="urn:microsoft.com/office/officeart/2005/8/layout/vProcess5" loCatId="process" qsTypeId="urn:microsoft.com/office/officeart/2005/8/quickstyle/simple3" qsCatId="simple" csTypeId="urn:microsoft.com/office/officeart/2005/8/colors/accent1_2" csCatId="accent1" phldr="1"/>
      <dgm:spPr/>
      <dgm:t>
        <a:bodyPr/>
        <a:lstStyle/>
        <a:p>
          <a:endParaRPr lang="en-US"/>
        </a:p>
      </dgm:t>
    </dgm:pt>
    <dgm:pt modelId="{95D3BA2B-D6B3-45BC-ADF4-022C3D1280BF}">
      <dgm:prSet custT="1"/>
      <dgm:spPr>
        <a:solidFill>
          <a:schemeClr val="tx2">
            <a:lumMod val="20000"/>
            <a:lumOff val="80000"/>
          </a:schemeClr>
        </a:solidFill>
        <a:ln>
          <a:solidFill>
            <a:schemeClr val="tx2">
              <a:lumMod val="50000"/>
            </a:schemeClr>
          </a:solidFill>
        </a:ln>
        <a:effectLst/>
      </dgm:spPr>
      <dgm:t>
        <a:bodyPr/>
        <a:lstStyle/>
        <a:p>
          <a:r>
            <a:rPr lang="en-US" sz="5400" b="0" dirty="0">
              <a:solidFill>
                <a:schemeClr val="bg1"/>
              </a:solidFill>
            </a:rPr>
            <a:t>“Hello World” of Deep Learning</a:t>
          </a:r>
          <a:endParaRPr lang="en-US" sz="5400" dirty="0">
            <a:solidFill>
              <a:schemeClr val="bg1"/>
            </a:solidFill>
          </a:endParaRPr>
        </a:p>
      </dgm:t>
    </dgm:pt>
    <dgm:pt modelId="{B9458429-BE32-4EB3-9605-629494753C13}" type="parTrans" cxnId="{A3C6CB58-4D3F-493F-AD3A-21EC3FF39FC2}">
      <dgm:prSet/>
      <dgm:spPr/>
      <dgm:t>
        <a:bodyPr/>
        <a:lstStyle/>
        <a:p>
          <a:endParaRPr lang="en-US" sz="5400">
            <a:solidFill>
              <a:schemeClr val="bg1"/>
            </a:solidFill>
          </a:endParaRPr>
        </a:p>
      </dgm:t>
    </dgm:pt>
    <dgm:pt modelId="{A904BB4C-7046-4625-9705-34F009D8D26D}" type="sibTrans" cxnId="{A3C6CB58-4D3F-493F-AD3A-21EC3FF39FC2}">
      <dgm:prSet custT="1"/>
      <dgm:spPr>
        <a:solidFill>
          <a:srgbClr val="76B900"/>
        </a:solidFill>
      </dgm:spPr>
      <dgm:t>
        <a:bodyPr/>
        <a:lstStyle/>
        <a:p>
          <a:endParaRPr lang="en-US" sz="5400">
            <a:solidFill>
              <a:schemeClr val="bg1"/>
            </a:solidFill>
          </a:endParaRPr>
        </a:p>
      </dgm:t>
    </dgm:pt>
    <dgm:pt modelId="{FD30442D-57D8-462E-85AE-37146CE3ADE1}">
      <dgm:prSet custT="1"/>
      <dgm:spPr>
        <a:solidFill>
          <a:schemeClr val="tx2">
            <a:lumMod val="20000"/>
            <a:lumOff val="80000"/>
          </a:schemeClr>
        </a:solidFill>
        <a:ln>
          <a:solidFill>
            <a:schemeClr val="tx2">
              <a:lumMod val="50000"/>
            </a:schemeClr>
          </a:solidFill>
        </a:ln>
        <a:effectLst/>
      </dgm:spPr>
      <dgm:t>
        <a:bodyPr/>
        <a:lstStyle/>
        <a:p>
          <a:r>
            <a:rPr lang="zh-TW" altLang="en-US" sz="5400" b="0" dirty="0">
              <a:solidFill>
                <a:schemeClr val="bg1"/>
              </a:solidFill>
            </a:rPr>
            <a:t>訓練一個更複雜的模型</a:t>
          </a:r>
          <a:endParaRPr lang="en-US" sz="5400" dirty="0">
            <a:solidFill>
              <a:schemeClr val="bg1"/>
            </a:solidFill>
          </a:endParaRPr>
        </a:p>
      </dgm:t>
    </dgm:pt>
    <dgm:pt modelId="{E75FD5F8-0263-4102-9AD7-4472E8EDA3F1}" type="parTrans" cxnId="{6E91753A-86D7-40A6-A00D-77F54BBA09D5}">
      <dgm:prSet/>
      <dgm:spPr/>
      <dgm:t>
        <a:bodyPr/>
        <a:lstStyle/>
        <a:p>
          <a:endParaRPr lang="en-US" sz="5400">
            <a:solidFill>
              <a:schemeClr val="bg1"/>
            </a:solidFill>
          </a:endParaRPr>
        </a:p>
      </dgm:t>
    </dgm:pt>
    <dgm:pt modelId="{71D62E6D-058F-47A3-A31C-8E4E90013B30}" type="sibTrans" cxnId="{6E91753A-86D7-40A6-A00D-77F54BBA09D5}">
      <dgm:prSet custT="1"/>
      <dgm:spPr>
        <a:solidFill>
          <a:srgbClr val="76B900"/>
        </a:solidFill>
      </dgm:spPr>
      <dgm:t>
        <a:bodyPr/>
        <a:lstStyle/>
        <a:p>
          <a:endParaRPr lang="en-US" sz="5400">
            <a:solidFill>
              <a:schemeClr val="bg1"/>
            </a:solidFill>
          </a:endParaRPr>
        </a:p>
      </dgm:t>
    </dgm:pt>
    <dgm:pt modelId="{D01B45DD-D263-4386-A7BD-3AD2ED0B30DB}">
      <dgm:prSet custT="1"/>
      <dgm:spPr>
        <a:solidFill>
          <a:schemeClr val="tx2">
            <a:lumMod val="20000"/>
            <a:lumOff val="80000"/>
          </a:schemeClr>
        </a:solidFill>
        <a:ln>
          <a:solidFill>
            <a:schemeClr val="tx2">
              <a:lumMod val="50000"/>
            </a:schemeClr>
          </a:solidFill>
        </a:ln>
        <a:effectLst/>
      </dgm:spPr>
      <dgm:t>
        <a:bodyPr/>
        <a:lstStyle/>
        <a:p>
          <a:r>
            <a:rPr lang="zh-TW" altLang="en-US" sz="5400" b="0" dirty="0">
              <a:solidFill>
                <a:schemeClr val="bg1"/>
              </a:solidFill>
            </a:rPr>
            <a:t>介紹新的架構</a:t>
          </a:r>
          <a:r>
            <a:rPr lang="en-US" altLang="zh-TW" sz="5400" b="0" dirty="0">
              <a:solidFill>
                <a:schemeClr val="bg1"/>
              </a:solidFill>
            </a:rPr>
            <a:t>(architectures)</a:t>
          </a:r>
          <a:r>
            <a:rPr lang="zh-TW" altLang="en-US" sz="5400" b="0" dirty="0">
              <a:solidFill>
                <a:schemeClr val="bg1"/>
              </a:solidFill>
            </a:rPr>
            <a:t>和技術來提高模型性能</a:t>
          </a:r>
          <a:endParaRPr lang="en-US" sz="5400" dirty="0">
            <a:solidFill>
              <a:schemeClr val="bg1"/>
            </a:solidFill>
          </a:endParaRPr>
        </a:p>
      </dgm:t>
    </dgm:pt>
    <dgm:pt modelId="{19FF90F6-0DB1-4EF0-A6EB-C8A6C0A3634A}" type="parTrans" cxnId="{AAB87493-03E5-4800-947C-6C5796295792}">
      <dgm:prSet/>
      <dgm:spPr/>
      <dgm:t>
        <a:bodyPr/>
        <a:lstStyle/>
        <a:p>
          <a:endParaRPr lang="en-US" sz="5400">
            <a:solidFill>
              <a:schemeClr val="bg1"/>
            </a:solidFill>
          </a:endParaRPr>
        </a:p>
      </dgm:t>
    </dgm:pt>
    <dgm:pt modelId="{71356764-6C00-4D8D-B271-A6183B9F4CD8}" type="sibTrans" cxnId="{AAB87493-03E5-4800-947C-6C5796295792}">
      <dgm:prSet custT="1"/>
      <dgm:spPr>
        <a:solidFill>
          <a:srgbClr val="76B900"/>
        </a:solidFill>
      </dgm:spPr>
      <dgm:t>
        <a:bodyPr/>
        <a:lstStyle/>
        <a:p>
          <a:endParaRPr lang="en-US" sz="5400">
            <a:solidFill>
              <a:schemeClr val="bg1"/>
            </a:solidFill>
          </a:endParaRPr>
        </a:p>
      </dgm:t>
    </dgm:pt>
    <dgm:pt modelId="{3472F067-7EB4-4964-B7B0-762D900560E3}">
      <dgm:prSet custT="1"/>
      <dgm:spPr>
        <a:solidFill>
          <a:schemeClr val="tx2">
            <a:lumMod val="20000"/>
            <a:lumOff val="80000"/>
          </a:schemeClr>
        </a:solidFill>
        <a:ln>
          <a:solidFill>
            <a:schemeClr val="tx2">
              <a:lumMod val="50000"/>
            </a:schemeClr>
          </a:solidFill>
        </a:ln>
        <a:effectLst/>
      </dgm:spPr>
      <dgm:t>
        <a:bodyPr/>
        <a:lstStyle/>
        <a:p>
          <a:r>
            <a:rPr lang="zh-TW" altLang="en-US" sz="5400" b="0" dirty="0">
              <a:solidFill>
                <a:schemeClr val="bg1"/>
              </a:solidFill>
            </a:rPr>
            <a:t>預訓練</a:t>
          </a:r>
          <a:r>
            <a:rPr lang="en-US" altLang="zh-TW" sz="5400" b="0" dirty="0">
              <a:solidFill>
                <a:schemeClr val="bg1"/>
              </a:solidFill>
            </a:rPr>
            <a:t>(</a:t>
          </a:r>
          <a:r>
            <a:rPr lang="en-US" sz="5400" b="0" dirty="0">
              <a:solidFill>
                <a:schemeClr val="bg1"/>
              </a:solidFill>
            </a:rPr>
            <a:t>Pre-trained)</a:t>
          </a:r>
          <a:r>
            <a:rPr lang="zh-TW" altLang="en-US" sz="5400" b="0" dirty="0">
              <a:solidFill>
                <a:schemeClr val="bg1"/>
              </a:solidFill>
            </a:rPr>
            <a:t>模型</a:t>
          </a:r>
          <a:endParaRPr lang="en-US" sz="5400" dirty="0">
            <a:solidFill>
              <a:schemeClr val="bg1"/>
            </a:solidFill>
          </a:endParaRPr>
        </a:p>
      </dgm:t>
    </dgm:pt>
    <dgm:pt modelId="{9EF3285D-78E3-4034-A54B-BC5AAE9669B9}" type="parTrans" cxnId="{0F630B9C-9AE5-4F98-B0C6-1175F95B4F24}">
      <dgm:prSet/>
      <dgm:spPr/>
      <dgm:t>
        <a:bodyPr/>
        <a:lstStyle/>
        <a:p>
          <a:endParaRPr lang="en-US" sz="5400">
            <a:solidFill>
              <a:schemeClr val="bg1"/>
            </a:solidFill>
          </a:endParaRPr>
        </a:p>
      </dgm:t>
    </dgm:pt>
    <dgm:pt modelId="{70E44783-03A9-4556-9742-0BCFA3C01BD8}" type="sibTrans" cxnId="{0F630B9C-9AE5-4F98-B0C6-1175F95B4F24}">
      <dgm:prSet custT="1"/>
      <dgm:spPr>
        <a:solidFill>
          <a:srgbClr val="76B900"/>
        </a:solidFill>
      </dgm:spPr>
      <dgm:t>
        <a:bodyPr/>
        <a:lstStyle/>
        <a:p>
          <a:endParaRPr lang="en-US" sz="5400">
            <a:solidFill>
              <a:schemeClr val="bg1"/>
            </a:solidFill>
          </a:endParaRPr>
        </a:p>
      </dgm:t>
    </dgm:pt>
    <dgm:pt modelId="{606B51C4-81DD-4E0F-8EA5-4982534453ED}">
      <dgm:prSet custT="1"/>
      <dgm:spPr>
        <a:solidFill>
          <a:schemeClr val="tx2">
            <a:lumMod val="20000"/>
            <a:lumOff val="80000"/>
          </a:schemeClr>
        </a:solidFill>
        <a:ln>
          <a:solidFill>
            <a:schemeClr val="tx2">
              <a:lumMod val="50000"/>
            </a:schemeClr>
          </a:solidFill>
        </a:ln>
        <a:effectLst/>
      </dgm:spPr>
      <dgm:t>
        <a:bodyPr/>
        <a:lstStyle/>
        <a:p>
          <a:pPr>
            <a:buFont typeface="+mj-lt"/>
            <a:buAutoNum type="arabicPeriod"/>
          </a:pPr>
          <a:r>
            <a:rPr lang="zh-TW" altLang="en-US" sz="5400" dirty="0">
              <a:solidFill>
                <a:schemeClr val="bg1"/>
              </a:solidFill>
            </a:rPr>
            <a:t>遷移學習</a:t>
          </a:r>
          <a:r>
            <a:rPr lang="en-US" altLang="zh-TW" sz="5400" dirty="0">
              <a:solidFill>
                <a:schemeClr val="bg1"/>
              </a:solidFill>
            </a:rPr>
            <a:t>(</a:t>
          </a:r>
          <a:r>
            <a:rPr lang="en-US" sz="5400" dirty="0">
              <a:solidFill>
                <a:schemeClr val="bg1"/>
              </a:solidFill>
            </a:rPr>
            <a:t>Transfer learning</a:t>
          </a:r>
          <a:r>
            <a:rPr lang="en-US" altLang="zh-TW" sz="5400" dirty="0">
              <a:solidFill>
                <a:schemeClr val="bg1"/>
              </a:solidFill>
            </a:rPr>
            <a:t>)</a:t>
          </a:r>
          <a:endParaRPr lang="en-US" sz="5400" dirty="0">
            <a:solidFill>
              <a:schemeClr val="bg1"/>
            </a:solidFill>
          </a:endParaRPr>
        </a:p>
      </dgm:t>
    </dgm:pt>
    <dgm:pt modelId="{B0DFCA25-6112-42FB-A936-5B26DD4BF67F}" type="parTrans" cxnId="{EB1A6094-FE48-4A79-8036-8EAEAF2A7A22}">
      <dgm:prSet/>
      <dgm:spPr/>
      <dgm:t>
        <a:bodyPr/>
        <a:lstStyle/>
        <a:p>
          <a:endParaRPr lang="en-US" sz="5400">
            <a:solidFill>
              <a:schemeClr val="bg1"/>
            </a:solidFill>
          </a:endParaRPr>
        </a:p>
      </dgm:t>
    </dgm:pt>
    <dgm:pt modelId="{2DC4A0AE-65C2-404D-AD2B-37764771C74E}" type="sibTrans" cxnId="{EB1A6094-FE48-4A79-8036-8EAEAF2A7A22}">
      <dgm:prSet/>
      <dgm:spPr/>
      <dgm:t>
        <a:bodyPr/>
        <a:lstStyle/>
        <a:p>
          <a:endParaRPr lang="en-US" sz="5400">
            <a:solidFill>
              <a:schemeClr val="bg1"/>
            </a:solidFill>
          </a:endParaRPr>
        </a:p>
      </dgm:t>
    </dgm:pt>
    <dgm:pt modelId="{1A59CBEA-235D-482F-84A3-576CF0682805}">
      <dgm:prSet phldr="0"/>
      <dgm:spPr/>
      <dgm:t>
        <a:bodyPr/>
        <a:lstStyle/>
        <a:p>
          <a:endParaRPr lang="en-US" sz="5400" dirty="0">
            <a:solidFill>
              <a:schemeClr val="bg1"/>
            </a:solidFill>
            <a:latin typeface="Trebuchet MS"/>
          </a:endParaRPr>
        </a:p>
      </dgm:t>
    </dgm:pt>
    <dgm:pt modelId="{B902C852-2198-41B9-83AA-2CEB79A59771}" type="parTrans" cxnId="{0A2A6A2F-413A-44C1-85BC-C450ADB0FC08}">
      <dgm:prSet/>
      <dgm:spPr/>
      <dgm:t>
        <a:bodyPr/>
        <a:lstStyle/>
        <a:p>
          <a:endParaRPr lang="en-US" sz="5400">
            <a:solidFill>
              <a:schemeClr val="bg1"/>
            </a:solidFill>
          </a:endParaRPr>
        </a:p>
      </dgm:t>
    </dgm:pt>
    <dgm:pt modelId="{D9BF6954-F3DF-4AE8-BAD3-10901DC70D3D}" type="sibTrans" cxnId="{0A2A6A2F-413A-44C1-85BC-C450ADB0FC08}">
      <dgm:prSet/>
      <dgm:spPr/>
      <dgm:t>
        <a:bodyPr/>
        <a:lstStyle/>
        <a:p>
          <a:endParaRPr lang="en-US" sz="5400">
            <a:solidFill>
              <a:schemeClr val="bg1"/>
            </a:solidFill>
          </a:endParaRPr>
        </a:p>
      </dgm:t>
    </dgm:pt>
    <dgm:pt modelId="{342EB100-293C-4686-A14D-471095ACCB41}" type="pres">
      <dgm:prSet presAssocID="{9EFFA1ED-22A6-414C-B644-44B5C220B35C}" presName="outerComposite" presStyleCnt="0">
        <dgm:presLayoutVars>
          <dgm:chMax val="5"/>
          <dgm:dir/>
          <dgm:resizeHandles val="exact"/>
        </dgm:presLayoutVars>
      </dgm:prSet>
      <dgm:spPr/>
    </dgm:pt>
    <dgm:pt modelId="{A88AE1B6-3610-4885-B64D-8233408018A5}" type="pres">
      <dgm:prSet presAssocID="{9EFFA1ED-22A6-414C-B644-44B5C220B35C}" presName="dummyMaxCanvas" presStyleCnt="0">
        <dgm:presLayoutVars/>
      </dgm:prSet>
      <dgm:spPr/>
    </dgm:pt>
    <dgm:pt modelId="{539156EE-2D06-4127-87A5-3C6C53BF032D}" type="pres">
      <dgm:prSet presAssocID="{9EFFA1ED-22A6-414C-B644-44B5C220B35C}" presName="FiveNodes_1" presStyleLbl="node1" presStyleIdx="0" presStyleCnt="5" custLinFactNeighborX="-87">
        <dgm:presLayoutVars>
          <dgm:bulletEnabled val="1"/>
        </dgm:presLayoutVars>
      </dgm:prSet>
      <dgm:spPr/>
    </dgm:pt>
    <dgm:pt modelId="{1CCADE89-97AD-42FE-9557-6AA719AFD7AA}" type="pres">
      <dgm:prSet presAssocID="{9EFFA1ED-22A6-414C-B644-44B5C220B35C}" presName="FiveNodes_2" presStyleLbl="node1" presStyleIdx="1" presStyleCnt="5">
        <dgm:presLayoutVars>
          <dgm:bulletEnabled val="1"/>
        </dgm:presLayoutVars>
      </dgm:prSet>
      <dgm:spPr/>
    </dgm:pt>
    <dgm:pt modelId="{A6D96D8A-637A-460D-9EC4-0FAC79893410}" type="pres">
      <dgm:prSet presAssocID="{9EFFA1ED-22A6-414C-B644-44B5C220B35C}" presName="FiveNodes_3" presStyleLbl="node1" presStyleIdx="2" presStyleCnt="5">
        <dgm:presLayoutVars>
          <dgm:bulletEnabled val="1"/>
        </dgm:presLayoutVars>
      </dgm:prSet>
      <dgm:spPr/>
    </dgm:pt>
    <dgm:pt modelId="{FC765D7E-59C4-475E-B4DE-A43CB1FA8710}" type="pres">
      <dgm:prSet presAssocID="{9EFFA1ED-22A6-414C-B644-44B5C220B35C}" presName="FiveNodes_4" presStyleLbl="node1" presStyleIdx="3" presStyleCnt="5">
        <dgm:presLayoutVars>
          <dgm:bulletEnabled val="1"/>
        </dgm:presLayoutVars>
      </dgm:prSet>
      <dgm:spPr/>
    </dgm:pt>
    <dgm:pt modelId="{5200E7C9-BD27-4281-83F3-1F951F73BBB7}" type="pres">
      <dgm:prSet presAssocID="{9EFFA1ED-22A6-414C-B644-44B5C220B35C}" presName="FiveNodes_5" presStyleLbl="node1" presStyleIdx="4" presStyleCnt="5">
        <dgm:presLayoutVars>
          <dgm:bulletEnabled val="1"/>
        </dgm:presLayoutVars>
      </dgm:prSet>
      <dgm:spPr/>
    </dgm:pt>
    <dgm:pt modelId="{71522FE5-5BF1-4C9B-ABAB-36AACEB85391}" type="pres">
      <dgm:prSet presAssocID="{9EFFA1ED-22A6-414C-B644-44B5C220B35C}" presName="FiveConn_1-2" presStyleLbl="fgAccFollowNode1" presStyleIdx="0" presStyleCnt="4">
        <dgm:presLayoutVars>
          <dgm:bulletEnabled val="1"/>
        </dgm:presLayoutVars>
      </dgm:prSet>
      <dgm:spPr/>
    </dgm:pt>
    <dgm:pt modelId="{5EA6D199-E573-43BF-BDF0-E0CA6B38C520}" type="pres">
      <dgm:prSet presAssocID="{9EFFA1ED-22A6-414C-B644-44B5C220B35C}" presName="FiveConn_2-3" presStyleLbl="fgAccFollowNode1" presStyleIdx="1" presStyleCnt="4">
        <dgm:presLayoutVars>
          <dgm:bulletEnabled val="1"/>
        </dgm:presLayoutVars>
      </dgm:prSet>
      <dgm:spPr/>
    </dgm:pt>
    <dgm:pt modelId="{2CEF7170-21FD-41AA-8771-590E38C2BE8E}" type="pres">
      <dgm:prSet presAssocID="{9EFFA1ED-22A6-414C-B644-44B5C220B35C}" presName="FiveConn_3-4" presStyleLbl="fgAccFollowNode1" presStyleIdx="2" presStyleCnt="4">
        <dgm:presLayoutVars>
          <dgm:bulletEnabled val="1"/>
        </dgm:presLayoutVars>
      </dgm:prSet>
      <dgm:spPr/>
    </dgm:pt>
    <dgm:pt modelId="{1051A305-7713-4094-8381-990CE5EFE86B}" type="pres">
      <dgm:prSet presAssocID="{9EFFA1ED-22A6-414C-B644-44B5C220B35C}" presName="FiveConn_4-5" presStyleLbl="fgAccFollowNode1" presStyleIdx="3" presStyleCnt="4">
        <dgm:presLayoutVars>
          <dgm:bulletEnabled val="1"/>
        </dgm:presLayoutVars>
      </dgm:prSet>
      <dgm:spPr/>
    </dgm:pt>
    <dgm:pt modelId="{C679E4E3-52A4-4A1B-8031-C570933E755D}" type="pres">
      <dgm:prSet presAssocID="{9EFFA1ED-22A6-414C-B644-44B5C220B35C}" presName="FiveNodes_1_text" presStyleLbl="node1" presStyleIdx="4" presStyleCnt="5">
        <dgm:presLayoutVars>
          <dgm:bulletEnabled val="1"/>
        </dgm:presLayoutVars>
      </dgm:prSet>
      <dgm:spPr/>
    </dgm:pt>
    <dgm:pt modelId="{09802186-6649-4199-9CA8-52C4D7426F6A}" type="pres">
      <dgm:prSet presAssocID="{9EFFA1ED-22A6-414C-B644-44B5C220B35C}" presName="FiveNodes_2_text" presStyleLbl="node1" presStyleIdx="4" presStyleCnt="5">
        <dgm:presLayoutVars>
          <dgm:bulletEnabled val="1"/>
        </dgm:presLayoutVars>
      </dgm:prSet>
      <dgm:spPr/>
    </dgm:pt>
    <dgm:pt modelId="{7D86683E-23B4-4EFD-B644-A64ED93CB56F}" type="pres">
      <dgm:prSet presAssocID="{9EFFA1ED-22A6-414C-B644-44B5C220B35C}" presName="FiveNodes_3_text" presStyleLbl="node1" presStyleIdx="4" presStyleCnt="5">
        <dgm:presLayoutVars>
          <dgm:bulletEnabled val="1"/>
        </dgm:presLayoutVars>
      </dgm:prSet>
      <dgm:spPr/>
    </dgm:pt>
    <dgm:pt modelId="{BE775E68-2106-40BA-A533-F4DADC3B0E1D}" type="pres">
      <dgm:prSet presAssocID="{9EFFA1ED-22A6-414C-B644-44B5C220B35C}" presName="FiveNodes_4_text" presStyleLbl="node1" presStyleIdx="4" presStyleCnt="5">
        <dgm:presLayoutVars>
          <dgm:bulletEnabled val="1"/>
        </dgm:presLayoutVars>
      </dgm:prSet>
      <dgm:spPr/>
    </dgm:pt>
    <dgm:pt modelId="{38E5EA84-18AE-483F-89FB-9D8D4E88AD5A}" type="pres">
      <dgm:prSet presAssocID="{9EFFA1ED-22A6-414C-B644-44B5C220B35C}" presName="FiveNodes_5_text" presStyleLbl="node1" presStyleIdx="4" presStyleCnt="5">
        <dgm:presLayoutVars>
          <dgm:bulletEnabled val="1"/>
        </dgm:presLayoutVars>
      </dgm:prSet>
      <dgm:spPr/>
    </dgm:pt>
  </dgm:ptLst>
  <dgm:cxnLst>
    <dgm:cxn modelId="{47F2AD0B-E3E6-4E92-B457-1F60359430DE}" type="presOf" srcId="{3472F067-7EB4-4964-B7B0-762D900560E3}" destId="{BE775E68-2106-40BA-A533-F4DADC3B0E1D}" srcOrd="1" destOrd="0" presId="urn:microsoft.com/office/officeart/2005/8/layout/vProcess5"/>
    <dgm:cxn modelId="{FEC2842D-580B-4C2E-AE14-D0C61BC15C8B}" type="presOf" srcId="{71356764-6C00-4D8D-B271-A6183B9F4CD8}" destId="{2CEF7170-21FD-41AA-8771-590E38C2BE8E}" srcOrd="0" destOrd="0" presId="urn:microsoft.com/office/officeart/2005/8/layout/vProcess5"/>
    <dgm:cxn modelId="{0A2A6A2F-413A-44C1-85BC-C450ADB0FC08}" srcId="{9EFFA1ED-22A6-414C-B644-44B5C220B35C}" destId="{1A59CBEA-235D-482F-84A3-576CF0682805}" srcOrd="5" destOrd="0" parTransId="{B902C852-2198-41B9-83AA-2CEB79A59771}" sibTransId="{D9BF6954-F3DF-4AE8-BAD3-10901DC70D3D}"/>
    <dgm:cxn modelId="{C80E2532-8315-4537-8873-1A590A10694C}" type="presOf" srcId="{D01B45DD-D263-4386-A7BD-3AD2ED0B30DB}" destId="{A6D96D8A-637A-460D-9EC4-0FAC79893410}" srcOrd="0" destOrd="0" presId="urn:microsoft.com/office/officeart/2005/8/layout/vProcess5"/>
    <dgm:cxn modelId="{6E91753A-86D7-40A6-A00D-77F54BBA09D5}" srcId="{9EFFA1ED-22A6-414C-B644-44B5C220B35C}" destId="{FD30442D-57D8-462E-85AE-37146CE3ADE1}" srcOrd="1" destOrd="0" parTransId="{E75FD5F8-0263-4102-9AD7-4472E8EDA3F1}" sibTransId="{71D62E6D-058F-47A3-A31C-8E4E90013B30}"/>
    <dgm:cxn modelId="{CE66B63F-5618-4C90-885B-785C87DC6DBA}" type="presOf" srcId="{3472F067-7EB4-4964-B7B0-762D900560E3}" destId="{FC765D7E-59C4-475E-B4DE-A43CB1FA8710}" srcOrd="0" destOrd="0" presId="urn:microsoft.com/office/officeart/2005/8/layout/vProcess5"/>
    <dgm:cxn modelId="{044E405D-70AA-41F1-826B-E6302DC8B6C2}" type="presOf" srcId="{70E44783-03A9-4556-9742-0BCFA3C01BD8}" destId="{1051A305-7713-4094-8381-990CE5EFE86B}" srcOrd="0" destOrd="0" presId="urn:microsoft.com/office/officeart/2005/8/layout/vProcess5"/>
    <dgm:cxn modelId="{F9E60743-E93A-4C6F-83E7-90C5DB0FB438}" type="presOf" srcId="{9EFFA1ED-22A6-414C-B644-44B5C220B35C}" destId="{342EB100-293C-4686-A14D-471095ACCB41}" srcOrd="0" destOrd="0" presId="urn:microsoft.com/office/officeart/2005/8/layout/vProcess5"/>
    <dgm:cxn modelId="{DEEA3044-2A60-4749-9C7B-8D6BFB4AEEE7}" type="presOf" srcId="{FD30442D-57D8-462E-85AE-37146CE3ADE1}" destId="{1CCADE89-97AD-42FE-9557-6AA719AFD7AA}" srcOrd="0" destOrd="0" presId="urn:microsoft.com/office/officeart/2005/8/layout/vProcess5"/>
    <dgm:cxn modelId="{A3C6CB58-4D3F-493F-AD3A-21EC3FF39FC2}" srcId="{9EFFA1ED-22A6-414C-B644-44B5C220B35C}" destId="{95D3BA2B-D6B3-45BC-ADF4-022C3D1280BF}" srcOrd="0" destOrd="0" parTransId="{B9458429-BE32-4EB3-9605-629494753C13}" sibTransId="{A904BB4C-7046-4625-9705-34F009D8D26D}"/>
    <dgm:cxn modelId="{7587408A-E83A-45B6-BBDA-0605F7CFD70C}" type="presOf" srcId="{606B51C4-81DD-4E0F-8EA5-4982534453ED}" destId="{38E5EA84-18AE-483F-89FB-9D8D4E88AD5A}" srcOrd="1" destOrd="0" presId="urn:microsoft.com/office/officeart/2005/8/layout/vProcess5"/>
    <dgm:cxn modelId="{AAB87493-03E5-4800-947C-6C5796295792}" srcId="{9EFFA1ED-22A6-414C-B644-44B5C220B35C}" destId="{D01B45DD-D263-4386-A7BD-3AD2ED0B30DB}" srcOrd="2" destOrd="0" parTransId="{19FF90F6-0DB1-4EF0-A6EB-C8A6C0A3634A}" sibTransId="{71356764-6C00-4D8D-B271-A6183B9F4CD8}"/>
    <dgm:cxn modelId="{EB1A6094-FE48-4A79-8036-8EAEAF2A7A22}" srcId="{9EFFA1ED-22A6-414C-B644-44B5C220B35C}" destId="{606B51C4-81DD-4E0F-8EA5-4982534453ED}" srcOrd="4" destOrd="0" parTransId="{B0DFCA25-6112-42FB-A936-5B26DD4BF67F}" sibTransId="{2DC4A0AE-65C2-404D-AD2B-37764771C74E}"/>
    <dgm:cxn modelId="{0F630B9C-9AE5-4F98-B0C6-1175F95B4F24}" srcId="{9EFFA1ED-22A6-414C-B644-44B5C220B35C}" destId="{3472F067-7EB4-4964-B7B0-762D900560E3}" srcOrd="3" destOrd="0" parTransId="{9EF3285D-78E3-4034-A54B-BC5AAE9669B9}" sibTransId="{70E44783-03A9-4556-9742-0BCFA3C01BD8}"/>
    <dgm:cxn modelId="{AC9C76A6-560E-4C05-A7FF-2F2B58BEA61D}" type="presOf" srcId="{A904BB4C-7046-4625-9705-34F009D8D26D}" destId="{71522FE5-5BF1-4C9B-ABAB-36AACEB85391}" srcOrd="0" destOrd="0" presId="urn:microsoft.com/office/officeart/2005/8/layout/vProcess5"/>
    <dgm:cxn modelId="{8AE316AB-BE10-4D98-9DE0-301E81472C95}" type="presOf" srcId="{D01B45DD-D263-4386-A7BD-3AD2ED0B30DB}" destId="{7D86683E-23B4-4EFD-B644-A64ED93CB56F}" srcOrd="1" destOrd="0" presId="urn:microsoft.com/office/officeart/2005/8/layout/vProcess5"/>
    <dgm:cxn modelId="{CBF1AABA-8533-4AAE-B004-2475F6A7F8E7}" type="presOf" srcId="{606B51C4-81DD-4E0F-8EA5-4982534453ED}" destId="{5200E7C9-BD27-4281-83F3-1F951F73BBB7}" srcOrd="0" destOrd="0" presId="urn:microsoft.com/office/officeart/2005/8/layout/vProcess5"/>
    <dgm:cxn modelId="{F7B61ECB-CB3A-4A5E-970D-2CE32B9670B5}" type="presOf" srcId="{FD30442D-57D8-462E-85AE-37146CE3ADE1}" destId="{09802186-6649-4199-9CA8-52C4D7426F6A}" srcOrd="1" destOrd="0" presId="urn:microsoft.com/office/officeart/2005/8/layout/vProcess5"/>
    <dgm:cxn modelId="{358580CB-28B7-4931-9FF2-6BE7D05962B0}" type="presOf" srcId="{95D3BA2B-D6B3-45BC-ADF4-022C3D1280BF}" destId="{539156EE-2D06-4127-87A5-3C6C53BF032D}" srcOrd="0" destOrd="0" presId="urn:microsoft.com/office/officeart/2005/8/layout/vProcess5"/>
    <dgm:cxn modelId="{F2F727D3-2592-435B-A98D-33477259B368}" type="presOf" srcId="{71D62E6D-058F-47A3-A31C-8E4E90013B30}" destId="{5EA6D199-E573-43BF-BDF0-E0CA6B38C520}" srcOrd="0" destOrd="0" presId="urn:microsoft.com/office/officeart/2005/8/layout/vProcess5"/>
    <dgm:cxn modelId="{0C0251F2-AF06-4BD6-9372-F31C184E022B}" type="presOf" srcId="{95D3BA2B-D6B3-45BC-ADF4-022C3D1280BF}" destId="{C679E4E3-52A4-4A1B-8031-C570933E755D}" srcOrd="1" destOrd="0" presId="urn:microsoft.com/office/officeart/2005/8/layout/vProcess5"/>
    <dgm:cxn modelId="{32D3140E-6F35-4056-AFFC-45D535F7ED0C}" type="presParOf" srcId="{342EB100-293C-4686-A14D-471095ACCB41}" destId="{A88AE1B6-3610-4885-B64D-8233408018A5}" srcOrd="0" destOrd="0" presId="urn:microsoft.com/office/officeart/2005/8/layout/vProcess5"/>
    <dgm:cxn modelId="{A9716C2D-CF5F-4F11-8E63-656D55610576}" type="presParOf" srcId="{342EB100-293C-4686-A14D-471095ACCB41}" destId="{539156EE-2D06-4127-87A5-3C6C53BF032D}" srcOrd="1" destOrd="0" presId="urn:microsoft.com/office/officeart/2005/8/layout/vProcess5"/>
    <dgm:cxn modelId="{B1A917FE-3DFA-4B12-9ABC-D4FC0D0260B3}" type="presParOf" srcId="{342EB100-293C-4686-A14D-471095ACCB41}" destId="{1CCADE89-97AD-42FE-9557-6AA719AFD7AA}" srcOrd="2" destOrd="0" presId="urn:microsoft.com/office/officeart/2005/8/layout/vProcess5"/>
    <dgm:cxn modelId="{893125D0-895C-4F3F-93D3-93071CA783DA}" type="presParOf" srcId="{342EB100-293C-4686-A14D-471095ACCB41}" destId="{A6D96D8A-637A-460D-9EC4-0FAC79893410}" srcOrd="3" destOrd="0" presId="urn:microsoft.com/office/officeart/2005/8/layout/vProcess5"/>
    <dgm:cxn modelId="{CA092DD6-7544-4673-A732-6D16667782A8}" type="presParOf" srcId="{342EB100-293C-4686-A14D-471095ACCB41}" destId="{FC765D7E-59C4-475E-B4DE-A43CB1FA8710}" srcOrd="4" destOrd="0" presId="urn:microsoft.com/office/officeart/2005/8/layout/vProcess5"/>
    <dgm:cxn modelId="{70BF5E65-678F-4E6B-BE1B-33579F625E41}" type="presParOf" srcId="{342EB100-293C-4686-A14D-471095ACCB41}" destId="{5200E7C9-BD27-4281-83F3-1F951F73BBB7}" srcOrd="5" destOrd="0" presId="urn:microsoft.com/office/officeart/2005/8/layout/vProcess5"/>
    <dgm:cxn modelId="{71E52741-615B-4E0D-B663-4BAC804A200F}" type="presParOf" srcId="{342EB100-293C-4686-A14D-471095ACCB41}" destId="{71522FE5-5BF1-4C9B-ABAB-36AACEB85391}" srcOrd="6" destOrd="0" presId="urn:microsoft.com/office/officeart/2005/8/layout/vProcess5"/>
    <dgm:cxn modelId="{8751B58A-9225-4483-B571-154B88D455A6}" type="presParOf" srcId="{342EB100-293C-4686-A14D-471095ACCB41}" destId="{5EA6D199-E573-43BF-BDF0-E0CA6B38C520}" srcOrd="7" destOrd="0" presId="urn:microsoft.com/office/officeart/2005/8/layout/vProcess5"/>
    <dgm:cxn modelId="{28F80228-2447-4CEA-8BE7-3F11C4BE9449}" type="presParOf" srcId="{342EB100-293C-4686-A14D-471095ACCB41}" destId="{2CEF7170-21FD-41AA-8771-590E38C2BE8E}" srcOrd="8" destOrd="0" presId="urn:microsoft.com/office/officeart/2005/8/layout/vProcess5"/>
    <dgm:cxn modelId="{1E6C9C53-1602-46BF-B940-B4E77A76C26F}" type="presParOf" srcId="{342EB100-293C-4686-A14D-471095ACCB41}" destId="{1051A305-7713-4094-8381-990CE5EFE86B}" srcOrd="9" destOrd="0" presId="urn:microsoft.com/office/officeart/2005/8/layout/vProcess5"/>
    <dgm:cxn modelId="{F9BD260F-14EE-400F-ADC1-B08405A6C52B}" type="presParOf" srcId="{342EB100-293C-4686-A14D-471095ACCB41}" destId="{C679E4E3-52A4-4A1B-8031-C570933E755D}" srcOrd="10" destOrd="0" presId="urn:microsoft.com/office/officeart/2005/8/layout/vProcess5"/>
    <dgm:cxn modelId="{CD94ECF5-F89B-4A7B-9580-76F0A7157228}" type="presParOf" srcId="{342EB100-293C-4686-A14D-471095ACCB41}" destId="{09802186-6649-4199-9CA8-52C4D7426F6A}" srcOrd="11" destOrd="0" presId="urn:microsoft.com/office/officeart/2005/8/layout/vProcess5"/>
    <dgm:cxn modelId="{474467AF-CC08-427E-9CB6-2F7099C9B9E5}" type="presParOf" srcId="{342EB100-293C-4686-A14D-471095ACCB41}" destId="{7D86683E-23B4-4EFD-B644-A64ED93CB56F}" srcOrd="12" destOrd="0" presId="urn:microsoft.com/office/officeart/2005/8/layout/vProcess5"/>
    <dgm:cxn modelId="{04C5B326-F541-41B0-BC84-BF4941EBA19C}" type="presParOf" srcId="{342EB100-293C-4686-A14D-471095ACCB41}" destId="{BE775E68-2106-40BA-A533-F4DADC3B0E1D}" srcOrd="13" destOrd="0" presId="urn:microsoft.com/office/officeart/2005/8/layout/vProcess5"/>
    <dgm:cxn modelId="{8E347851-8C63-4CA6-9244-C8B067576194}" type="presParOf" srcId="{342EB100-293C-4686-A14D-471095ACCB41}" destId="{38E5EA84-18AE-483F-89FB-9D8D4E88AD5A}"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5C86F83-3E57-41B8-AF8B-A07B2A364DE9}" type="doc">
      <dgm:prSet loTypeId="urn:microsoft.com/office/officeart/2018/2/layout/IconVerticalSolidList" loCatId="icon" qsTypeId="urn:microsoft.com/office/officeart/2005/8/quickstyle/simple4" qsCatId="simple" csTypeId="urn:microsoft.com/office/officeart/2005/8/colors/accent2_2" csCatId="accent2" phldr="1"/>
      <dgm:spPr/>
      <dgm:t>
        <a:bodyPr/>
        <a:lstStyle/>
        <a:p>
          <a:endParaRPr lang="en-US"/>
        </a:p>
      </dgm:t>
    </dgm:pt>
    <dgm:pt modelId="{66D4199E-374D-45C4-9F73-148C485B7BBE}">
      <dgm:prSet custT="1"/>
      <dgm:spPr/>
      <dgm:t>
        <a:bodyPr/>
        <a:lstStyle/>
        <a:p>
          <a:pPr>
            <a:lnSpc>
              <a:spcPct val="100000"/>
            </a:lnSpc>
          </a:pPr>
          <a:r>
            <a:rPr lang="zh-TW" altLang="en-US" sz="5400" dirty="0">
              <a:solidFill>
                <a:schemeClr val="bg1"/>
              </a:solidFill>
            </a:rPr>
            <a:t>具備</a:t>
          </a:r>
          <a:r>
            <a:rPr lang="en-US" altLang="zh-TW" sz="5400" dirty="0">
              <a:solidFill>
                <a:schemeClr val="bg1"/>
              </a:solidFill>
            </a:rPr>
            <a:t>GPU</a:t>
          </a:r>
          <a:r>
            <a:rPr lang="zh-TW" altLang="en-US" sz="5400" dirty="0">
              <a:solidFill>
                <a:schemeClr val="bg1"/>
              </a:solidFill>
            </a:rPr>
            <a:t>的雲端伺服器</a:t>
          </a:r>
          <a:endParaRPr lang="en-US" sz="5400" dirty="0">
            <a:solidFill>
              <a:schemeClr val="bg1"/>
            </a:solidFill>
          </a:endParaRPr>
        </a:p>
      </dgm:t>
    </dgm:pt>
    <dgm:pt modelId="{AD1BB348-76F8-4E5E-96AD-BEEA9C950330}" type="parTrans" cxnId="{B8AA78D9-F39F-45AE-9F28-D8C046F465E7}">
      <dgm:prSet/>
      <dgm:spPr/>
      <dgm:t>
        <a:bodyPr/>
        <a:lstStyle/>
        <a:p>
          <a:endParaRPr lang="en-US" sz="5400">
            <a:solidFill>
              <a:schemeClr val="bg1"/>
            </a:solidFill>
          </a:endParaRPr>
        </a:p>
      </dgm:t>
    </dgm:pt>
    <dgm:pt modelId="{B2D6BB61-4CE1-430A-B3F7-28F9492370B2}" type="sibTrans" cxnId="{B8AA78D9-F39F-45AE-9F28-D8C046F465E7}">
      <dgm:prSet/>
      <dgm:spPr/>
      <dgm:t>
        <a:bodyPr/>
        <a:lstStyle/>
        <a:p>
          <a:endParaRPr lang="en-US" sz="5400">
            <a:solidFill>
              <a:schemeClr val="bg1"/>
            </a:solidFill>
          </a:endParaRPr>
        </a:p>
      </dgm:t>
    </dgm:pt>
    <dgm:pt modelId="{6ADC710D-1FD9-441E-910A-BC5981DF94BB}">
      <dgm:prSet custT="1"/>
      <dgm:spPr/>
      <dgm:t>
        <a:bodyPr/>
        <a:lstStyle/>
        <a:p>
          <a:pPr>
            <a:lnSpc>
              <a:spcPct val="100000"/>
            </a:lnSpc>
          </a:pPr>
          <a:r>
            <a:rPr lang="en-US" sz="5400" dirty="0" err="1">
              <a:solidFill>
                <a:schemeClr val="bg1"/>
              </a:solidFill>
            </a:rPr>
            <a:t>JupyterLab</a:t>
          </a:r>
          <a:r>
            <a:rPr lang="en-US" sz="5400" dirty="0">
              <a:solidFill>
                <a:schemeClr val="bg1"/>
              </a:solidFill>
            </a:rPr>
            <a:t> </a:t>
          </a:r>
          <a:r>
            <a:rPr lang="zh-TW" altLang="en-US" sz="5400" dirty="0">
              <a:solidFill>
                <a:schemeClr val="bg1"/>
              </a:solidFill>
            </a:rPr>
            <a:t>軟體平台</a:t>
          </a:r>
          <a:endParaRPr lang="en-US" sz="5400" dirty="0">
            <a:solidFill>
              <a:schemeClr val="bg1"/>
            </a:solidFill>
          </a:endParaRPr>
        </a:p>
      </dgm:t>
    </dgm:pt>
    <dgm:pt modelId="{B07B776D-2477-4FCF-8D5B-C39B0D7FA6F7}" type="parTrans" cxnId="{34CE4CAB-F29F-480A-B167-0A5A856C35A9}">
      <dgm:prSet/>
      <dgm:spPr/>
      <dgm:t>
        <a:bodyPr/>
        <a:lstStyle/>
        <a:p>
          <a:endParaRPr lang="en-US" sz="5400">
            <a:solidFill>
              <a:schemeClr val="bg1"/>
            </a:solidFill>
          </a:endParaRPr>
        </a:p>
      </dgm:t>
    </dgm:pt>
    <dgm:pt modelId="{364FBC03-FC99-4AB4-A62A-8E81C46EEF5D}" type="sibTrans" cxnId="{34CE4CAB-F29F-480A-B167-0A5A856C35A9}">
      <dgm:prSet/>
      <dgm:spPr/>
      <dgm:t>
        <a:bodyPr/>
        <a:lstStyle/>
        <a:p>
          <a:endParaRPr lang="en-US" sz="5400">
            <a:solidFill>
              <a:schemeClr val="bg1"/>
            </a:solidFill>
          </a:endParaRPr>
        </a:p>
      </dgm:t>
    </dgm:pt>
    <dgm:pt modelId="{26CF6DA4-B4A8-4844-BAC7-04CF5BB63701}">
      <dgm:prSet custT="1"/>
      <dgm:spPr>
        <a:effectLst/>
      </dgm:spPr>
      <dgm:t>
        <a:bodyPr/>
        <a:lstStyle/>
        <a:p>
          <a:pPr>
            <a:lnSpc>
              <a:spcPct val="100000"/>
            </a:lnSpc>
          </a:pPr>
          <a:r>
            <a:rPr lang="zh-TW" altLang="en-US" sz="5400" dirty="0">
              <a:solidFill>
                <a:schemeClr val="bg1"/>
              </a:solidFill>
            </a:rPr>
            <a:t>用於互動式程式開發的</a:t>
          </a:r>
          <a:r>
            <a:rPr lang="en-US" sz="5400" dirty="0">
              <a:solidFill>
                <a:schemeClr val="bg1"/>
              </a:solidFill>
            </a:rPr>
            <a:t>Jupyter notebooks</a:t>
          </a:r>
        </a:p>
      </dgm:t>
    </dgm:pt>
    <dgm:pt modelId="{77DB2952-5065-454D-9595-56CCC1E705C8}" type="parTrans" cxnId="{7070C5C7-1F59-42F2-B10D-5A55797F4334}">
      <dgm:prSet/>
      <dgm:spPr/>
      <dgm:t>
        <a:bodyPr/>
        <a:lstStyle/>
        <a:p>
          <a:endParaRPr lang="en-US" sz="5400">
            <a:solidFill>
              <a:schemeClr val="bg1"/>
            </a:solidFill>
          </a:endParaRPr>
        </a:p>
      </dgm:t>
    </dgm:pt>
    <dgm:pt modelId="{35507A0D-53B5-47CB-8CD6-51117C23CDB0}" type="sibTrans" cxnId="{7070C5C7-1F59-42F2-B10D-5A55797F4334}">
      <dgm:prSet/>
      <dgm:spPr/>
      <dgm:t>
        <a:bodyPr/>
        <a:lstStyle/>
        <a:p>
          <a:endParaRPr lang="en-US" sz="5400">
            <a:solidFill>
              <a:schemeClr val="bg1"/>
            </a:solidFill>
          </a:endParaRPr>
        </a:p>
      </dgm:t>
    </dgm:pt>
    <dgm:pt modelId="{9E21CCCD-3FFD-4897-BBF0-B8BCE926695D}" type="pres">
      <dgm:prSet presAssocID="{C5C86F83-3E57-41B8-AF8B-A07B2A364DE9}" presName="root" presStyleCnt="0">
        <dgm:presLayoutVars>
          <dgm:dir/>
          <dgm:resizeHandles val="exact"/>
        </dgm:presLayoutVars>
      </dgm:prSet>
      <dgm:spPr/>
    </dgm:pt>
    <dgm:pt modelId="{199563B2-66C1-4EF1-B06E-4714D63112FD}" type="pres">
      <dgm:prSet presAssocID="{66D4199E-374D-45C4-9F73-148C485B7BBE}" presName="compNode" presStyleCnt="0"/>
      <dgm:spPr/>
    </dgm:pt>
    <dgm:pt modelId="{0406D1E4-B436-4B96-873D-FE4AB9071561}" type="pres">
      <dgm:prSet presAssocID="{66D4199E-374D-45C4-9F73-148C485B7BBE}" presName="bgRect" presStyleLbl="bgShp" presStyleIdx="0" presStyleCnt="3"/>
      <dgm:spPr>
        <a:solidFill>
          <a:schemeClr val="tx2">
            <a:lumMod val="20000"/>
            <a:lumOff val="80000"/>
          </a:schemeClr>
        </a:solidFill>
        <a:ln>
          <a:solidFill>
            <a:schemeClr val="tx2"/>
          </a:solidFill>
        </a:ln>
        <a:effectLst/>
      </dgm:spPr>
    </dgm:pt>
    <dgm:pt modelId="{E99DDE7A-283A-4B36-B4FD-3B7D1A7F505A}" type="pres">
      <dgm:prSet presAssocID="{66D4199E-374D-45C4-9F73-148C485B7BB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oud"/>
        </a:ext>
      </dgm:extLst>
    </dgm:pt>
    <dgm:pt modelId="{2BC332E5-D066-4D92-BFB0-88CDCEC39E3C}" type="pres">
      <dgm:prSet presAssocID="{66D4199E-374D-45C4-9F73-148C485B7BBE}" presName="spaceRect" presStyleCnt="0"/>
      <dgm:spPr/>
    </dgm:pt>
    <dgm:pt modelId="{2347421C-EE90-4D65-8F31-54D51C1F6781}" type="pres">
      <dgm:prSet presAssocID="{66D4199E-374D-45C4-9F73-148C485B7BBE}" presName="parTx" presStyleLbl="revTx" presStyleIdx="0" presStyleCnt="3">
        <dgm:presLayoutVars>
          <dgm:chMax val="0"/>
          <dgm:chPref val="0"/>
        </dgm:presLayoutVars>
      </dgm:prSet>
      <dgm:spPr/>
    </dgm:pt>
    <dgm:pt modelId="{23D9988D-6B01-4344-BE17-098D1762C0F3}" type="pres">
      <dgm:prSet presAssocID="{B2D6BB61-4CE1-430A-B3F7-28F9492370B2}" presName="sibTrans" presStyleCnt="0"/>
      <dgm:spPr/>
    </dgm:pt>
    <dgm:pt modelId="{A02F45E5-88DC-431D-BF21-22FE25B74A89}" type="pres">
      <dgm:prSet presAssocID="{6ADC710D-1FD9-441E-910A-BC5981DF94BB}" presName="compNode" presStyleCnt="0"/>
      <dgm:spPr/>
    </dgm:pt>
    <dgm:pt modelId="{CB8BD7E1-F75A-4BFE-B6CB-7E3262F569BF}" type="pres">
      <dgm:prSet presAssocID="{6ADC710D-1FD9-441E-910A-BC5981DF94BB}" presName="bgRect" presStyleLbl="bgShp" presStyleIdx="1" presStyleCnt="3"/>
      <dgm:spPr>
        <a:solidFill>
          <a:schemeClr val="tx2">
            <a:lumMod val="20000"/>
            <a:lumOff val="80000"/>
          </a:schemeClr>
        </a:solidFill>
        <a:ln>
          <a:solidFill>
            <a:schemeClr val="tx2"/>
          </a:solidFill>
        </a:ln>
        <a:effectLst/>
      </dgm:spPr>
    </dgm:pt>
    <dgm:pt modelId="{B4D88791-1C99-4E36-8185-559684766344}" type="pres">
      <dgm:prSet presAssocID="{6ADC710D-1FD9-441E-910A-BC5981DF94B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Laptop"/>
        </a:ext>
      </dgm:extLst>
    </dgm:pt>
    <dgm:pt modelId="{10400A65-507C-4382-BF93-FDFCB02D6344}" type="pres">
      <dgm:prSet presAssocID="{6ADC710D-1FD9-441E-910A-BC5981DF94BB}" presName="spaceRect" presStyleCnt="0"/>
      <dgm:spPr/>
    </dgm:pt>
    <dgm:pt modelId="{DC73B523-31B2-4F6A-B15C-7A82BA8F7622}" type="pres">
      <dgm:prSet presAssocID="{6ADC710D-1FD9-441E-910A-BC5981DF94BB}" presName="parTx" presStyleLbl="revTx" presStyleIdx="1" presStyleCnt="3">
        <dgm:presLayoutVars>
          <dgm:chMax val="0"/>
          <dgm:chPref val="0"/>
        </dgm:presLayoutVars>
      </dgm:prSet>
      <dgm:spPr/>
    </dgm:pt>
    <dgm:pt modelId="{C9789703-F27B-4F41-9275-3E0CB9993592}" type="pres">
      <dgm:prSet presAssocID="{364FBC03-FC99-4AB4-A62A-8E81C46EEF5D}" presName="sibTrans" presStyleCnt="0"/>
      <dgm:spPr/>
    </dgm:pt>
    <dgm:pt modelId="{F253F9C6-367C-4290-9941-762825A0C8BB}" type="pres">
      <dgm:prSet presAssocID="{26CF6DA4-B4A8-4844-BAC7-04CF5BB63701}" presName="compNode" presStyleCnt="0"/>
      <dgm:spPr/>
    </dgm:pt>
    <dgm:pt modelId="{B0512196-E812-4FF3-976E-C3174A3ECFCE}" type="pres">
      <dgm:prSet presAssocID="{26CF6DA4-B4A8-4844-BAC7-04CF5BB63701}" presName="bgRect" presStyleLbl="bgShp" presStyleIdx="2" presStyleCnt="3"/>
      <dgm:spPr>
        <a:solidFill>
          <a:schemeClr val="tx2">
            <a:lumMod val="20000"/>
            <a:lumOff val="80000"/>
          </a:schemeClr>
        </a:solidFill>
        <a:ln>
          <a:solidFill>
            <a:schemeClr val="tx2"/>
          </a:solidFill>
        </a:ln>
      </dgm:spPr>
    </dgm:pt>
    <dgm:pt modelId="{C69E0816-AE2C-4BF9-ACE3-6680FA4F7452}" type="pres">
      <dgm:prSet presAssocID="{26CF6DA4-B4A8-4844-BAC7-04CF5BB6370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Snake"/>
        </a:ext>
      </dgm:extLst>
    </dgm:pt>
    <dgm:pt modelId="{B09C2910-F65D-448B-A8AE-5E7FF29702C0}" type="pres">
      <dgm:prSet presAssocID="{26CF6DA4-B4A8-4844-BAC7-04CF5BB63701}" presName="spaceRect" presStyleCnt="0"/>
      <dgm:spPr/>
    </dgm:pt>
    <dgm:pt modelId="{78507FC2-A7BC-4678-B1E9-5E4734962E98}" type="pres">
      <dgm:prSet presAssocID="{26CF6DA4-B4A8-4844-BAC7-04CF5BB63701}" presName="parTx" presStyleLbl="revTx" presStyleIdx="2" presStyleCnt="3">
        <dgm:presLayoutVars>
          <dgm:chMax val="0"/>
          <dgm:chPref val="0"/>
        </dgm:presLayoutVars>
      </dgm:prSet>
      <dgm:spPr/>
    </dgm:pt>
  </dgm:ptLst>
  <dgm:cxnLst>
    <dgm:cxn modelId="{8F58A40A-FF6E-45B2-A9CD-928E001D3F07}" type="presOf" srcId="{66D4199E-374D-45C4-9F73-148C485B7BBE}" destId="{2347421C-EE90-4D65-8F31-54D51C1F6781}" srcOrd="0" destOrd="0" presId="urn:microsoft.com/office/officeart/2018/2/layout/IconVerticalSolidList"/>
    <dgm:cxn modelId="{467C3011-27CA-4798-ABEF-991DA1648F93}" type="presOf" srcId="{6ADC710D-1FD9-441E-910A-BC5981DF94BB}" destId="{DC73B523-31B2-4F6A-B15C-7A82BA8F7622}" srcOrd="0" destOrd="0" presId="urn:microsoft.com/office/officeart/2018/2/layout/IconVerticalSolidList"/>
    <dgm:cxn modelId="{6D4D9B36-0B13-4B90-9850-AFCB841CEABC}" type="presOf" srcId="{C5C86F83-3E57-41B8-AF8B-A07B2A364DE9}" destId="{9E21CCCD-3FFD-4897-BBF0-B8BCE926695D}" srcOrd="0" destOrd="0" presId="urn:microsoft.com/office/officeart/2018/2/layout/IconVerticalSolidList"/>
    <dgm:cxn modelId="{EF7E656E-3216-4ED9-970B-DEEA0B20F351}" type="presOf" srcId="{26CF6DA4-B4A8-4844-BAC7-04CF5BB63701}" destId="{78507FC2-A7BC-4678-B1E9-5E4734962E98}" srcOrd="0" destOrd="0" presId="urn:microsoft.com/office/officeart/2018/2/layout/IconVerticalSolidList"/>
    <dgm:cxn modelId="{34CE4CAB-F29F-480A-B167-0A5A856C35A9}" srcId="{C5C86F83-3E57-41B8-AF8B-A07B2A364DE9}" destId="{6ADC710D-1FD9-441E-910A-BC5981DF94BB}" srcOrd="1" destOrd="0" parTransId="{B07B776D-2477-4FCF-8D5B-C39B0D7FA6F7}" sibTransId="{364FBC03-FC99-4AB4-A62A-8E81C46EEF5D}"/>
    <dgm:cxn modelId="{7070C5C7-1F59-42F2-B10D-5A55797F4334}" srcId="{C5C86F83-3E57-41B8-AF8B-A07B2A364DE9}" destId="{26CF6DA4-B4A8-4844-BAC7-04CF5BB63701}" srcOrd="2" destOrd="0" parTransId="{77DB2952-5065-454D-9595-56CCC1E705C8}" sibTransId="{35507A0D-53B5-47CB-8CD6-51117C23CDB0}"/>
    <dgm:cxn modelId="{B8AA78D9-F39F-45AE-9F28-D8C046F465E7}" srcId="{C5C86F83-3E57-41B8-AF8B-A07B2A364DE9}" destId="{66D4199E-374D-45C4-9F73-148C485B7BBE}" srcOrd="0" destOrd="0" parTransId="{AD1BB348-76F8-4E5E-96AD-BEEA9C950330}" sibTransId="{B2D6BB61-4CE1-430A-B3F7-28F9492370B2}"/>
    <dgm:cxn modelId="{C45C04C8-935F-4F7F-A20A-E7EB4BEED825}" type="presParOf" srcId="{9E21CCCD-3FFD-4897-BBF0-B8BCE926695D}" destId="{199563B2-66C1-4EF1-B06E-4714D63112FD}" srcOrd="0" destOrd="0" presId="urn:microsoft.com/office/officeart/2018/2/layout/IconVerticalSolidList"/>
    <dgm:cxn modelId="{71325F0C-56E9-4359-8668-E11E7D848E97}" type="presParOf" srcId="{199563B2-66C1-4EF1-B06E-4714D63112FD}" destId="{0406D1E4-B436-4B96-873D-FE4AB9071561}" srcOrd="0" destOrd="0" presId="urn:microsoft.com/office/officeart/2018/2/layout/IconVerticalSolidList"/>
    <dgm:cxn modelId="{4DD8764F-1052-4EE3-8073-709038A01560}" type="presParOf" srcId="{199563B2-66C1-4EF1-B06E-4714D63112FD}" destId="{E99DDE7A-283A-4B36-B4FD-3B7D1A7F505A}" srcOrd="1" destOrd="0" presId="urn:microsoft.com/office/officeart/2018/2/layout/IconVerticalSolidList"/>
    <dgm:cxn modelId="{8888FD20-FFFC-49D0-8142-6EF93F0C3CA4}" type="presParOf" srcId="{199563B2-66C1-4EF1-B06E-4714D63112FD}" destId="{2BC332E5-D066-4D92-BFB0-88CDCEC39E3C}" srcOrd="2" destOrd="0" presId="urn:microsoft.com/office/officeart/2018/2/layout/IconVerticalSolidList"/>
    <dgm:cxn modelId="{D76FBE50-2478-4A2F-9644-C6CF3E1E4C39}" type="presParOf" srcId="{199563B2-66C1-4EF1-B06E-4714D63112FD}" destId="{2347421C-EE90-4D65-8F31-54D51C1F6781}" srcOrd="3" destOrd="0" presId="urn:microsoft.com/office/officeart/2018/2/layout/IconVerticalSolidList"/>
    <dgm:cxn modelId="{A7E345A0-4DC5-4594-9CA4-57D90E511EE0}" type="presParOf" srcId="{9E21CCCD-3FFD-4897-BBF0-B8BCE926695D}" destId="{23D9988D-6B01-4344-BE17-098D1762C0F3}" srcOrd="1" destOrd="0" presId="urn:microsoft.com/office/officeart/2018/2/layout/IconVerticalSolidList"/>
    <dgm:cxn modelId="{444B61F8-52C4-44DC-96B7-9D0A4E075798}" type="presParOf" srcId="{9E21CCCD-3FFD-4897-BBF0-B8BCE926695D}" destId="{A02F45E5-88DC-431D-BF21-22FE25B74A89}" srcOrd="2" destOrd="0" presId="urn:microsoft.com/office/officeart/2018/2/layout/IconVerticalSolidList"/>
    <dgm:cxn modelId="{13ADDE05-D65E-45FA-B01D-6F5CC4DA097D}" type="presParOf" srcId="{A02F45E5-88DC-431D-BF21-22FE25B74A89}" destId="{CB8BD7E1-F75A-4BFE-B6CB-7E3262F569BF}" srcOrd="0" destOrd="0" presId="urn:microsoft.com/office/officeart/2018/2/layout/IconVerticalSolidList"/>
    <dgm:cxn modelId="{3F0FB932-CEB6-441A-8C04-F75546C91008}" type="presParOf" srcId="{A02F45E5-88DC-431D-BF21-22FE25B74A89}" destId="{B4D88791-1C99-4E36-8185-559684766344}" srcOrd="1" destOrd="0" presId="urn:microsoft.com/office/officeart/2018/2/layout/IconVerticalSolidList"/>
    <dgm:cxn modelId="{44C683B2-729C-425E-9221-E0C74B5B3ED9}" type="presParOf" srcId="{A02F45E5-88DC-431D-BF21-22FE25B74A89}" destId="{10400A65-507C-4382-BF93-FDFCB02D6344}" srcOrd="2" destOrd="0" presId="urn:microsoft.com/office/officeart/2018/2/layout/IconVerticalSolidList"/>
    <dgm:cxn modelId="{285DD52A-F725-4F25-8D31-B0A72A126E68}" type="presParOf" srcId="{A02F45E5-88DC-431D-BF21-22FE25B74A89}" destId="{DC73B523-31B2-4F6A-B15C-7A82BA8F7622}" srcOrd="3" destOrd="0" presId="urn:microsoft.com/office/officeart/2018/2/layout/IconVerticalSolidList"/>
    <dgm:cxn modelId="{61B3B947-D877-44B6-9200-7A1D83572104}" type="presParOf" srcId="{9E21CCCD-3FFD-4897-BBF0-B8BCE926695D}" destId="{C9789703-F27B-4F41-9275-3E0CB9993592}" srcOrd="3" destOrd="0" presId="urn:microsoft.com/office/officeart/2018/2/layout/IconVerticalSolidList"/>
    <dgm:cxn modelId="{FFF41EF4-6020-4221-9CDA-74470D7D088A}" type="presParOf" srcId="{9E21CCCD-3FFD-4897-BBF0-B8BCE926695D}" destId="{F253F9C6-367C-4290-9941-762825A0C8BB}" srcOrd="4" destOrd="0" presId="urn:microsoft.com/office/officeart/2018/2/layout/IconVerticalSolidList"/>
    <dgm:cxn modelId="{42A5A0F0-D68A-4ECB-82CA-EC70B332E0EF}" type="presParOf" srcId="{F253F9C6-367C-4290-9941-762825A0C8BB}" destId="{B0512196-E812-4FF3-976E-C3174A3ECFCE}" srcOrd="0" destOrd="0" presId="urn:microsoft.com/office/officeart/2018/2/layout/IconVerticalSolidList"/>
    <dgm:cxn modelId="{890E0855-B28B-4A2E-B294-4C4FAF98DFB2}" type="presParOf" srcId="{F253F9C6-367C-4290-9941-762825A0C8BB}" destId="{C69E0816-AE2C-4BF9-ACE3-6680FA4F7452}" srcOrd="1" destOrd="0" presId="urn:microsoft.com/office/officeart/2018/2/layout/IconVerticalSolidList"/>
    <dgm:cxn modelId="{92471E06-969A-4809-B624-07D3C61FF896}" type="presParOf" srcId="{F253F9C6-367C-4290-9941-762825A0C8BB}" destId="{B09C2910-F65D-448B-A8AE-5E7FF29702C0}" srcOrd="2" destOrd="0" presId="urn:microsoft.com/office/officeart/2018/2/layout/IconVerticalSolidList"/>
    <dgm:cxn modelId="{E10DB4C9-F3BF-484F-840D-C773F052D934}" type="presParOf" srcId="{F253F9C6-367C-4290-9941-762825A0C8BB}" destId="{78507FC2-A7BC-4678-B1E9-5E4734962E9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2CBD1B7-125F-4891-8E35-5B3C666E5D34}" type="doc">
      <dgm:prSet loTypeId="urn:microsoft.com/office/officeart/2005/8/layout/list1" loCatId="list" qsTypeId="urn:microsoft.com/office/officeart/2005/8/quickstyle/simple2" qsCatId="simple" csTypeId="urn:microsoft.com/office/officeart/2005/8/colors/accent0_3" csCatId="mainScheme" phldr="1"/>
      <dgm:spPr/>
      <dgm:t>
        <a:bodyPr/>
        <a:lstStyle/>
        <a:p>
          <a:endParaRPr lang="en-US"/>
        </a:p>
      </dgm:t>
    </dgm:pt>
    <dgm:pt modelId="{76238D98-F3FD-4621-84BA-545AAB15993C}">
      <dgm:prSet custT="1"/>
      <dgm:spPr/>
      <dgm:t>
        <a:bodyPr/>
        <a:lstStyle/>
        <a:p>
          <a:r>
            <a:rPr lang="zh-TW" altLang="en-US" sz="6600" dirty="0">
              <a:solidFill>
                <a:schemeClr val="tx1"/>
              </a:solidFill>
            </a:rPr>
            <a:t>訓練網路正確分類手寫數字</a:t>
          </a:r>
          <a:endParaRPr lang="en-US" sz="6600" dirty="0">
            <a:solidFill>
              <a:schemeClr val="tx1"/>
            </a:solidFill>
          </a:endParaRPr>
        </a:p>
      </dgm:t>
    </dgm:pt>
    <dgm:pt modelId="{97862724-4BFB-4125-A4DB-04689493B0EC}" type="parTrans" cxnId="{6AAA5ECA-2094-40A0-A1BB-5707C586C58F}">
      <dgm:prSet/>
      <dgm:spPr/>
      <dgm:t>
        <a:bodyPr/>
        <a:lstStyle/>
        <a:p>
          <a:endParaRPr lang="en-US"/>
        </a:p>
      </dgm:t>
    </dgm:pt>
    <dgm:pt modelId="{3DDD930A-BC1C-40F7-8334-D9EE00652A97}" type="sibTrans" cxnId="{6AAA5ECA-2094-40A0-A1BB-5707C586C58F}">
      <dgm:prSet/>
      <dgm:spPr/>
      <dgm:t>
        <a:bodyPr/>
        <a:lstStyle/>
        <a:p>
          <a:endParaRPr lang="en-US"/>
        </a:p>
      </dgm:t>
    </dgm:pt>
    <dgm:pt modelId="{3EBE31E3-5C18-4019-9218-301418E78200}">
      <dgm:prSet custT="1"/>
      <dgm:spPr>
        <a:solidFill>
          <a:schemeClr val="tx2">
            <a:lumMod val="20000"/>
            <a:lumOff val="80000"/>
            <a:alpha val="90000"/>
          </a:schemeClr>
        </a:solidFill>
        <a:ln>
          <a:solidFill>
            <a:schemeClr val="tx2"/>
          </a:solidFill>
        </a:ln>
      </dgm:spPr>
      <dgm:t>
        <a:bodyPr/>
        <a:lstStyle/>
        <a:p>
          <a:pPr algn="l">
            <a:buFont typeface="Arial" panose="020B0604020202020204" pitchFamily="34" charset="0"/>
            <a:buNone/>
          </a:pPr>
          <a:r>
            <a:rPr lang="zh-TW" altLang="en-US" sz="5400" dirty="0">
              <a:solidFill>
                <a:sysClr val="windowText" lastClr="000000"/>
              </a:solidFill>
            </a:rPr>
            <a:t>傳統上對電腦而言這是重要且困難的任務</a:t>
          </a:r>
          <a:endParaRPr lang="en-US" sz="5400" dirty="0">
            <a:solidFill>
              <a:sysClr val="windowText" lastClr="000000"/>
            </a:solidFill>
          </a:endParaRPr>
        </a:p>
      </dgm:t>
    </dgm:pt>
    <dgm:pt modelId="{D9F3E58A-465B-4BF5-B620-1CE8DCA5E626}" type="parTrans" cxnId="{60B7052F-5D41-41F5-A31E-1AB581B5E58E}">
      <dgm:prSet/>
      <dgm:spPr/>
      <dgm:t>
        <a:bodyPr/>
        <a:lstStyle/>
        <a:p>
          <a:endParaRPr lang="en-US"/>
        </a:p>
      </dgm:t>
    </dgm:pt>
    <dgm:pt modelId="{A4E84639-E228-4709-93A7-1AC694D95B84}" type="sibTrans" cxnId="{60B7052F-5D41-41F5-A31E-1AB581B5E58E}">
      <dgm:prSet/>
      <dgm:spPr/>
      <dgm:t>
        <a:bodyPr/>
        <a:lstStyle/>
        <a:p>
          <a:endParaRPr lang="en-US"/>
        </a:p>
      </dgm:t>
    </dgm:pt>
    <dgm:pt modelId="{EFD9555C-3A87-4985-A004-F66E395601C0}">
      <dgm:prSet custT="1"/>
      <dgm:spPr/>
      <dgm:t>
        <a:bodyPr/>
        <a:lstStyle/>
        <a:p>
          <a:r>
            <a:rPr lang="zh-TW" altLang="en-US" sz="6600" dirty="0">
              <a:solidFill>
                <a:schemeClr val="tx1"/>
              </a:solidFill>
            </a:rPr>
            <a:t>嘗試像神經網路</a:t>
          </a:r>
          <a:r>
            <a:rPr lang="en-US" altLang="zh-TW" sz="6600" dirty="0">
              <a:solidFill>
                <a:schemeClr val="tx1"/>
              </a:solidFill>
            </a:rPr>
            <a:t>(Neural Network)</a:t>
          </a:r>
          <a:r>
            <a:rPr lang="zh-TW" altLang="en-US" sz="6600" dirty="0">
              <a:solidFill>
                <a:schemeClr val="tx1"/>
              </a:solidFill>
            </a:rPr>
            <a:t>一樣學習</a:t>
          </a:r>
          <a:endParaRPr lang="en-US" sz="6600" dirty="0">
            <a:solidFill>
              <a:schemeClr val="tx1"/>
            </a:solidFill>
          </a:endParaRPr>
        </a:p>
      </dgm:t>
    </dgm:pt>
    <dgm:pt modelId="{ACA616CE-E00C-40FA-9EA3-7DCA6EF6D25F}" type="parTrans" cxnId="{5DCFC8EF-8682-4204-806E-068D38BE7232}">
      <dgm:prSet/>
      <dgm:spPr/>
      <dgm:t>
        <a:bodyPr/>
        <a:lstStyle/>
        <a:p>
          <a:endParaRPr lang="en-US"/>
        </a:p>
      </dgm:t>
    </dgm:pt>
    <dgm:pt modelId="{A6095C3F-C203-4DFB-9013-A9FA2B233B4D}" type="sibTrans" cxnId="{5DCFC8EF-8682-4204-806E-068D38BE7232}">
      <dgm:prSet/>
      <dgm:spPr/>
      <dgm:t>
        <a:bodyPr/>
        <a:lstStyle/>
        <a:p>
          <a:endParaRPr lang="en-US"/>
        </a:p>
      </dgm:t>
    </dgm:pt>
    <dgm:pt modelId="{D81A46FC-FC06-4605-853F-EA0E60D17467}">
      <dgm:prSet custT="1"/>
      <dgm:spPr>
        <a:solidFill>
          <a:schemeClr val="tx2">
            <a:lumMod val="20000"/>
            <a:lumOff val="80000"/>
            <a:alpha val="90000"/>
          </a:schemeClr>
        </a:solidFill>
        <a:ln>
          <a:solidFill>
            <a:schemeClr val="tx2"/>
          </a:solidFill>
        </a:ln>
      </dgm:spPr>
      <dgm:t>
        <a:bodyPr/>
        <a:lstStyle/>
        <a:p>
          <a:pPr>
            <a:buNone/>
          </a:pPr>
          <a:r>
            <a:rPr lang="zh-TW" altLang="en-US" sz="5400" dirty="0">
              <a:solidFill>
                <a:sysClr val="windowText" lastClr="000000"/>
              </a:solidFill>
            </a:rPr>
            <a:t>接觸範例，並嘗試找出其運作規則</a:t>
          </a:r>
          <a:endParaRPr lang="en-US" sz="5400" dirty="0">
            <a:solidFill>
              <a:sysClr val="windowText" lastClr="000000"/>
            </a:solidFill>
          </a:endParaRPr>
        </a:p>
      </dgm:t>
    </dgm:pt>
    <dgm:pt modelId="{2D8A08A7-77DF-4E92-B429-0BAF089C9336}" type="parTrans" cxnId="{130EA57A-39A9-4B04-B5AA-B7026FF93105}">
      <dgm:prSet/>
      <dgm:spPr/>
      <dgm:t>
        <a:bodyPr/>
        <a:lstStyle/>
        <a:p>
          <a:endParaRPr lang="en-US"/>
        </a:p>
      </dgm:t>
    </dgm:pt>
    <dgm:pt modelId="{C88DADFC-89EF-4BF9-A6AF-B6F9C7223B9D}" type="sibTrans" cxnId="{130EA57A-39A9-4B04-B5AA-B7026FF93105}">
      <dgm:prSet/>
      <dgm:spPr/>
      <dgm:t>
        <a:bodyPr/>
        <a:lstStyle/>
        <a:p>
          <a:endParaRPr lang="en-US"/>
        </a:p>
      </dgm:t>
    </dgm:pt>
    <dgm:pt modelId="{878FB980-632C-461F-AF56-05C262D010F9}" type="pres">
      <dgm:prSet presAssocID="{C2CBD1B7-125F-4891-8E35-5B3C666E5D34}" presName="linear" presStyleCnt="0">
        <dgm:presLayoutVars>
          <dgm:dir/>
          <dgm:animLvl val="lvl"/>
          <dgm:resizeHandles val="exact"/>
        </dgm:presLayoutVars>
      </dgm:prSet>
      <dgm:spPr/>
    </dgm:pt>
    <dgm:pt modelId="{BDFDDA22-4A5D-4CFA-8757-429CB54D9F69}" type="pres">
      <dgm:prSet presAssocID="{76238D98-F3FD-4621-84BA-545AAB15993C}" presName="parentLin" presStyleCnt="0"/>
      <dgm:spPr/>
    </dgm:pt>
    <dgm:pt modelId="{C4EC0088-5917-45A9-84BA-7F185F3BAFEC}" type="pres">
      <dgm:prSet presAssocID="{76238D98-F3FD-4621-84BA-545AAB15993C}" presName="parentLeftMargin" presStyleLbl="node1" presStyleIdx="0" presStyleCnt="2"/>
      <dgm:spPr/>
    </dgm:pt>
    <dgm:pt modelId="{8ECD0506-5414-42CF-9870-F17494DD9CC9}" type="pres">
      <dgm:prSet presAssocID="{76238D98-F3FD-4621-84BA-545AAB15993C}" presName="parentText" presStyleLbl="node1" presStyleIdx="0" presStyleCnt="2" custScaleY="155313">
        <dgm:presLayoutVars>
          <dgm:chMax val="0"/>
          <dgm:bulletEnabled val="1"/>
        </dgm:presLayoutVars>
      </dgm:prSet>
      <dgm:spPr/>
    </dgm:pt>
    <dgm:pt modelId="{A4A3B9CB-76E7-47A0-AC6E-32CFF8D948E9}" type="pres">
      <dgm:prSet presAssocID="{76238D98-F3FD-4621-84BA-545AAB15993C}" presName="negativeSpace" presStyleCnt="0"/>
      <dgm:spPr/>
    </dgm:pt>
    <dgm:pt modelId="{F4CF5DA9-BF51-484E-850E-0CCB89F725A1}" type="pres">
      <dgm:prSet presAssocID="{76238D98-F3FD-4621-84BA-545AAB15993C}" presName="childText" presStyleLbl="conFgAcc1" presStyleIdx="0" presStyleCnt="2">
        <dgm:presLayoutVars>
          <dgm:bulletEnabled val="1"/>
        </dgm:presLayoutVars>
      </dgm:prSet>
      <dgm:spPr/>
    </dgm:pt>
    <dgm:pt modelId="{13F03A6A-470E-4C13-84CA-21A8B0E884D0}" type="pres">
      <dgm:prSet presAssocID="{3DDD930A-BC1C-40F7-8334-D9EE00652A97}" presName="spaceBetweenRectangles" presStyleCnt="0"/>
      <dgm:spPr/>
    </dgm:pt>
    <dgm:pt modelId="{41F942EC-9F81-49AD-BAA4-29F151B0971E}" type="pres">
      <dgm:prSet presAssocID="{EFD9555C-3A87-4985-A004-F66E395601C0}" presName="parentLin" presStyleCnt="0"/>
      <dgm:spPr/>
    </dgm:pt>
    <dgm:pt modelId="{B584B4FA-A5C3-4F20-89D4-38FD6E444224}" type="pres">
      <dgm:prSet presAssocID="{EFD9555C-3A87-4985-A004-F66E395601C0}" presName="parentLeftMargin" presStyleLbl="node1" presStyleIdx="0" presStyleCnt="2"/>
      <dgm:spPr/>
    </dgm:pt>
    <dgm:pt modelId="{75B5CEDE-3C67-4323-A68F-C35104BA1394}" type="pres">
      <dgm:prSet presAssocID="{EFD9555C-3A87-4985-A004-F66E395601C0}" presName="parentText" presStyleLbl="node1" presStyleIdx="1" presStyleCnt="2" custScaleY="155313">
        <dgm:presLayoutVars>
          <dgm:chMax val="0"/>
          <dgm:bulletEnabled val="1"/>
        </dgm:presLayoutVars>
      </dgm:prSet>
      <dgm:spPr/>
    </dgm:pt>
    <dgm:pt modelId="{5A075F4D-458C-4A46-A967-B4CEEFB22FD1}" type="pres">
      <dgm:prSet presAssocID="{EFD9555C-3A87-4985-A004-F66E395601C0}" presName="negativeSpace" presStyleCnt="0"/>
      <dgm:spPr/>
    </dgm:pt>
    <dgm:pt modelId="{19B38603-03E2-433E-9B22-697AC7514A74}" type="pres">
      <dgm:prSet presAssocID="{EFD9555C-3A87-4985-A004-F66E395601C0}" presName="childText" presStyleLbl="conFgAcc1" presStyleIdx="1" presStyleCnt="2">
        <dgm:presLayoutVars>
          <dgm:bulletEnabled val="1"/>
        </dgm:presLayoutVars>
      </dgm:prSet>
      <dgm:spPr/>
    </dgm:pt>
  </dgm:ptLst>
  <dgm:cxnLst>
    <dgm:cxn modelId="{885BD500-E780-49C9-853C-91FC684AAEDC}" type="presOf" srcId="{C2CBD1B7-125F-4891-8E35-5B3C666E5D34}" destId="{878FB980-632C-461F-AF56-05C262D010F9}" srcOrd="0" destOrd="0" presId="urn:microsoft.com/office/officeart/2005/8/layout/list1"/>
    <dgm:cxn modelId="{E218BD19-9796-467B-87E6-058B89FBC14F}" type="presOf" srcId="{76238D98-F3FD-4621-84BA-545AAB15993C}" destId="{8ECD0506-5414-42CF-9870-F17494DD9CC9}" srcOrd="1" destOrd="0" presId="urn:microsoft.com/office/officeart/2005/8/layout/list1"/>
    <dgm:cxn modelId="{E7517C1E-C07C-4276-9C85-2403A07F2215}" type="presOf" srcId="{D81A46FC-FC06-4605-853F-EA0E60D17467}" destId="{19B38603-03E2-433E-9B22-697AC7514A74}" srcOrd="0" destOrd="0" presId="urn:microsoft.com/office/officeart/2005/8/layout/list1"/>
    <dgm:cxn modelId="{60B7052F-5D41-41F5-A31E-1AB581B5E58E}" srcId="{76238D98-F3FD-4621-84BA-545AAB15993C}" destId="{3EBE31E3-5C18-4019-9218-301418E78200}" srcOrd="0" destOrd="0" parTransId="{D9F3E58A-465B-4BF5-B620-1CE8DCA5E626}" sibTransId="{A4E84639-E228-4709-93A7-1AC694D95B84}"/>
    <dgm:cxn modelId="{8016F877-68FE-4C5D-A846-93A29ADE930C}" type="presOf" srcId="{EFD9555C-3A87-4985-A004-F66E395601C0}" destId="{75B5CEDE-3C67-4323-A68F-C35104BA1394}" srcOrd="1" destOrd="0" presId="urn:microsoft.com/office/officeart/2005/8/layout/list1"/>
    <dgm:cxn modelId="{130EA57A-39A9-4B04-B5AA-B7026FF93105}" srcId="{EFD9555C-3A87-4985-A004-F66E395601C0}" destId="{D81A46FC-FC06-4605-853F-EA0E60D17467}" srcOrd="0" destOrd="0" parTransId="{2D8A08A7-77DF-4E92-B429-0BAF089C9336}" sibTransId="{C88DADFC-89EF-4BF9-A6AF-B6F9C7223B9D}"/>
    <dgm:cxn modelId="{9FC2FC91-4657-4779-9E87-D5A56186E746}" type="presOf" srcId="{3EBE31E3-5C18-4019-9218-301418E78200}" destId="{F4CF5DA9-BF51-484E-850E-0CCB89F725A1}" srcOrd="0" destOrd="0" presId="urn:microsoft.com/office/officeart/2005/8/layout/list1"/>
    <dgm:cxn modelId="{A27BED9E-D1EC-4B04-98A1-0DA1D4EC1C8B}" type="presOf" srcId="{76238D98-F3FD-4621-84BA-545AAB15993C}" destId="{C4EC0088-5917-45A9-84BA-7F185F3BAFEC}" srcOrd="0" destOrd="0" presId="urn:microsoft.com/office/officeart/2005/8/layout/list1"/>
    <dgm:cxn modelId="{6AAA5ECA-2094-40A0-A1BB-5707C586C58F}" srcId="{C2CBD1B7-125F-4891-8E35-5B3C666E5D34}" destId="{76238D98-F3FD-4621-84BA-545AAB15993C}" srcOrd="0" destOrd="0" parTransId="{97862724-4BFB-4125-A4DB-04689493B0EC}" sibTransId="{3DDD930A-BC1C-40F7-8334-D9EE00652A97}"/>
    <dgm:cxn modelId="{5DCFC8EF-8682-4204-806E-068D38BE7232}" srcId="{C2CBD1B7-125F-4891-8E35-5B3C666E5D34}" destId="{EFD9555C-3A87-4985-A004-F66E395601C0}" srcOrd="1" destOrd="0" parTransId="{ACA616CE-E00C-40FA-9EA3-7DCA6EF6D25F}" sibTransId="{A6095C3F-C203-4DFB-9013-A9FA2B233B4D}"/>
    <dgm:cxn modelId="{065CCAF8-6F20-4498-8875-70F0AA4DA6C9}" type="presOf" srcId="{EFD9555C-3A87-4985-A004-F66E395601C0}" destId="{B584B4FA-A5C3-4F20-89D4-38FD6E444224}" srcOrd="0" destOrd="0" presId="urn:microsoft.com/office/officeart/2005/8/layout/list1"/>
    <dgm:cxn modelId="{C490FE78-AD02-44CE-A37F-23A0949715FC}" type="presParOf" srcId="{878FB980-632C-461F-AF56-05C262D010F9}" destId="{BDFDDA22-4A5D-4CFA-8757-429CB54D9F69}" srcOrd="0" destOrd="0" presId="urn:microsoft.com/office/officeart/2005/8/layout/list1"/>
    <dgm:cxn modelId="{F96B0DA3-7D05-41DA-80DA-8CD459E9D122}" type="presParOf" srcId="{BDFDDA22-4A5D-4CFA-8757-429CB54D9F69}" destId="{C4EC0088-5917-45A9-84BA-7F185F3BAFEC}" srcOrd="0" destOrd="0" presId="urn:microsoft.com/office/officeart/2005/8/layout/list1"/>
    <dgm:cxn modelId="{C0B29C47-3D76-44E9-868E-F6886A9D27F6}" type="presParOf" srcId="{BDFDDA22-4A5D-4CFA-8757-429CB54D9F69}" destId="{8ECD0506-5414-42CF-9870-F17494DD9CC9}" srcOrd="1" destOrd="0" presId="urn:microsoft.com/office/officeart/2005/8/layout/list1"/>
    <dgm:cxn modelId="{3450FD88-2DF5-4E97-A78E-933C71CE3003}" type="presParOf" srcId="{878FB980-632C-461F-AF56-05C262D010F9}" destId="{A4A3B9CB-76E7-47A0-AC6E-32CFF8D948E9}" srcOrd="1" destOrd="0" presId="urn:microsoft.com/office/officeart/2005/8/layout/list1"/>
    <dgm:cxn modelId="{4D786C6D-3F0D-478C-9EED-FECA27D16106}" type="presParOf" srcId="{878FB980-632C-461F-AF56-05C262D010F9}" destId="{F4CF5DA9-BF51-484E-850E-0CCB89F725A1}" srcOrd="2" destOrd="0" presId="urn:microsoft.com/office/officeart/2005/8/layout/list1"/>
    <dgm:cxn modelId="{A75B2A80-079D-48A7-BD40-F220B1BBA83C}" type="presParOf" srcId="{878FB980-632C-461F-AF56-05C262D010F9}" destId="{13F03A6A-470E-4C13-84CA-21A8B0E884D0}" srcOrd="3" destOrd="0" presId="urn:microsoft.com/office/officeart/2005/8/layout/list1"/>
    <dgm:cxn modelId="{A87FAC34-EEF8-4F8E-BFD3-7BCEF2B8B2BA}" type="presParOf" srcId="{878FB980-632C-461F-AF56-05C262D010F9}" destId="{41F942EC-9F81-49AD-BAA4-29F151B0971E}" srcOrd="4" destOrd="0" presId="urn:microsoft.com/office/officeart/2005/8/layout/list1"/>
    <dgm:cxn modelId="{FA52F2C7-ABA9-488F-8835-29A773BFADFC}" type="presParOf" srcId="{41F942EC-9F81-49AD-BAA4-29F151B0971E}" destId="{B584B4FA-A5C3-4F20-89D4-38FD6E444224}" srcOrd="0" destOrd="0" presId="urn:microsoft.com/office/officeart/2005/8/layout/list1"/>
    <dgm:cxn modelId="{7A5227C6-EFA1-42FA-9141-D658C35BBC90}" type="presParOf" srcId="{41F942EC-9F81-49AD-BAA4-29F151B0971E}" destId="{75B5CEDE-3C67-4323-A68F-C35104BA1394}" srcOrd="1" destOrd="0" presId="urn:microsoft.com/office/officeart/2005/8/layout/list1"/>
    <dgm:cxn modelId="{F5FA8C22-5F3E-4A52-BCC9-6E5444A29C15}" type="presParOf" srcId="{878FB980-632C-461F-AF56-05C262D010F9}" destId="{5A075F4D-458C-4A46-A967-B4CEEFB22FD1}" srcOrd="5" destOrd="0" presId="urn:microsoft.com/office/officeart/2005/8/layout/list1"/>
    <dgm:cxn modelId="{9A929394-B852-4B97-BD7E-67C31F378243}" type="presParOf" srcId="{878FB980-632C-461F-AF56-05C262D010F9}" destId="{19B38603-03E2-433E-9B22-697AC7514A74}"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845A47-5BBD-4EA6-B6AA-33E0CB37CC35}">
      <dsp:nvSpPr>
        <dsp:cNvPr id="0" name=""/>
        <dsp:cNvSpPr/>
      </dsp:nvSpPr>
      <dsp:spPr>
        <a:xfrm>
          <a:off x="0" y="5666"/>
          <a:ext cx="31546800" cy="2871717"/>
        </a:xfrm>
        <a:prstGeom prst="roundRect">
          <a:avLst>
            <a:gd name="adj" fmla="val 10000"/>
          </a:avLst>
        </a:prstGeom>
        <a:solidFill>
          <a:schemeClr val="tx2">
            <a:lumMod val="20000"/>
            <a:lumOff val="80000"/>
          </a:schemeClr>
        </a:solidFill>
        <a:ln>
          <a:solidFill>
            <a:schemeClr val="tx2"/>
          </a:solidFill>
        </a:ln>
        <a:effectLst/>
      </dsp:spPr>
      <dsp:style>
        <a:lnRef idx="0">
          <a:scrgbClr r="0" g="0" b="0"/>
        </a:lnRef>
        <a:fillRef idx="1">
          <a:scrgbClr r="0" g="0" b="0"/>
        </a:fillRef>
        <a:effectRef idx="0">
          <a:scrgbClr r="0" g="0" b="0"/>
        </a:effectRef>
        <a:fontRef idx="minor"/>
      </dsp:style>
    </dsp:sp>
    <dsp:sp modelId="{42F52CAD-AD36-400B-8CDF-5D079BE10E70}">
      <dsp:nvSpPr>
        <dsp:cNvPr id="0" name=""/>
        <dsp:cNvSpPr/>
      </dsp:nvSpPr>
      <dsp:spPr>
        <a:xfrm>
          <a:off x="868694" y="651802"/>
          <a:ext cx="1579444" cy="15794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8FB7954-9C86-4416-824A-0B2AEA3674F1}">
      <dsp:nvSpPr>
        <dsp:cNvPr id="0" name=""/>
        <dsp:cNvSpPr/>
      </dsp:nvSpPr>
      <dsp:spPr>
        <a:xfrm>
          <a:off x="3316834" y="5666"/>
          <a:ext cx="28229965" cy="2871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3923" tIns="303923" rIns="303923" bIns="303923" numCol="1" spcCol="1270" anchor="ctr" anchorCtr="0">
          <a:noAutofit/>
        </a:bodyPr>
        <a:lstStyle/>
        <a:p>
          <a:pPr marL="0" lvl="0" indent="0" algn="l" defTabSz="2400300">
            <a:lnSpc>
              <a:spcPct val="100000"/>
            </a:lnSpc>
            <a:spcBef>
              <a:spcPct val="0"/>
            </a:spcBef>
            <a:spcAft>
              <a:spcPct val="35000"/>
            </a:spcAft>
            <a:buNone/>
          </a:pPr>
          <a:r>
            <a:rPr lang="zh-TW" altLang="en-US" sz="5400" kern="1200" dirty="0">
              <a:solidFill>
                <a:schemeClr val="bg1"/>
              </a:solidFill>
            </a:rPr>
            <a:t>讓您快速上手並立即投入</a:t>
          </a:r>
          <a:endParaRPr lang="en-US" sz="5400" kern="1200" dirty="0">
            <a:solidFill>
              <a:schemeClr val="bg1"/>
            </a:solidFill>
          </a:endParaRPr>
        </a:p>
      </dsp:txBody>
      <dsp:txXfrm>
        <a:off x="3316834" y="5666"/>
        <a:ext cx="28229965" cy="2871717"/>
      </dsp:txXfrm>
    </dsp:sp>
    <dsp:sp modelId="{E577A223-E107-415E-B7E9-2D05BFC6ECD7}">
      <dsp:nvSpPr>
        <dsp:cNvPr id="0" name=""/>
        <dsp:cNvSpPr/>
      </dsp:nvSpPr>
      <dsp:spPr>
        <a:xfrm>
          <a:off x="0" y="3595313"/>
          <a:ext cx="31546800" cy="2871717"/>
        </a:xfrm>
        <a:prstGeom prst="roundRect">
          <a:avLst>
            <a:gd name="adj" fmla="val 10000"/>
          </a:avLst>
        </a:prstGeom>
        <a:solidFill>
          <a:schemeClr val="tx2">
            <a:lumMod val="20000"/>
            <a:lumOff val="80000"/>
          </a:schemeClr>
        </a:solidFill>
        <a:ln>
          <a:solidFill>
            <a:schemeClr val="tx2"/>
          </a:solidFill>
        </a:ln>
        <a:effectLst/>
      </dsp:spPr>
      <dsp:style>
        <a:lnRef idx="0">
          <a:scrgbClr r="0" g="0" b="0"/>
        </a:lnRef>
        <a:fillRef idx="1">
          <a:scrgbClr r="0" g="0" b="0"/>
        </a:fillRef>
        <a:effectRef idx="0">
          <a:scrgbClr r="0" g="0" b="0"/>
        </a:effectRef>
        <a:fontRef idx="minor"/>
      </dsp:style>
    </dsp:sp>
    <dsp:sp modelId="{84D5F0CA-671B-49CF-8BBA-8208F8546DA5}">
      <dsp:nvSpPr>
        <dsp:cNvPr id="0" name=""/>
        <dsp:cNvSpPr/>
      </dsp:nvSpPr>
      <dsp:spPr>
        <a:xfrm>
          <a:off x="868694" y="4241449"/>
          <a:ext cx="1579444" cy="15794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2AE2A3-1A43-4AC6-B1CE-EFFB64CF2264}">
      <dsp:nvSpPr>
        <dsp:cNvPr id="0" name=""/>
        <dsp:cNvSpPr/>
      </dsp:nvSpPr>
      <dsp:spPr>
        <a:xfrm>
          <a:off x="3316834" y="3595313"/>
          <a:ext cx="28229965" cy="2871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3923" tIns="303923" rIns="303923" bIns="303923" numCol="1" spcCol="1270" anchor="ctr" anchorCtr="0">
          <a:noAutofit/>
        </a:bodyPr>
        <a:lstStyle/>
        <a:p>
          <a:pPr marL="0" lvl="0" indent="0" algn="l" defTabSz="2400300">
            <a:lnSpc>
              <a:spcPct val="100000"/>
            </a:lnSpc>
            <a:spcBef>
              <a:spcPct val="0"/>
            </a:spcBef>
            <a:spcAft>
              <a:spcPct val="35000"/>
            </a:spcAft>
            <a:buNone/>
          </a:pPr>
          <a:r>
            <a:rPr lang="zh-TW" altLang="en-US" sz="5400" kern="1200" dirty="0">
              <a:solidFill>
                <a:schemeClr val="bg1"/>
              </a:solidFill>
            </a:rPr>
            <a:t>建立基礎以立即處理深度學習</a:t>
          </a:r>
          <a:r>
            <a:rPr lang="en-US" altLang="zh-TW" sz="5400" kern="1200" dirty="0">
              <a:solidFill>
                <a:schemeClr val="bg1"/>
              </a:solidFill>
            </a:rPr>
            <a:t>(deep learning)</a:t>
          </a:r>
          <a:r>
            <a:rPr lang="zh-TW" altLang="en-US" sz="5400" kern="1200" dirty="0">
              <a:solidFill>
                <a:schemeClr val="bg1"/>
              </a:solidFill>
            </a:rPr>
            <a:t>專案</a:t>
          </a:r>
          <a:endParaRPr lang="en-US" sz="5400" kern="1200" dirty="0">
            <a:solidFill>
              <a:schemeClr val="bg1"/>
            </a:solidFill>
          </a:endParaRPr>
        </a:p>
      </dsp:txBody>
      <dsp:txXfrm>
        <a:off x="3316834" y="3595313"/>
        <a:ext cx="28229965" cy="2871717"/>
      </dsp:txXfrm>
    </dsp:sp>
    <dsp:sp modelId="{92A46588-869A-47E0-8221-FC191AFC77F6}">
      <dsp:nvSpPr>
        <dsp:cNvPr id="0" name=""/>
        <dsp:cNvSpPr/>
      </dsp:nvSpPr>
      <dsp:spPr>
        <a:xfrm>
          <a:off x="0" y="7184960"/>
          <a:ext cx="31546800" cy="2871717"/>
        </a:xfrm>
        <a:prstGeom prst="roundRect">
          <a:avLst>
            <a:gd name="adj" fmla="val 10000"/>
          </a:avLst>
        </a:prstGeom>
        <a:solidFill>
          <a:schemeClr val="tx2">
            <a:lumMod val="20000"/>
            <a:lumOff val="80000"/>
          </a:schemeClr>
        </a:solidFill>
        <a:ln>
          <a:solidFill>
            <a:schemeClr val="tx2"/>
          </a:solidFill>
        </a:ln>
        <a:effectLst/>
      </dsp:spPr>
      <dsp:style>
        <a:lnRef idx="0">
          <a:scrgbClr r="0" g="0" b="0"/>
        </a:lnRef>
        <a:fillRef idx="1">
          <a:scrgbClr r="0" g="0" b="0"/>
        </a:fillRef>
        <a:effectRef idx="0">
          <a:scrgbClr r="0" g="0" b="0"/>
        </a:effectRef>
        <a:fontRef idx="minor"/>
      </dsp:style>
    </dsp:sp>
    <dsp:sp modelId="{C345FB51-8B5A-4C17-8E22-B4A3A8632D76}">
      <dsp:nvSpPr>
        <dsp:cNvPr id="0" name=""/>
        <dsp:cNvSpPr/>
      </dsp:nvSpPr>
      <dsp:spPr>
        <a:xfrm>
          <a:off x="868694" y="7831097"/>
          <a:ext cx="1579444" cy="15794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864F7E-FE39-4A77-B36F-0377D03A9D65}">
      <dsp:nvSpPr>
        <dsp:cNvPr id="0" name=""/>
        <dsp:cNvSpPr/>
      </dsp:nvSpPr>
      <dsp:spPr>
        <a:xfrm>
          <a:off x="3316834" y="7184960"/>
          <a:ext cx="28229965" cy="2871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3923" tIns="303923" rIns="303923" bIns="303923" numCol="1" spcCol="1270" anchor="ctr" anchorCtr="0">
          <a:noAutofit/>
        </a:bodyPr>
        <a:lstStyle/>
        <a:p>
          <a:pPr marL="0" lvl="0" indent="0" algn="l" defTabSz="2400300">
            <a:lnSpc>
              <a:spcPct val="100000"/>
            </a:lnSpc>
            <a:spcBef>
              <a:spcPct val="0"/>
            </a:spcBef>
            <a:spcAft>
              <a:spcPct val="35000"/>
            </a:spcAft>
            <a:buNone/>
          </a:pPr>
          <a:r>
            <a:rPr lang="zh-TW" altLang="en-US" sz="5400" kern="1200" dirty="0">
              <a:solidFill>
                <a:schemeClr val="bg1"/>
              </a:solidFill>
            </a:rPr>
            <a:t>我們不會涵蓋所有領域，但我們會有一個很好基礎作為起點</a:t>
          </a:r>
          <a:endParaRPr lang="en-US" sz="5400" kern="1200" dirty="0">
            <a:solidFill>
              <a:schemeClr val="bg1"/>
            </a:solidFill>
          </a:endParaRPr>
        </a:p>
      </dsp:txBody>
      <dsp:txXfrm>
        <a:off x="3316834" y="7184960"/>
        <a:ext cx="28229965" cy="2871717"/>
      </dsp:txXfrm>
    </dsp:sp>
    <dsp:sp modelId="{5C0A58B4-2E9F-4661-8BBB-2AF80A549F38}">
      <dsp:nvSpPr>
        <dsp:cNvPr id="0" name=""/>
        <dsp:cNvSpPr/>
      </dsp:nvSpPr>
      <dsp:spPr>
        <a:xfrm>
          <a:off x="0" y="10774608"/>
          <a:ext cx="31546800" cy="2871717"/>
        </a:xfrm>
        <a:prstGeom prst="roundRect">
          <a:avLst>
            <a:gd name="adj" fmla="val 10000"/>
          </a:avLst>
        </a:prstGeom>
        <a:solidFill>
          <a:schemeClr val="tx2">
            <a:lumMod val="20000"/>
            <a:lumOff val="80000"/>
          </a:schemeClr>
        </a:solidFill>
        <a:ln>
          <a:solidFill>
            <a:schemeClr val="tx2"/>
          </a:solidFill>
        </a:ln>
        <a:effectLst/>
      </dsp:spPr>
      <dsp:style>
        <a:lnRef idx="0">
          <a:scrgbClr r="0" g="0" b="0"/>
        </a:lnRef>
        <a:fillRef idx="1">
          <a:scrgbClr r="0" g="0" b="0"/>
        </a:fillRef>
        <a:effectRef idx="0">
          <a:scrgbClr r="0" g="0" b="0"/>
        </a:effectRef>
        <a:fontRef idx="minor"/>
      </dsp:style>
    </dsp:sp>
    <dsp:sp modelId="{E0A470D4-9918-4DD1-A28C-BC86351A68FE}">
      <dsp:nvSpPr>
        <dsp:cNvPr id="0" name=""/>
        <dsp:cNvSpPr/>
      </dsp:nvSpPr>
      <dsp:spPr>
        <a:xfrm>
          <a:off x="868694" y="11420744"/>
          <a:ext cx="1579444" cy="15794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8169F2-5BD3-4F6E-BA5E-5428F1A77BAC}">
      <dsp:nvSpPr>
        <dsp:cNvPr id="0" name=""/>
        <dsp:cNvSpPr/>
      </dsp:nvSpPr>
      <dsp:spPr>
        <a:xfrm>
          <a:off x="3316834" y="10774608"/>
          <a:ext cx="28229965" cy="28717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3923" tIns="303923" rIns="303923" bIns="303923" numCol="1" spcCol="1270" anchor="ctr" anchorCtr="0">
          <a:noAutofit/>
        </a:bodyPr>
        <a:lstStyle/>
        <a:p>
          <a:pPr marL="0" lvl="0" indent="0" algn="l" defTabSz="2400300">
            <a:lnSpc>
              <a:spcPct val="100000"/>
            </a:lnSpc>
            <a:spcBef>
              <a:spcPct val="0"/>
            </a:spcBef>
            <a:spcAft>
              <a:spcPct val="35000"/>
            </a:spcAft>
            <a:buNone/>
          </a:pPr>
          <a:r>
            <a:rPr lang="zh-TW" altLang="en-US" sz="5400" kern="1200" dirty="0">
              <a:solidFill>
                <a:schemeClr val="bg1"/>
              </a:solidFill>
            </a:rPr>
            <a:t>作為你之後閱讀文章、跟隨教學進度、進一步學習課程的基礎</a:t>
          </a:r>
          <a:endParaRPr lang="en-US" sz="5400" kern="1200" dirty="0">
            <a:solidFill>
              <a:schemeClr val="bg1"/>
            </a:solidFill>
          </a:endParaRPr>
        </a:p>
      </dsp:txBody>
      <dsp:txXfrm>
        <a:off x="3316834" y="10774608"/>
        <a:ext cx="28229965" cy="28717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D9D4C7-741D-4D0B-A7DA-24100FEACD45}">
      <dsp:nvSpPr>
        <dsp:cNvPr id="0" name=""/>
        <dsp:cNvSpPr/>
      </dsp:nvSpPr>
      <dsp:spPr>
        <a:xfrm>
          <a:off x="29141" y="4469612"/>
          <a:ext cx="8710063" cy="5226038"/>
        </a:xfrm>
        <a:prstGeom prst="roundRect">
          <a:avLst>
            <a:gd name="adj" fmla="val 10000"/>
          </a:avLst>
        </a:prstGeom>
        <a:solidFill>
          <a:schemeClr val="tx2">
            <a:lumMod val="20000"/>
            <a:lumOff val="8000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zh-TW" altLang="en-US" sz="6500" kern="1200" dirty="0">
              <a:solidFill>
                <a:schemeClr val="bg1"/>
              </a:solidFill>
            </a:rPr>
            <a:t>製造電腦的其中一個目的是為了完成人類的任務</a:t>
          </a:r>
          <a:endParaRPr lang="en-US" sz="6500" kern="1200" dirty="0">
            <a:solidFill>
              <a:schemeClr val="bg1"/>
            </a:solidFill>
          </a:endParaRPr>
        </a:p>
      </dsp:txBody>
      <dsp:txXfrm>
        <a:off x="182206" y="4622677"/>
        <a:ext cx="8403933" cy="4919908"/>
      </dsp:txXfrm>
    </dsp:sp>
    <dsp:sp modelId="{C62922CE-2FB3-442B-9EE8-F5564741706A}">
      <dsp:nvSpPr>
        <dsp:cNvPr id="0" name=""/>
        <dsp:cNvSpPr/>
      </dsp:nvSpPr>
      <dsp:spPr>
        <a:xfrm>
          <a:off x="9610211" y="6002583"/>
          <a:ext cx="1846533" cy="2160095"/>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444750">
            <a:lnSpc>
              <a:spcPct val="90000"/>
            </a:lnSpc>
            <a:spcBef>
              <a:spcPct val="0"/>
            </a:spcBef>
            <a:spcAft>
              <a:spcPct val="35000"/>
            </a:spcAft>
            <a:buNone/>
          </a:pPr>
          <a:endParaRPr lang="en-US" sz="5500" kern="1200">
            <a:solidFill>
              <a:schemeClr val="bg1"/>
            </a:solidFill>
          </a:endParaRPr>
        </a:p>
      </dsp:txBody>
      <dsp:txXfrm>
        <a:off x="9610211" y="6434602"/>
        <a:ext cx="1292573" cy="1296057"/>
      </dsp:txXfrm>
    </dsp:sp>
    <dsp:sp modelId="{78368806-1F21-405F-90C6-39A3428E65D1}">
      <dsp:nvSpPr>
        <dsp:cNvPr id="0" name=""/>
        <dsp:cNvSpPr/>
      </dsp:nvSpPr>
      <dsp:spPr>
        <a:xfrm>
          <a:off x="12223230" y="4469612"/>
          <a:ext cx="8710063" cy="5226038"/>
        </a:xfrm>
        <a:prstGeom prst="roundRect">
          <a:avLst>
            <a:gd name="adj" fmla="val 10000"/>
          </a:avLst>
        </a:prstGeom>
        <a:solidFill>
          <a:schemeClr val="tx2">
            <a:lumMod val="20000"/>
            <a:lumOff val="8000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170" tIns="217170" rIns="217170" bIns="217170" numCol="1" spcCol="1270" anchor="ctr" anchorCtr="0">
          <a:noAutofit/>
        </a:bodyPr>
        <a:lstStyle/>
        <a:p>
          <a:pPr marL="0" lvl="0" indent="0" algn="ctr" defTabSz="2533650">
            <a:lnSpc>
              <a:spcPct val="90000"/>
            </a:lnSpc>
            <a:spcBef>
              <a:spcPct val="0"/>
            </a:spcBef>
            <a:spcAft>
              <a:spcPct val="35000"/>
            </a:spcAft>
            <a:buNone/>
          </a:pPr>
          <a:r>
            <a:rPr lang="zh-TW" altLang="en-US" sz="5700" kern="1200" dirty="0">
              <a:solidFill>
                <a:schemeClr val="bg1"/>
              </a:solidFill>
            </a:rPr>
            <a:t>早期，人們認為通用智慧</a:t>
          </a:r>
          <a:r>
            <a:rPr lang="en-US" altLang="zh-TW" sz="5400" kern="1200" dirty="0">
              <a:solidFill>
                <a:schemeClr val="bg1"/>
              </a:solidFill>
            </a:rPr>
            <a:t>(generalized intelligence)</a:t>
          </a:r>
          <a:r>
            <a:rPr lang="zh-TW" altLang="en-US" sz="5400" kern="1200" dirty="0">
              <a:solidFill>
                <a:schemeClr val="bg1"/>
              </a:solidFill>
            </a:rPr>
            <a:t> </a:t>
          </a:r>
          <a:r>
            <a:rPr lang="zh-TW" altLang="en-US" sz="5700" kern="1200" dirty="0">
              <a:solidFill>
                <a:schemeClr val="bg1"/>
              </a:solidFill>
            </a:rPr>
            <a:t>是可以實現的</a:t>
          </a:r>
          <a:endParaRPr lang="en-US" sz="5700" kern="1200" dirty="0">
            <a:solidFill>
              <a:schemeClr val="bg1"/>
            </a:solidFill>
          </a:endParaRPr>
        </a:p>
      </dsp:txBody>
      <dsp:txXfrm>
        <a:off x="12376295" y="4622677"/>
        <a:ext cx="8403933" cy="4919908"/>
      </dsp:txXfrm>
    </dsp:sp>
    <dsp:sp modelId="{C7498BA8-31FA-4323-AE83-2DAF81AFE883}">
      <dsp:nvSpPr>
        <dsp:cNvPr id="0" name=""/>
        <dsp:cNvSpPr/>
      </dsp:nvSpPr>
      <dsp:spPr>
        <a:xfrm>
          <a:off x="21804300" y="6002583"/>
          <a:ext cx="1846533" cy="2160095"/>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444750">
            <a:lnSpc>
              <a:spcPct val="90000"/>
            </a:lnSpc>
            <a:spcBef>
              <a:spcPct val="0"/>
            </a:spcBef>
            <a:spcAft>
              <a:spcPct val="35000"/>
            </a:spcAft>
            <a:buNone/>
          </a:pPr>
          <a:endParaRPr lang="en-US" sz="5500" kern="1200">
            <a:solidFill>
              <a:schemeClr val="bg1"/>
            </a:solidFill>
          </a:endParaRPr>
        </a:p>
      </dsp:txBody>
      <dsp:txXfrm>
        <a:off x="21804300" y="6434602"/>
        <a:ext cx="1292573" cy="1296057"/>
      </dsp:txXfrm>
    </dsp:sp>
    <dsp:sp modelId="{5ED78A5A-A0C1-4D10-AFD9-E89687CD7E49}">
      <dsp:nvSpPr>
        <dsp:cNvPr id="0" name=""/>
        <dsp:cNvSpPr/>
      </dsp:nvSpPr>
      <dsp:spPr>
        <a:xfrm>
          <a:off x="24417319" y="4469612"/>
          <a:ext cx="8710063" cy="5226038"/>
        </a:xfrm>
        <a:prstGeom prst="roundRect">
          <a:avLst>
            <a:gd name="adj" fmla="val 10000"/>
          </a:avLst>
        </a:prstGeom>
        <a:solidFill>
          <a:schemeClr val="tx2">
            <a:lumMod val="20000"/>
            <a:lumOff val="8000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zh-TW" altLang="en-US" sz="6500" kern="1200" dirty="0">
              <a:solidFill>
                <a:schemeClr val="bg1"/>
              </a:solidFill>
            </a:rPr>
            <a:t>事實證明它比預期的更加困難得多</a:t>
          </a:r>
          <a:endParaRPr lang="en-US" sz="6500" kern="1200" dirty="0">
            <a:solidFill>
              <a:schemeClr val="bg1"/>
            </a:solidFill>
          </a:endParaRPr>
        </a:p>
      </dsp:txBody>
      <dsp:txXfrm>
        <a:off x="24570384" y="4622677"/>
        <a:ext cx="8403933" cy="49199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33FE23-6853-49A8-9A31-ABAA12EB47EA}">
      <dsp:nvSpPr>
        <dsp:cNvPr id="0" name=""/>
        <dsp:cNvSpPr/>
      </dsp:nvSpPr>
      <dsp:spPr>
        <a:xfrm>
          <a:off x="0" y="0"/>
          <a:ext cx="33158113" cy="3539714"/>
        </a:xfrm>
        <a:prstGeom prst="roundRect">
          <a:avLst>
            <a:gd name="adj" fmla="val 10000"/>
          </a:avLst>
        </a:prstGeom>
        <a:solidFill>
          <a:schemeClr val="tx2">
            <a:lumMod val="20000"/>
            <a:lumOff val="80000"/>
          </a:schemeClr>
        </a:solidFill>
        <a:ln>
          <a:solidFill>
            <a:schemeClr val="tx2"/>
          </a:solidFill>
        </a:ln>
        <a:effectLst/>
      </dsp:spPr>
      <dsp:style>
        <a:lnRef idx="0">
          <a:scrgbClr r="0" g="0" b="0"/>
        </a:lnRef>
        <a:fillRef idx="1">
          <a:scrgbClr r="0" g="0" b="0"/>
        </a:fillRef>
        <a:effectRef idx="0">
          <a:scrgbClr r="0" g="0" b="0"/>
        </a:effectRef>
        <a:fontRef idx="minor"/>
      </dsp:style>
    </dsp:sp>
    <dsp:sp modelId="{6C957663-D996-4607-A5DE-EA4613185A75}">
      <dsp:nvSpPr>
        <dsp:cNvPr id="0" name=""/>
        <dsp:cNvSpPr/>
      </dsp:nvSpPr>
      <dsp:spPr>
        <a:xfrm>
          <a:off x="1070763" y="797948"/>
          <a:ext cx="1946842" cy="19468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840CE1A-BEA2-4F77-A0F6-79D5382CD4BA}">
      <dsp:nvSpPr>
        <dsp:cNvPr id="0" name=""/>
        <dsp:cNvSpPr/>
      </dsp:nvSpPr>
      <dsp:spPr>
        <a:xfrm>
          <a:off x="4088369" y="1512"/>
          <a:ext cx="29069743" cy="3539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4620" tIns="374620" rIns="374620" bIns="374620" numCol="1" spcCol="1270" anchor="ctr" anchorCtr="0">
          <a:noAutofit/>
        </a:bodyPr>
        <a:lstStyle/>
        <a:p>
          <a:pPr marL="0" lvl="0" indent="0" algn="l" defTabSz="2400300">
            <a:lnSpc>
              <a:spcPct val="100000"/>
            </a:lnSpc>
            <a:spcBef>
              <a:spcPct val="0"/>
            </a:spcBef>
            <a:spcAft>
              <a:spcPct val="35000"/>
            </a:spcAft>
            <a:buNone/>
          </a:pPr>
          <a:r>
            <a:rPr lang="zh-TW" altLang="en-US" sz="5400" kern="1200" dirty="0">
              <a:solidFill>
                <a:schemeClr val="bg1"/>
              </a:solidFill>
            </a:rPr>
            <a:t>高度複雜</a:t>
          </a:r>
          <a:endParaRPr lang="en-US" sz="5400" kern="1200" dirty="0">
            <a:solidFill>
              <a:schemeClr val="bg1"/>
            </a:solidFill>
          </a:endParaRPr>
        </a:p>
      </dsp:txBody>
      <dsp:txXfrm>
        <a:off x="4088369" y="1512"/>
        <a:ext cx="29069743" cy="3539714"/>
      </dsp:txXfrm>
    </dsp:sp>
    <dsp:sp modelId="{EC495619-873F-4555-AB3B-AD8B512C08AC}">
      <dsp:nvSpPr>
        <dsp:cNvPr id="0" name=""/>
        <dsp:cNvSpPr/>
      </dsp:nvSpPr>
      <dsp:spPr>
        <a:xfrm>
          <a:off x="0" y="4426155"/>
          <a:ext cx="33158113" cy="3539714"/>
        </a:xfrm>
        <a:prstGeom prst="roundRect">
          <a:avLst>
            <a:gd name="adj" fmla="val 10000"/>
          </a:avLst>
        </a:prstGeom>
        <a:solidFill>
          <a:schemeClr val="tx2">
            <a:lumMod val="20000"/>
            <a:lumOff val="80000"/>
          </a:schemeClr>
        </a:solidFill>
        <a:ln>
          <a:solidFill>
            <a:schemeClr val="tx2"/>
          </a:solidFill>
        </a:ln>
        <a:effectLst/>
      </dsp:spPr>
      <dsp:style>
        <a:lnRef idx="0">
          <a:scrgbClr r="0" g="0" b="0"/>
        </a:lnRef>
        <a:fillRef idx="1">
          <a:scrgbClr r="0" g="0" b="0"/>
        </a:fillRef>
        <a:effectRef idx="0">
          <a:scrgbClr r="0" g="0" b="0"/>
        </a:effectRef>
        <a:fontRef idx="minor"/>
      </dsp:style>
    </dsp:sp>
    <dsp:sp modelId="{CFC551B8-BC69-4214-BBC0-011FBC3ED17A}">
      <dsp:nvSpPr>
        <dsp:cNvPr id="0" name=""/>
        <dsp:cNvSpPr/>
      </dsp:nvSpPr>
      <dsp:spPr>
        <a:xfrm>
          <a:off x="1070763" y="5222591"/>
          <a:ext cx="1946842" cy="19468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5EF440F-A97B-42DD-AE86-425A57A275DA}">
      <dsp:nvSpPr>
        <dsp:cNvPr id="0" name=""/>
        <dsp:cNvSpPr/>
      </dsp:nvSpPr>
      <dsp:spPr>
        <a:xfrm>
          <a:off x="4088369" y="4426155"/>
          <a:ext cx="29069743" cy="3539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4620" tIns="374620" rIns="374620" bIns="374620" numCol="1" spcCol="1270" anchor="ctr" anchorCtr="0">
          <a:noAutofit/>
        </a:bodyPr>
        <a:lstStyle/>
        <a:p>
          <a:pPr marL="0" lvl="0" indent="0" algn="l" defTabSz="2400300">
            <a:lnSpc>
              <a:spcPct val="100000"/>
            </a:lnSpc>
            <a:spcBef>
              <a:spcPct val="0"/>
            </a:spcBef>
            <a:spcAft>
              <a:spcPct val="35000"/>
            </a:spcAft>
            <a:buNone/>
          </a:pPr>
          <a:r>
            <a:rPr lang="zh-TW" altLang="en-US" sz="5400" kern="1200" dirty="0">
              <a:solidFill>
                <a:schemeClr val="bg1"/>
              </a:solidFill>
            </a:rPr>
            <a:t>由數百名工程師編寫程式</a:t>
          </a:r>
          <a:endParaRPr lang="en-US" sz="5400" kern="1200" dirty="0">
            <a:solidFill>
              <a:schemeClr val="bg1"/>
            </a:solidFill>
          </a:endParaRPr>
        </a:p>
      </dsp:txBody>
      <dsp:txXfrm>
        <a:off x="4088369" y="4426155"/>
        <a:ext cx="29069743" cy="3539714"/>
      </dsp:txXfrm>
    </dsp:sp>
    <dsp:sp modelId="{BA3B3DFB-E1BC-497A-8072-D687E24626E0}">
      <dsp:nvSpPr>
        <dsp:cNvPr id="0" name=""/>
        <dsp:cNvSpPr/>
      </dsp:nvSpPr>
      <dsp:spPr>
        <a:xfrm>
          <a:off x="0" y="8850798"/>
          <a:ext cx="33158113" cy="3539714"/>
        </a:xfrm>
        <a:prstGeom prst="roundRect">
          <a:avLst>
            <a:gd name="adj" fmla="val 10000"/>
          </a:avLst>
        </a:prstGeom>
        <a:solidFill>
          <a:schemeClr val="tx2">
            <a:lumMod val="20000"/>
            <a:lumOff val="80000"/>
          </a:schemeClr>
        </a:solidFill>
        <a:ln>
          <a:solidFill>
            <a:schemeClr val="tx2"/>
          </a:solidFill>
        </a:ln>
        <a:effectLst/>
      </dsp:spPr>
      <dsp:style>
        <a:lnRef idx="0">
          <a:scrgbClr r="0" g="0" b="0"/>
        </a:lnRef>
        <a:fillRef idx="1">
          <a:scrgbClr r="0" g="0" b="0"/>
        </a:fillRef>
        <a:effectRef idx="0">
          <a:scrgbClr r="0" g="0" b="0"/>
        </a:effectRef>
        <a:fontRef idx="minor"/>
      </dsp:style>
    </dsp:sp>
    <dsp:sp modelId="{D04651CE-2E9B-4CEA-9525-7A87687C767D}">
      <dsp:nvSpPr>
        <dsp:cNvPr id="0" name=""/>
        <dsp:cNvSpPr/>
      </dsp:nvSpPr>
      <dsp:spPr>
        <a:xfrm>
          <a:off x="1070763" y="9647233"/>
          <a:ext cx="1946842" cy="19468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272805-78F8-4FD5-89D5-46A3B50E46F2}">
      <dsp:nvSpPr>
        <dsp:cNvPr id="0" name=""/>
        <dsp:cNvSpPr/>
      </dsp:nvSpPr>
      <dsp:spPr>
        <a:xfrm>
          <a:off x="4088369" y="8850798"/>
          <a:ext cx="29069743" cy="3539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4620" tIns="374620" rIns="374620" bIns="374620" numCol="1" spcCol="1270" anchor="ctr" anchorCtr="0">
          <a:noAutofit/>
        </a:bodyPr>
        <a:lstStyle/>
        <a:p>
          <a:pPr marL="0" lvl="0" indent="0" algn="l" defTabSz="2400300">
            <a:lnSpc>
              <a:spcPct val="100000"/>
            </a:lnSpc>
            <a:spcBef>
              <a:spcPct val="0"/>
            </a:spcBef>
            <a:spcAft>
              <a:spcPct val="35000"/>
            </a:spcAft>
            <a:buNone/>
          </a:pPr>
          <a:r>
            <a:rPr lang="zh-TW" altLang="en-US" sz="5400" kern="1200" dirty="0">
              <a:solidFill>
                <a:schemeClr val="bg1"/>
              </a:solidFill>
            </a:rPr>
            <a:t>嚴謹的具有多重規則的程式設計</a:t>
          </a:r>
          <a:endParaRPr lang="en-US" sz="5400" kern="1200" dirty="0">
            <a:solidFill>
              <a:schemeClr val="bg1"/>
            </a:solidFill>
          </a:endParaRPr>
        </a:p>
      </dsp:txBody>
      <dsp:txXfrm>
        <a:off x="4088369" y="8850798"/>
        <a:ext cx="29069743" cy="35397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95457B-0C95-40B6-B065-5CCA80C006DB}">
      <dsp:nvSpPr>
        <dsp:cNvPr id="0" name=""/>
        <dsp:cNvSpPr/>
      </dsp:nvSpPr>
      <dsp:spPr>
        <a:xfrm rot="10800000">
          <a:off x="6657730" y="4655"/>
          <a:ext cx="20978622" cy="3792778"/>
        </a:xfrm>
        <a:prstGeom prst="homePlate">
          <a:avLst/>
        </a:prstGeom>
        <a:solidFill>
          <a:schemeClr val="tx2">
            <a:lumMod val="20000"/>
            <a:lumOff val="80000"/>
            <a:alpha val="9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2510" tIns="304800" rIns="568960" bIns="304800" numCol="1" spcCol="1270" anchor="ctr" anchorCtr="0">
          <a:noAutofit/>
        </a:bodyPr>
        <a:lstStyle/>
        <a:p>
          <a:pPr marL="0" lvl="0" indent="0" algn="ctr" defTabSz="3556000">
            <a:lnSpc>
              <a:spcPct val="90000"/>
            </a:lnSpc>
            <a:spcBef>
              <a:spcPct val="0"/>
            </a:spcBef>
            <a:spcAft>
              <a:spcPct val="35000"/>
            </a:spcAft>
            <a:buNone/>
          </a:pPr>
          <a:r>
            <a:rPr lang="zh-TW" altLang="en-US" sz="8000" b="0" kern="1200" dirty="0">
              <a:solidFill>
                <a:sysClr val="windowText" lastClr="000000"/>
              </a:solidFill>
            </a:rPr>
            <a:t>定義一組分類規則</a:t>
          </a:r>
          <a:r>
            <a:rPr lang="en-US" altLang="zh-TW" sz="8000" b="0" kern="1200" dirty="0">
              <a:solidFill>
                <a:sysClr val="windowText" lastClr="000000"/>
              </a:solidFill>
            </a:rPr>
            <a:t>(classification rules)</a:t>
          </a:r>
          <a:endParaRPr lang="en-US" sz="8000" kern="1200" dirty="0">
            <a:solidFill>
              <a:sysClr val="windowText" lastClr="000000"/>
            </a:solidFill>
          </a:endParaRPr>
        </a:p>
      </dsp:txBody>
      <dsp:txXfrm rot="10800000">
        <a:off x="7605924" y="4655"/>
        <a:ext cx="20030428" cy="3792778"/>
      </dsp:txXfrm>
    </dsp:sp>
    <dsp:sp modelId="{38674B41-A0FA-49F8-9EE6-7A0C21984AB4}">
      <dsp:nvSpPr>
        <dsp:cNvPr id="0" name=""/>
        <dsp:cNvSpPr/>
      </dsp:nvSpPr>
      <dsp:spPr>
        <a:xfrm>
          <a:off x="4335894" y="4655"/>
          <a:ext cx="3792778" cy="3792778"/>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 modelId="{9C0552E5-ED33-445A-8A91-27A6562348E2}">
      <dsp:nvSpPr>
        <dsp:cNvPr id="0" name=""/>
        <dsp:cNvSpPr/>
      </dsp:nvSpPr>
      <dsp:spPr>
        <a:xfrm rot="10800000">
          <a:off x="6657730" y="4929606"/>
          <a:ext cx="20978622" cy="3792778"/>
        </a:xfrm>
        <a:prstGeom prst="homePlate">
          <a:avLst/>
        </a:prstGeom>
        <a:solidFill>
          <a:schemeClr val="tx2">
            <a:lumMod val="20000"/>
            <a:lumOff val="80000"/>
            <a:alpha val="9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2510" tIns="304800" rIns="568960" bIns="304800" numCol="1" spcCol="1270" anchor="ctr" anchorCtr="0">
          <a:noAutofit/>
        </a:bodyPr>
        <a:lstStyle/>
        <a:p>
          <a:pPr marL="0" lvl="0" indent="0" algn="ctr" defTabSz="3556000">
            <a:lnSpc>
              <a:spcPct val="90000"/>
            </a:lnSpc>
            <a:spcBef>
              <a:spcPct val="0"/>
            </a:spcBef>
            <a:spcAft>
              <a:spcPct val="35000"/>
            </a:spcAft>
            <a:buNone/>
          </a:pPr>
          <a:r>
            <a:rPr lang="zh-TW" altLang="en-US" sz="8000" b="0" i="0" kern="1200" dirty="0"/>
            <a:t>將這些規則設計到電腦程式中</a:t>
          </a:r>
          <a:endParaRPr lang="en-US" sz="8000" kern="1200" dirty="0">
            <a:solidFill>
              <a:sysClr val="windowText" lastClr="000000"/>
            </a:solidFill>
          </a:endParaRPr>
        </a:p>
      </dsp:txBody>
      <dsp:txXfrm rot="10800000">
        <a:off x="7605924" y="4929606"/>
        <a:ext cx="20030428" cy="3792778"/>
      </dsp:txXfrm>
    </dsp:sp>
    <dsp:sp modelId="{C53594DD-8388-440D-97D3-0F6E82B33909}">
      <dsp:nvSpPr>
        <dsp:cNvPr id="0" name=""/>
        <dsp:cNvSpPr/>
      </dsp:nvSpPr>
      <dsp:spPr>
        <a:xfrm>
          <a:off x="4335894" y="4929606"/>
          <a:ext cx="3792778" cy="3792778"/>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 modelId="{6A63BBA8-3447-4F28-A6A0-ECCF35A283C2}">
      <dsp:nvSpPr>
        <dsp:cNvPr id="0" name=""/>
        <dsp:cNvSpPr/>
      </dsp:nvSpPr>
      <dsp:spPr>
        <a:xfrm rot="10800000">
          <a:off x="6657730" y="9854558"/>
          <a:ext cx="20978622" cy="3792778"/>
        </a:xfrm>
        <a:prstGeom prst="homePlate">
          <a:avLst/>
        </a:prstGeom>
        <a:solidFill>
          <a:schemeClr val="tx2">
            <a:lumMod val="20000"/>
            <a:lumOff val="80000"/>
            <a:alpha val="9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2510" tIns="304800" rIns="568960" bIns="304800" numCol="1" spcCol="1270" anchor="ctr" anchorCtr="0">
          <a:noAutofit/>
        </a:bodyPr>
        <a:lstStyle/>
        <a:p>
          <a:pPr marL="0" lvl="0" indent="0" algn="ctr" defTabSz="3556000">
            <a:lnSpc>
              <a:spcPct val="90000"/>
            </a:lnSpc>
            <a:spcBef>
              <a:spcPct val="0"/>
            </a:spcBef>
            <a:spcAft>
              <a:spcPct val="35000"/>
            </a:spcAft>
            <a:buNone/>
          </a:pPr>
          <a:r>
            <a:rPr lang="zh-TW" altLang="en-US" sz="8000" b="0" kern="1200" dirty="0">
              <a:solidFill>
                <a:sysClr val="windowText" lastClr="000000"/>
              </a:solidFill>
            </a:rPr>
            <a:t>輸入範例資料，程式使用這些規則進行分類</a:t>
          </a:r>
          <a:endParaRPr lang="en-US" sz="8000" kern="1200" dirty="0">
            <a:solidFill>
              <a:sysClr val="windowText" lastClr="000000"/>
            </a:solidFill>
          </a:endParaRPr>
        </a:p>
      </dsp:txBody>
      <dsp:txXfrm rot="10800000">
        <a:off x="7605924" y="9854558"/>
        <a:ext cx="20030428" cy="3792778"/>
      </dsp:txXfrm>
    </dsp:sp>
    <dsp:sp modelId="{36E4183A-4BEB-4C5C-AECD-0142E919E111}">
      <dsp:nvSpPr>
        <dsp:cNvPr id="0" name=""/>
        <dsp:cNvSpPr/>
      </dsp:nvSpPr>
      <dsp:spPr>
        <a:xfrm>
          <a:off x="4335894" y="9854558"/>
          <a:ext cx="3792778" cy="3792778"/>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95457B-0C95-40B6-B065-5CCA80C006DB}">
      <dsp:nvSpPr>
        <dsp:cNvPr id="0" name=""/>
        <dsp:cNvSpPr/>
      </dsp:nvSpPr>
      <dsp:spPr>
        <a:xfrm rot="10800000">
          <a:off x="6657730" y="4655"/>
          <a:ext cx="20978622" cy="3792778"/>
        </a:xfrm>
        <a:prstGeom prst="homePlate">
          <a:avLst/>
        </a:prstGeom>
        <a:solidFill>
          <a:schemeClr val="tx2">
            <a:lumMod val="20000"/>
            <a:lumOff val="80000"/>
            <a:alpha val="9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2510" tIns="304800" rIns="568960" bIns="304800" numCol="1" spcCol="1270" anchor="ctr" anchorCtr="0">
          <a:noAutofit/>
        </a:bodyPr>
        <a:lstStyle/>
        <a:p>
          <a:pPr marL="0" lvl="0" indent="0" algn="ctr" defTabSz="3556000">
            <a:lnSpc>
              <a:spcPct val="90000"/>
            </a:lnSpc>
            <a:spcBef>
              <a:spcPct val="0"/>
            </a:spcBef>
            <a:spcAft>
              <a:spcPct val="35000"/>
            </a:spcAft>
            <a:buNone/>
          </a:pPr>
          <a:r>
            <a:rPr lang="zh-TW" altLang="en-US" sz="8000" kern="1200" dirty="0">
              <a:solidFill>
                <a:schemeClr val="bg1"/>
              </a:solidFill>
            </a:rPr>
            <a:t>向模型輸入資料範例</a:t>
          </a:r>
          <a:endParaRPr lang="en-US" sz="8000" kern="1200" dirty="0">
            <a:solidFill>
              <a:schemeClr val="bg1"/>
            </a:solidFill>
          </a:endParaRPr>
        </a:p>
      </dsp:txBody>
      <dsp:txXfrm rot="10800000">
        <a:off x="7605924" y="4655"/>
        <a:ext cx="20030428" cy="3792778"/>
      </dsp:txXfrm>
    </dsp:sp>
    <dsp:sp modelId="{38674B41-A0FA-49F8-9EE6-7A0C21984AB4}">
      <dsp:nvSpPr>
        <dsp:cNvPr id="0" name=""/>
        <dsp:cNvSpPr/>
      </dsp:nvSpPr>
      <dsp:spPr>
        <a:xfrm>
          <a:off x="4335894" y="4655"/>
          <a:ext cx="3792778" cy="3792778"/>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 modelId="{9C0552E5-ED33-445A-8A91-27A6562348E2}">
      <dsp:nvSpPr>
        <dsp:cNvPr id="0" name=""/>
        <dsp:cNvSpPr/>
      </dsp:nvSpPr>
      <dsp:spPr>
        <a:xfrm rot="10800000">
          <a:off x="6657730" y="4929606"/>
          <a:ext cx="20978622" cy="3792778"/>
        </a:xfrm>
        <a:prstGeom prst="homePlate">
          <a:avLst/>
        </a:prstGeom>
        <a:solidFill>
          <a:schemeClr val="tx2">
            <a:lumMod val="20000"/>
            <a:lumOff val="80000"/>
            <a:alpha val="9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2510" tIns="304800" rIns="568960" bIns="304800" numCol="1" spcCol="1270" anchor="ctr" anchorCtr="0">
          <a:noAutofit/>
        </a:bodyPr>
        <a:lstStyle/>
        <a:p>
          <a:pPr marL="0" lvl="0" indent="0" algn="ctr" defTabSz="3556000">
            <a:lnSpc>
              <a:spcPct val="90000"/>
            </a:lnSpc>
            <a:spcBef>
              <a:spcPct val="0"/>
            </a:spcBef>
            <a:spcAft>
              <a:spcPct val="35000"/>
            </a:spcAft>
            <a:buNone/>
          </a:pPr>
          <a:r>
            <a:rPr lang="zh-TW" altLang="en-US" sz="8000" b="0" i="0" kern="1200" dirty="0"/>
            <a:t>模型進行猜測，我們告訴它是否正確</a:t>
          </a:r>
          <a:endParaRPr lang="en-US" sz="8000" kern="1200" dirty="0">
            <a:solidFill>
              <a:schemeClr val="bg1"/>
            </a:solidFill>
          </a:endParaRPr>
        </a:p>
      </dsp:txBody>
      <dsp:txXfrm rot="10800000">
        <a:off x="7605924" y="4929606"/>
        <a:ext cx="20030428" cy="3792778"/>
      </dsp:txXfrm>
    </dsp:sp>
    <dsp:sp modelId="{C53594DD-8388-440D-97D3-0F6E82B33909}">
      <dsp:nvSpPr>
        <dsp:cNvPr id="0" name=""/>
        <dsp:cNvSpPr/>
      </dsp:nvSpPr>
      <dsp:spPr>
        <a:xfrm>
          <a:off x="4335894" y="4929606"/>
          <a:ext cx="3792778" cy="3792778"/>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 modelId="{6A63BBA8-3447-4F28-A6A0-ECCF35A283C2}">
      <dsp:nvSpPr>
        <dsp:cNvPr id="0" name=""/>
        <dsp:cNvSpPr/>
      </dsp:nvSpPr>
      <dsp:spPr>
        <a:xfrm rot="10800000">
          <a:off x="6657730" y="9854558"/>
          <a:ext cx="20978622" cy="3792778"/>
        </a:xfrm>
        <a:prstGeom prst="homePlate">
          <a:avLst/>
        </a:prstGeom>
        <a:solidFill>
          <a:schemeClr val="tx2">
            <a:lumMod val="20000"/>
            <a:lumOff val="80000"/>
            <a:alpha val="9000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2510" tIns="304800" rIns="568960" bIns="304800" numCol="1" spcCol="1270" anchor="ctr" anchorCtr="0">
          <a:noAutofit/>
        </a:bodyPr>
        <a:lstStyle/>
        <a:p>
          <a:pPr marL="0" lvl="0" indent="0" algn="ctr" defTabSz="3556000">
            <a:lnSpc>
              <a:spcPct val="90000"/>
            </a:lnSpc>
            <a:spcBef>
              <a:spcPct val="0"/>
            </a:spcBef>
            <a:spcAft>
              <a:spcPct val="35000"/>
            </a:spcAft>
            <a:buNone/>
          </a:pPr>
          <a:r>
            <a:rPr lang="zh-TW" altLang="en-US" sz="8000" b="0" i="0" kern="1200" dirty="0"/>
            <a:t>模型在訓練過程中學習正確分類。系統自行學習規則</a:t>
          </a:r>
          <a:endParaRPr lang="en-US" sz="8000" kern="1200" dirty="0">
            <a:solidFill>
              <a:schemeClr val="bg1"/>
            </a:solidFill>
          </a:endParaRPr>
        </a:p>
      </dsp:txBody>
      <dsp:txXfrm rot="10800000">
        <a:off x="7605924" y="9854558"/>
        <a:ext cx="20030428" cy="3792778"/>
      </dsp:txXfrm>
    </dsp:sp>
    <dsp:sp modelId="{36E4183A-4BEB-4C5C-AECD-0142E919E111}">
      <dsp:nvSpPr>
        <dsp:cNvPr id="0" name=""/>
        <dsp:cNvSpPr/>
      </dsp:nvSpPr>
      <dsp:spPr>
        <a:xfrm>
          <a:off x="4335894" y="9854558"/>
          <a:ext cx="3792778" cy="3792778"/>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663ED-4082-4B7E-B697-B567846C2629}">
      <dsp:nvSpPr>
        <dsp:cNvPr id="0" name=""/>
        <dsp:cNvSpPr/>
      </dsp:nvSpPr>
      <dsp:spPr>
        <a:xfrm>
          <a:off x="4047" y="896345"/>
          <a:ext cx="14206923" cy="9021396"/>
        </a:xfrm>
        <a:prstGeom prst="roundRect">
          <a:avLst>
            <a:gd name="adj" fmla="val 10000"/>
          </a:avLst>
        </a:prstGeom>
        <a:solidFill>
          <a:schemeClr val="tx2">
            <a:lumMod val="75000"/>
          </a:schemeClr>
        </a:solidFill>
        <a:ln w="38100" cap="flat" cmpd="sng" algn="ctr">
          <a:no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D3A539E7-845D-4A13-9455-F1EC0A100911}">
      <dsp:nvSpPr>
        <dsp:cNvPr id="0" name=""/>
        <dsp:cNvSpPr/>
      </dsp:nvSpPr>
      <dsp:spPr>
        <a:xfrm>
          <a:off x="1582594" y="2395965"/>
          <a:ext cx="14206923" cy="9021396"/>
        </a:xfrm>
        <a:prstGeom prst="roundRect">
          <a:avLst>
            <a:gd name="adj" fmla="val 10000"/>
          </a:avLst>
        </a:prstGeom>
        <a:solidFill>
          <a:schemeClr val="tx2"/>
        </a:solidFill>
        <a:ln w="38100" cap="flat" cmpd="sng" algn="ctr">
          <a:noFill/>
          <a:prstDash val="solid"/>
        </a:ln>
        <a:effectLst>
          <a:outerShdw blurRad="50800" dist="38100" dir="8100000" algn="tr"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zh-TW" altLang="en-US" sz="6500" b="0" kern="1200" dirty="0">
              <a:solidFill>
                <a:schemeClr val="tx1"/>
              </a:solidFill>
            </a:rPr>
            <a:t>如果規則是清晰且直接的，通常最好直接編寫程式碼</a:t>
          </a:r>
          <a:endParaRPr lang="en-US" sz="6500" kern="1200" dirty="0">
            <a:solidFill>
              <a:schemeClr val="tx1"/>
            </a:solidFill>
          </a:endParaRPr>
        </a:p>
      </dsp:txBody>
      <dsp:txXfrm>
        <a:off x="1846822" y="2660193"/>
        <a:ext cx="13678467" cy="8492940"/>
      </dsp:txXfrm>
    </dsp:sp>
    <dsp:sp modelId="{2A9C26C8-C393-498C-879F-709D2C4D234A}">
      <dsp:nvSpPr>
        <dsp:cNvPr id="0" name=""/>
        <dsp:cNvSpPr/>
      </dsp:nvSpPr>
      <dsp:spPr>
        <a:xfrm>
          <a:off x="17368065" y="896345"/>
          <a:ext cx="14206923" cy="9021396"/>
        </a:xfrm>
        <a:prstGeom prst="roundRect">
          <a:avLst>
            <a:gd name="adj" fmla="val 10000"/>
          </a:avLst>
        </a:prstGeom>
        <a:solidFill>
          <a:schemeClr val="tx2">
            <a:lumMod val="75000"/>
          </a:schemeClr>
        </a:solidFill>
        <a:ln w="38100" cap="flat" cmpd="sng" algn="ctr">
          <a:no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F6B69BB4-EA9F-4394-8744-A8EFCFB6833C}">
      <dsp:nvSpPr>
        <dsp:cNvPr id="0" name=""/>
        <dsp:cNvSpPr/>
      </dsp:nvSpPr>
      <dsp:spPr>
        <a:xfrm>
          <a:off x="18946612" y="2395965"/>
          <a:ext cx="14206923" cy="9021396"/>
        </a:xfrm>
        <a:prstGeom prst="roundRect">
          <a:avLst>
            <a:gd name="adj" fmla="val 10000"/>
          </a:avLst>
        </a:prstGeom>
        <a:solidFill>
          <a:schemeClr val="tx2"/>
        </a:solidFill>
        <a:ln w="38100" cap="flat" cmpd="sng" algn="ctr">
          <a:noFill/>
          <a:prstDash val="solid"/>
        </a:ln>
        <a:effectLst>
          <a:outerShdw blurRad="50800" dist="38100" dir="8100000" algn="tr"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zh-TW" altLang="en-US" sz="6500" b="0" kern="1200" dirty="0">
              <a:solidFill>
                <a:schemeClr val="tx1"/>
              </a:solidFill>
            </a:rPr>
            <a:t>如果規則是細微的、複雜的、難以辨別的，則使用深度學習</a:t>
          </a:r>
          <a:r>
            <a:rPr lang="en-US" altLang="zh-TW" sz="6500" b="0" kern="1200" dirty="0">
              <a:solidFill>
                <a:schemeClr val="tx1"/>
              </a:solidFill>
            </a:rPr>
            <a:t>(deep learning)</a:t>
          </a:r>
          <a:endParaRPr lang="en-US" sz="6500" kern="1200" dirty="0">
            <a:solidFill>
              <a:schemeClr val="tx1"/>
            </a:solidFill>
          </a:endParaRPr>
        </a:p>
      </dsp:txBody>
      <dsp:txXfrm>
        <a:off x="19210840" y="2660193"/>
        <a:ext cx="13678467" cy="84929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00A80E-E38D-421B-A523-E143A66CDC2A}">
      <dsp:nvSpPr>
        <dsp:cNvPr id="0" name=""/>
        <dsp:cNvSpPr/>
      </dsp:nvSpPr>
      <dsp:spPr>
        <a:xfrm>
          <a:off x="0" y="2561601"/>
          <a:ext cx="33162240" cy="1638000"/>
        </a:xfrm>
        <a:prstGeom prst="rect">
          <a:avLst/>
        </a:prstGeom>
        <a:solidFill>
          <a:schemeClr val="tx1">
            <a:lumMod val="95000"/>
            <a:alpha val="90000"/>
          </a:schemeClr>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 modelId="{6A564BD0-941B-46A0-BF74-168BA2C4E9F3}">
      <dsp:nvSpPr>
        <dsp:cNvPr id="0" name=""/>
        <dsp:cNvSpPr/>
      </dsp:nvSpPr>
      <dsp:spPr>
        <a:xfrm>
          <a:off x="1658112" y="1602201"/>
          <a:ext cx="23213568" cy="1918800"/>
        </a:xfrm>
        <a:prstGeom prst="roundRect">
          <a:avLst/>
        </a:prstGeom>
        <a:solidFill>
          <a:schemeClr val="tx2">
            <a:lumMod val="20000"/>
            <a:lumOff val="80000"/>
          </a:schemeClr>
        </a:solidFill>
        <a:ln w="38100" cap="flat" cmpd="sng" algn="ctr">
          <a:solidFill>
            <a:schemeClr val="tx2"/>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77418" tIns="0" rIns="877418" bIns="0" numCol="1" spcCol="1270" anchor="ctr" anchorCtr="0">
          <a:noAutofit/>
        </a:bodyPr>
        <a:lstStyle/>
        <a:p>
          <a:pPr marL="0" lvl="0" indent="0" algn="l" defTabSz="2400300">
            <a:lnSpc>
              <a:spcPct val="90000"/>
            </a:lnSpc>
            <a:spcBef>
              <a:spcPct val="0"/>
            </a:spcBef>
            <a:spcAft>
              <a:spcPct val="35000"/>
            </a:spcAft>
            <a:buNone/>
          </a:pPr>
          <a:r>
            <a:rPr lang="zh-TW" altLang="en-US" sz="5400" b="0" i="0" kern="1200" dirty="0"/>
            <a:t>神經網路的深度與複雜度</a:t>
          </a:r>
          <a:r>
            <a:rPr lang="en-US" altLang="zh-TW" sz="5400" b="0" i="0" kern="1200" dirty="0"/>
            <a:t>(</a:t>
          </a:r>
          <a:r>
            <a:rPr lang="en-US" sz="5400" b="0" i="0" kern="1200" dirty="0"/>
            <a:t>Depth and complexity of networks)</a:t>
          </a:r>
          <a:endParaRPr lang="en-US" sz="5400" kern="1200" dirty="0"/>
        </a:p>
      </dsp:txBody>
      <dsp:txXfrm>
        <a:off x="1751780" y="1695869"/>
        <a:ext cx="23026232" cy="1731464"/>
      </dsp:txXfrm>
    </dsp:sp>
    <dsp:sp modelId="{AE26B2AB-D5CF-450F-AC93-4104C0F50F99}">
      <dsp:nvSpPr>
        <dsp:cNvPr id="0" name=""/>
        <dsp:cNvSpPr/>
      </dsp:nvSpPr>
      <dsp:spPr>
        <a:xfrm>
          <a:off x="0" y="5510001"/>
          <a:ext cx="33162240" cy="1638000"/>
        </a:xfrm>
        <a:prstGeom prst="rect">
          <a:avLst/>
        </a:prstGeom>
        <a:solidFill>
          <a:schemeClr val="tx1">
            <a:lumMod val="95000"/>
            <a:alpha val="90000"/>
          </a:schemeClr>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 modelId="{4DDCDFEA-00DE-4CF0-BAA0-E7076FBA0B73}">
      <dsp:nvSpPr>
        <dsp:cNvPr id="0" name=""/>
        <dsp:cNvSpPr/>
      </dsp:nvSpPr>
      <dsp:spPr>
        <a:xfrm>
          <a:off x="1658112" y="4550601"/>
          <a:ext cx="23213568" cy="1918800"/>
        </a:xfrm>
        <a:prstGeom prst="roundRect">
          <a:avLst/>
        </a:prstGeom>
        <a:solidFill>
          <a:schemeClr val="tx2">
            <a:lumMod val="20000"/>
            <a:lumOff val="80000"/>
          </a:schemeClr>
        </a:solidFill>
        <a:ln w="38100" cap="flat" cmpd="sng" algn="ctr">
          <a:solidFill>
            <a:schemeClr val="tx2"/>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77418" tIns="0" rIns="877418" bIns="0" numCol="1" spcCol="1270" anchor="ctr" anchorCtr="0">
          <a:noAutofit/>
        </a:bodyPr>
        <a:lstStyle/>
        <a:p>
          <a:pPr marL="0" lvl="0" indent="0" algn="l" defTabSz="2400300">
            <a:lnSpc>
              <a:spcPct val="90000"/>
            </a:lnSpc>
            <a:spcBef>
              <a:spcPct val="0"/>
            </a:spcBef>
            <a:spcAft>
              <a:spcPct val="35000"/>
            </a:spcAft>
            <a:buNone/>
          </a:pPr>
          <a:r>
            <a:rPr lang="zh-TW" altLang="en-US" sz="5400" b="0" i="0" kern="1200" dirty="0"/>
            <a:t>高達數十億個參數</a:t>
          </a:r>
          <a:r>
            <a:rPr lang="en-US" altLang="zh-TW" sz="5400" b="0" i="0" kern="1200" dirty="0"/>
            <a:t>(parameters)(</a:t>
          </a:r>
          <a:r>
            <a:rPr lang="zh-TW" altLang="en-US" sz="5400" b="0" i="0" kern="1200" dirty="0"/>
            <a:t>且持續增長</a:t>
          </a:r>
          <a:r>
            <a:rPr lang="en-US" altLang="zh-TW" sz="5400" b="0" i="0" kern="1200" dirty="0"/>
            <a:t>)</a:t>
          </a:r>
          <a:endParaRPr lang="en-US" sz="5400" kern="1200" dirty="0"/>
        </a:p>
      </dsp:txBody>
      <dsp:txXfrm>
        <a:off x="1751780" y="4644269"/>
        <a:ext cx="23026232" cy="1731464"/>
      </dsp:txXfrm>
    </dsp:sp>
    <dsp:sp modelId="{FE033D34-7779-45C3-ACE9-A70B15CD5728}">
      <dsp:nvSpPr>
        <dsp:cNvPr id="0" name=""/>
        <dsp:cNvSpPr/>
      </dsp:nvSpPr>
      <dsp:spPr>
        <a:xfrm>
          <a:off x="0" y="8458401"/>
          <a:ext cx="33162240" cy="1638000"/>
        </a:xfrm>
        <a:prstGeom prst="rect">
          <a:avLst/>
        </a:prstGeom>
        <a:solidFill>
          <a:schemeClr val="tx1">
            <a:lumMod val="95000"/>
            <a:alpha val="90000"/>
          </a:schemeClr>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 modelId="{CE413247-2F1B-465E-BC61-CEB68BC3491D}">
      <dsp:nvSpPr>
        <dsp:cNvPr id="0" name=""/>
        <dsp:cNvSpPr/>
      </dsp:nvSpPr>
      <dsp:spPr>
        <a:xfrm>
          <a:off x="1658112" y="7499001"/>
          <a:ext cx="23213568" cy="1918800"/>
        </a:xfrm>
        <a:prstGeom prst="roundRect">
          <a:avLst/>
        </a:prstGeom>
        <a:solidFill>
          <a:schemeClr val="tx2">
            <a:lumMod val="20000"/>
            <a:lumOff val="80000"/>
          </a:schemeClr>
        </a:solidFill>
        <a:ln w="38100" cap="flat" cmpd="sng" algn="ctr">
          <a:solidFill>
            <a:schemeClr val="tx2"/>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77418" tIns="0" rIns="877418" bIns="0" numCol="1" spcCol="1270" anchor="ctr" anchorCtr="0">
          <a:noAutofit/>
        </a:bodyPr>
        <a:lstStyle/>
        <a:p>
          <a:pPr marL="0" lvl="0" indent="0" algn="l" defTabSz="2400300">
            <a:lnSpc>
              <a:spcPct val="90000"/>
            </a:lnSpc>
            <a:spcBef>
              <a:spcPct val="0"/>
            </a:spcBef>
            <a:spcAft>
              <a:spcPct val="35000"/>
            </a:spcAft>
            <a:buNone/>
          </a:pPr>
          <a:r>
            <a:rPr lang="zh-TW" altLang="en-US" sz="5400" b="0" i="0" kern="1200" dirty="0"/>
            <a:t>模型中的多層結構</a:t>
          </a:r>
          <a:r>
            <a:rPr lang="en-US" altLang="zh-TW" sz="5400" b="0" i="0" kern="1200" dirty="0"/>
            <a:t>(</a:t>
          </a:r>
          <a:r>
            <a:rPr lang="en-US" sz="5400" b="0" i="0" kern="1200" dirty="0"/>
            <a:t>Many layers)</a:t>
          </a:r>
          <a:endParaRPr lang="en-US" sz="5400" kern="1200" dirty="0"/>
        </a:p>
      </dsp:txBody>
      <dsp:txXfrm>
        <a:off x="1751780" y="7592669"/>
        <a:ext cx="23026232" cy="1731464"/>
      </dsp:txXfrm>
    </dsp:sp>
    <dsp:sp modelId="{2C1FFB86-4982-4E6A-B3E2-3A20500A2ADB}">
      <dsp:nvSpPr>
        <dsp:cNvPr id="0" name=""/>
        <dsp:cNvSpPr/>
      </dsp:nvSpPr>
      <dsp:spPr>
        <a:xfrm>
          <a:off x="0" y="11406801"/>
          <a:ext cx="33162240" cy="1638000"/>
        </a:xfrm>
        <a:prstGeom prst="rect">
          <a:avLst/>
        </a:prstGeom>
        <a:solidFill>
          <a:schemeClr val="tx1">
            <a:lumMod val="95000"/>
            <a:alpha val="90000"/>
          </a:schemeClr>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sp>
    <dsp:sp modelId="{5BEE0AEE-0ABE-444E-9F25-1B443ECFA91D}">
      <dsp:nvSpPr>
        <dsp:cNvPr id="0" name=""/>
        <dsp:cNvSpPr/>
      </dsp:nvSpPr>
      <dsp:spPr>
        <a:xfrm>
          <a:off x="1658112" y="10447401"/>
          <a:ext cx="23213568" cy="1918800"/>
        </a:xfrm>
        <a:prstGeom prst="roundRect">
          <a:avLst/>
        </a:prstGeom>
        <a:solidFill>
          <a:schemeClr val="tx2">
            <a:lumMod val="20000"/>
            <a:lumOff val="80000"/>
          </a:schemeClr>
        </a:solidFill>
        <a:ln w="38100" cap="flat" cmpd="sng" algn="ctr">
          <a:solidFill>
            <a:schemeClr val="tx2"/>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77418" tIns="0" rIns="877418" bIns="0" numCol="1" spcCol="1270" anchor="ctr" anchorCtr="0">
          <a:noAutofit/>
        </a:bodyPr>
        <a:lstStyle/>
        <a:p>
          <a:pPr marL="0" lvl="0" indent="0" algn="l" defTabSz="2400300">
            <a:lnSpc>
              <a:spcPct val="90000"/>
            </a:lnSpc>
            <a:spcBef>
              <a:spcPct val="0"/>
            </a:spcBef>
            <a:spcAft>
              <a:spcPct val="35000"/>
            </a:spcAft>
            <a:buNone/>
          </a:pPr>
          <a:r>
            <a:rPr lang="zh-TW" altLang="en-US" sz="5400" b="0" i="0" kern="1200" dirty="0"/>
            <a:t>擅長學習複雜規則</a:t>
          </a:r>
          <a:r>
            <a:rPr lang="en-US" altLang="zh-TW" sz="5400" b="0" i="0" kern="1200" dirty="0"/>
            <a:t>(complex rules)</a:t>
          </a:r>
          <a:endParaRPr lang="en-US" sz="5400" kern="1200" dirty="0"/>
        </a:p>
      </dsp:txBody>
      <dsp:txXfrm>
        <a:off x="1751780" y="10541069"/>
        <a:ext cx="23026232" cy="173146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B91F96-E5F2-4EC3-AF3E-06FDA26F889F}">
      <dsp:nvSpPr>
        <dsp:cNvPr id="0" name=""/>
        <dsp:cNvSpPr/>
      </dsp:nvSpPr>
      <dsp:spPr>
        <a:xfrm>
          <a:off x="0" y="4130750"/>
          <a:ext cx="4145279" cy="4145279"/>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9B18A4-3709-4EED-978F-C6298C466B7C}">
      <dsp:nvSpPr>
        <dsp:cNvPr id="0" name=""/>
        <dsp:cNvSpPr/>
      </dsp:nvSpPr>
      <dsp:spPr>
        <a:xfrm>
          <a:off x="4145280"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zh-TW" altLang="en-US" sz="5400" kern="1200" cap="all" baseline="0" dirty="0">
              <a:solidFill>
                <a:schemeClr val="bg1"/>
              </a:solidFill>
            </a:rPr>
            <a:t>機器人與生產製造</a:t>
          </a:r>
          <a:br>
            <a:rPr lang="en-US" altLang="zh-TW" sz="5400" kern="1200" cap="all" baseline="0" dirty="0">
              <a:solidFill>
                <a:schemeClr val="bg1"/>
              </a:solidFill>
            </a:rPr>
          </a:br>
          <a:r>
            <a:rPr lang="en-US" altLang="zh-TW" sz="5400" kern="1200" cap="all" baseline="0" dirty="0">
              <a:solidFill>
                <a:schemeClr val="bg1"/>
              </a:solidFill>
            </a:rPr>
            <a:t>(Robotics and Manufacturing)</a:t>
          </a:r>
          <a:endParaRPr lang="en-US" sz="5400" kern="1200" cap="all" baseline="0" dirty="0">
            <a:solidFill>
              <a:schemeClr val="bg1"/>
            </a:solidFill>
          </a:endParaRPr>
        </a:p>
      </dsp:txBody>
      <dsp:txXfrm>
        <a:off x="4145280" y="4120386"/>
        <a:ext cx="6217919" cy="4145279"/>
      </dsp:txXfrm>
    </dsp:sp>
    <dsp:sp modelId="{AD855600-44E9-49C3-ADE8-155254F552FF}">
      <dsp:nvSpPr>
        <dsp:cNvPr id="0" name=""/>
        <dsp:cNvSpPr/>
      </dsp:nvSpPr>
      <dsp:spPr>
        <a:xfrm>
          <a:off x="11399519" y="4130750"/>
          <a:ext cx="4145279" cy="4145279"/>
        </a:xfrm>
        <a:prstGeom prst="ellipse">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37880D-C977-4952-AD35-13D5882E1341}">
      <dsp:nvSpPr>
        <dsp:cNvPr id="0" name=""/>
        <dsp:cNvSpPr/>
      </dsp:nvSpPr>
      <dsp:spPr>
        <a:xfrm>
          <a:off x="15544800"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zh-TW" altLang="en-US" sz="5400" kern="1200" cap="all" baseline="0" dirty="0">
              <a:solidFill>
                <a:schemeClr val="bg1"/>
              </a:solidFill>
            </a:rPr>
            <a:t>物件偵測</a:t>
          </a:r>
          <a:br>
            <a:rPr lang="en-US" altLang="zh-TW" sz="5400" kern="1200" cap="all" baseline="0" dirty="0">
              <a:solidFill>
                <a:schemeClr val="bg1"/>
              </a:solidFill>
            </a:rPr>
          </a:br>
          <a:r>
            <a:rPr lang="en-US" altLang="zh-TW" sz="5400" kern="1200" cap="all" baseline="0" dirty="0">
              <a:solidFill>
                <a:schemeClr val="bg1"/>
              </a:solidFill>
            </a:rPr>
            <a:t>(</a:t>
          </a:r>
          <a:r>
            <a:rPr lang="en-US" sz="5400" kern="1200" cap="all" baseline="0" dirty="0">
              <a:solidFill>
                <a:schemeClr val="bg1"/>
              </a:solidFill>
            </a:rPr>
            <a:t>Object Detection</a:t>
          </a:r>
          <a:r>
            <a:rPr lang="en-US" altLang="zh-TW" sz="5400" kern="1200" cap="all" baseline="0" dirty="0">
              <a:solidFill>
                <a:schemeClr val="bg1"/>
              </a:solidFill>
            </a:rPr>
            <a:t>)</a:t>
          </a:r>
          <a:endParaRPr lang="en-US" sz="5400" kern="1200" cap="all" baseline="0" dirty="0">
            <a:solidFill>
              <a:schemeClr val="bg1"/>
            </a:solidFill>
          </a:endParaRPr>
        </a:p>
      </dsp:txBody>
      <dsp:txXfrm>
        <a:off x="15544800" y="4120386"/>
        <a:ext cx="6217919" cy="4145279"/>
      </dsp:txXfrm>
    </dsp:sp>
    <dsp:sp modelId="{50275552-DB92-4E87-848B-22123E8AAF71}">
      <dsp:nvSpPr>
        <dsp:cNvPr id="0" name=""/>
        <dsp:cNvSpPr/>
      </dsp:nvSpPr>
      <dsp:spPr>
        <a:xfrm>
          <a:off x="22799039" y="4130750"/>
          <a:ext cx="4145279" cy="4145279"/>
        </a:xfrm>
        <a:prstGeom prst="ellipse">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60A445-E9DE-4E39-BDFC-0EA34AB19230}">
      <dsp:nvSpPr>
        <dsp:cNvPr id="0" name=""/>
        <dsp:cNvSpPr/>
      </dsp:nvSpPr>
      <dsp:spPr>
        <a:xfrm>
          <a:off x="26944319"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zh-TW" altLang="en-US" sz="5400" kern="1200" cap="all" baseline="0" dirty="0">
              <a:solidFill>
                <a:schemeClr val="bg1"/>
              </a:solidFill>
            </a:rPr>
            <a:t>自駕車</a:t>
          </a:r>
          <a:r>
            <a:rPr lang="en-US" altLang="zh-TW" sz="5400" kern="1200" cap="all" baseline="0" dirty="0">
              <a:solidFill>
                <a:schemeClr val="bg1"/>
              </a:solidFill>
            </a:rPr>
            <a:t>(</a:t>
          </a:r>
          <a:r>
            <a:rPr lang="en-US" sz="5400" kern="1200" cap="all" baseline="0" dirty="0">
              <a:solidFill>
                <a:schemeClr val="bg1"/>
              </a:solidFill>
            </a:rPr>
            <a:t>Self-Driving Cars</a:t>
          </a:r>
          <a:r>
            <a:rPr lang="en-US" altLang="zh-TW" sz="5400" kern="1200" cap="all" baseline="0" dirty="0">
              <a:solidFill>
                <a:schemeClr val="bg1"/>
              </a:solidFill>
            </a:rPr>
            <a:t>)</a:t>
          </a:r>
          <a:endParaRPr lang="en-US" sz="5400" kern="1200" cap="all" baseline="0" dirty="0">
            <a:solidFill>
              <a:schemeClr val="bg1"/>
            </a:solidFill>
          </a:endParaRPr>
        </a:p>
      </dsp:txBody>
      <dsp:txXfrm>
        <a:off x="26944319" y="4120386"/>
        <a:ext cx="6217919" cy="414527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4855B9-3C1F-460C-BC7F-8617BE2F4DB5}">
      <dsp:nvSpPr>
        <dsp:cNvPr id="0" name=""/>
        <dsp:cNvSpPr/>
      </dsp:nvSpPr>
      <dsp:spPr>
        <a:xfrm>
          <a:off x="0" y="4130750"/>
          <a:ext cx="4145279" cy="4145279"/>
        </a:xfrm>
        <a:prstGeom prst="ellipse">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958113-D5D7-4209-86C0-015609B42AEB}">
      <dsp:nvSpPr>
        <dsp:cNvPr id="0" name=""/>
        <dsp:cNvSpPr/>
      </dsp:nvSpPr>
      <dsp:spPr>
        <a:xfrm>
          <a:off x="4145280"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defRPr cap="all"/>
          </a:pPr>
          <a:r>
            <a:rPr lang="zh-TW" altLang="en-US" sz="5400" kern="1200" dirty="0">
              <a:solidFill>
                <a:schemeClr val="bg1"/>
              </a:solidFill>
            </a:rPr>
            <a:t>即時的語言翻譯，</a:t>
          </a:r>
          <a:br>
            <a:rPr lang="en-US" sz="5400" kern="1200" dirty="0">
              <a:solidFill>
                <a:schemeClr val="bg1"/>
              </a:solidFill>
            </a:rPr>
          </a:br>
          <a:endParaRPr lang="en-US" sz="5400" kern="1200" dirty="0">
            <a:solidFill>
              <a:schemeClr val="bg1"/>
            </a:solidFill>
          </a:endParaRPr>
        </a:p>
      </dsp:txBody>
      <dsp:txXfrm>
        <a:off x="4145280" y="4120386"/>
        <a:ext cx="6217919" cy="4145279"/>
      </dsp:txXfrm>
    </dsp:sp>
    <dsp:sp modelId="{B2636FDB-312F-455A-A9C5-172301364B1D}">
      <dsp:nvSpPr>
        <dsp:cNvPr id="0" name=""/>
        <dsp:cNvSpPr/>
      </dsp:nvSpPr>
      <dsp:spPr>
        <a:xfrm>
          <a:off x="11399519" y="4130750"/>
          <a:ext cx="4145279" cy="4145279"/>
        </a:xfrm>
        <a:prstGeom prst="ellipse">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02C068-815F-4D66-BC04-AF5B447E9DC9}">
      <dsp:nvSpPr>
        <dsp:cNvPr id="0" name=""/>
        <dsp:cNvSpPr/>
      </dsp:nvSpPr>
      <dsp:spPr>
        <a:xfrm>
          <a:off x="15544800"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defRPr cap="all"/>
          </a:pPr>
          <a:r>
            <a:rPr lang="zh-TW" altLang="en-US" sz="5400" kern="1200" dirty="0">
              <a:solidFill>
                <a:schemeClr val="bg1"/>
              </a:solidFill>
            </a:rPr>
            <a:t>語音辨識</a:t>
          </a:r>
          <a:br>
            <a:rPr lang="en-US" sz="5400" kern="1200" dirty="0">
              <a:solidFill>
                <a:schemeClr val="bg1"/>
              </a:solidFill>
            </a:rPr>
          </a:br>
          <a:endParaRPr lang="en-US" sz="5400" kern="1200" dirty="0">
            <a:solidFill>
              <a:schemeClr val="bg1"/>
            </a:solidFill>
          </a:endParaRPr>
        </a:p>
      </dsp:txBody>
      <dsp:txXfrm>
        <a:off x="15544800" y="4120386"/>
        <a:ext cx="6217919" cy="4145279"/>
      </dsp:txXfrm>
    </dsp:sp>
    <dsp:sp modelId="{501571D7-3412-4C02-BF59-5F25065FEE63}">
      <dsp:nvSpPr>
        <dsp:cNvPr id="0" name=""/>
        <dsp:cNvSpPr/>
      </dsp:nvSpPr>
      <dsp:spPr>
        <a:xfrm>
          <a:off x="22799039" y="4130750"/>
          <a:ext cx="4145279" cy="4145279"/>
        </a:xfrm>
        <a:prstGeom prst="ellipse">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A66AEA-F2FE-475B-BE23-B29F5E8E8C6C}">
      <dsp:nvSpPr>
        <dsp:cNvPr id="0" name=""/>
        <dsp:cNvSpPr/>
      </dsp:nvSpPr>
      <dsp:spPr>
        <a:xfrm>
          <a:off x="26944319"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defRPr cap="all"/>
          </a:pPr>
          <a:r>
            <a:rPr lang="zh-TW" altLang="en-US" sz="5400" kern="1200" dirty="0">
              <a:solidFill>
                <a:schemeClr val="bg1"/>
              </a:solidFill>
            </a:rPr>
            <a:t>虛擬助手</a:t>
          </a:r>
          <a:endParaRPr lang="en-US" sz="5400" kern="1200" dirty="0">
            <a:solidFill>
              <a:schemeClr val="bg1"/>
            </a:solidFill>
          </a:endParaRPr>
        </a:p>
      </dsp:txBody>
      <dsp:txXfrm>
        <a:off x="26944319" y="4120386"/>
        <a:ext cx="6217919" cy="414527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4060D8-8D37-4561-94B7-C68DCAEA411D}">
      <dsp:nvSpPr>
        <dsp:cNvPr id="0" name=""/>
        <dsp:cNvSpPr/>
      </dsp:nvSpPr>
      <dsp:spPr>
        <a:xfrm>
          <a:off x="0" y="4130750"/>
          <a:ext cx="4145279" cy="4145279"/>
        </a:xfrm>
        <a:prstGeom prst="ellipse">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8099E7-C6A6-4E79-9DE7-CE182F6E47A1}">
      <dsp:nvSpPr>
        <dsp:cNvPr id="0" name=""/>
        <dsp:cNvSpPr/>
      </dsp:nvSpPr>
      <dsp:spPr>
        <a:xfrm>
          <a:off x="4145280"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defRPr cap="all"/>
          </a:pPr>
          <a:r>
            <a:rPr lang="zh-TW" altLang="en-US" sz="5400" b="0" kern="1200" dirty="0">
              <a:solidFill>
                <a:schemeClr val="bg1"/>
              </a:solidFill>
            </a:rPr>
            <a:t>內容統整</a:t>
          </a:r>
          <a:endParaRPr lang="en-US" sz="5400" kern="1200" dirty="0">
            <a:solidFill>
              <a:schemeClr val="bg1"/>
            </a:solidFill>
          </a:endParaRPr>
        </a:p>
      </dsp:txBody>
      <dsp:txXfrm>
        <a:off x="4145280" y="4120386"/>
        <a:ext cx="6217919" cy="4145279"/>
      </dsp:txXfrm>
    </dsp:sp>
    <dsp:sp modelId="{9D2512F5-8D7D-474A-B59B-2F83EBFDA369}">
      <dsp:nvSpPr>
        <dsp:cNvPr id="0" name=""/>
        <dsp:cNvSpPr/>
      </dsp:nvSpPr>
      <dsp:spPr>
        <a:xfrm>
          <a:off x="11399519" y="4130750"/>
          <a:ext cx="4145279" cy="4145279"/>
        </a:xfrm>
        <a:prstGeom prst="ellipse">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EFBDB0-ACC8-45F3-8F05-EAB91E981F05}">
      <dsp:nvSpPr>
        <dsp:cNvPr id="0" name=""/>
        <dsp:cNvSpPr/>
      </dsp:nvSpPr>
      <dsp:spPr>
        <a:xfrm>
          <a:off x="15544800"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defRPr cap="all"/>
          </a:pPr>
          <a:r>
            <a:rPr lang="zh-TW" altLang="en-US" sz="5400" b="0" kern="1200" dirty="0">
              <a:solidFill>
                <a:schemeClr val="bg1"/>
              </a:solidFill>
            </a:rPr>
            <a:t>精準廣告</a:t>
          </a:r>
          <a:endParaRPr lang="en-US" sz="5400" kern="1200" dirty="0">
            <a:solidFill>
              <a:schemeClr val="bg1"/>
            </a:solidFill>
          </a:endParaRPr>
        </a:p>
      </dsp:txBody>
      <dsp:txXfrm>
        <a:off x="15544800" y="4120386"/>
        <a:ext cx="6217919" cy="4145279"/>
      </dsp:txXfrm>
    </dsp:sp>
    <dsp:sp modelId="{E2242959-9CE7-4AF2-8500-655AF39F6757}">
      <dsp:nvSpPr>
        <dsp:cNvPr id="0" name=""/>
        <dsp:cNvSpPr/>
      </dsp:nvSpPr>
      <dsp:spPr>
        <a:xfrm>
          <a:off x="22799039" y="4130750"/>
          <a:ext cx="4145279" cy="4145279"/>
        </a:xfrm>
        <a:prstGeom prst="ellipse">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4485EEC-FFBC-4616-97C3-B9AC8B9C1CAD}">
      <dsp:nvSpPr>
        <dsp:cNvPr id="0" name=""/>
        <dsp:cNvSpPr/>
      </dsp:nvSpPr>
      <dsp:spPr>
        <a:xfrm>
          <a:off x="26944319"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defRPr cap="all"/>
          </a:pPr>
          <a:r>
            <a:rPr lang="zh-TW" altLang="en-US" sz="5400" b="0" kern="1200" dirty="0">
              <a:solidFill>
                <a:schemeClr val="bg1"/>
              </a:solidFill>
            </a:rPr>
            <a:t>購物</a:t>
          </a:r>
          <a:endParaRPr lang="en-US" sz="5400" kern="1200" dirty="0">
            <a:solidFill>
              <a:schemeClr val="bg1"/>
            </a:solidFill>
          </a:endParaRPr>
        </a:p>
      </dsp:txBody>
      <dsp:txXfrm>
        <a:off x="26944319" y="4120386"/>
        <a:ext cx="6217919" cy="414527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5EF174-61BE-4781-A33E-5AA579AC772B}">
      <dsp:nvSpPr>
        <dsp:cNvPr id="0" name=""/>
        <dsp:cNvSpPr/>
      </dsp:nvSpPr>
      <dsp:spPr>
        <a:xfrm>
          <a:off x="0" y="4130750"/>
          <a:ext cx="4145279" cy="4145279"/>
        </a:xfrm>
        <a:prstGeom prst="ellipse">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6F2007-4C64-40C7-87CB-5E2485BC2D97}">
      <dsp:nvSpPr>
        <dsp:cNvPr id="0" name=""/>
        <dsp:cNvSpPr/>
      </dsp:nvSpPr>
      <dsp:spPr>
        <a:xfrm>
          <a:off x="4145280"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defRPr cap="all"/>
          </a:pPr>
          <a:r>
            <a:rPr lang="en-US" altLang="zh-TW" sz="5400" b="0" kern="1200" dirty="0">
              <a:solidFill>
                <a:schemeClr val="bg1"/>
              </a:solidFill>
            </a:rPr>
            <a:t>AlphaGo </a:t>
          </a:r>
          <a:r>
            <a:rPr lang="zh-TW" altLang="en-US" sz="5400" b="0" kern="1200" dirty="0">
              <a:solidFill>
                <a:schemeClr val="bg1"/>
              </a:solidFill>
            </a:rPr>
            <a:t>擊敗圍棋世界冠軍</a:t>
          </a:r>
          <a:endParaRPr lang="en-US" sz="5400" kern="1200" dirty="0">
            <a:solidFill>
              <a:schemeClr val="bg1"/>
            </a:solidFill>
          </a:endParaRPr>
        </a:p>
      </dsp:txBody>
      <dsp:txXfrm>
        <a:off x="4145280" y="4120386"/>
        <a:ext cx="6217919" cy="4145279"/>
      </dsp:txXfrm>
    </dsp:sp>
    <dsp:sp modelId="{81BBB5E7-D5E1-4B57-8533-A329406E6B81}">
      <dsp:nvSpPr>
        <dsp:cNvPr id="0" name=""/>
        <dsp:cNvSpPr/>
      </dsp:nvSpPr>
      <dsp:spPr>
        <a:xfrm>
          <a:off x="11399519" y="4130750"/>
          <a:ext cx="4145279" cy="4145279"/>
        </a:xfrm>
        <a:prstGeom prst="ellipse">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5570E3-CAA4-44A7-AC95-465DFDBAA8F3}">
      <dsp:nvSpPr>
        <dsp:cNvPr id="0" name=""/>
        <dsp:cNvSpPr/>
      </dsp:nvSpPr>
      <dsp:spPr>
        <a:xfrm>
          <a:off x="15544800"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defRPr cap="all"/>
          </a:pPr>
          <a:r>
            <a:rPr lang="en-US" altLang="zh-TW" sz="5400" b="0" kern="1200" dirty="0">
              <a:solidFill>
                <a:schemeClr val="bg1"/>
              </a:solidFill>
            </a:rPr>
            <a:t>AI </a:t>
          </a:r>
          <a:r>
            <a:rPr lang="zh-TW" altLang="en-US" sz="5400" b="0" kern="1200" dirty="0">
              <a:solidFill>
                <a:schemeClr val="bg1"/>
              </a:solidFill>
            </a:rPr>
            <a:t>機器人擊敗專業電玩玩家</a:t>
          </a:r>
          <a:endParaRPr lang="en-US" sz="5400" kern="1200" dirty="0">
            <a:solidFill>
              <a:schemeClr val="bg1"/>
            </a:solidFill>
          </a:endParaRPr>
        </a:p>
      </dsp:txBody>
      <dsp:txXfrm>
        <a:off x="15544800" y="4120386"/>
        <a:ext cx="6217919" cy="4145279"/>
      </dsp:txXfrm>
    </dsp:sp>
    <dsp:sp modelId="{4FE5E5F0-6CB6-4F36-A29A-5AB2A0B79EBF}">
      <dsp:nvSpPr>
        <dsp:cNvPr id="0" name=""/>
        <dsp:cNvSpPr/>
      </dsp:nvSpPr>
      <dsp:spPr>
        <a:xfrm>
          <a:off x="22799039" y="4130750"/>
          <a:ext cx="4145279" cy="4145279"/>
        </a:xfrm>
        <a:prstGeom prst="ellipse">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470540-4FAA-4979-AB09-9C21A598034D}">
      <dsp:nvSpPr>
        <dsp:cNvPr id="0" name=""/>
        <dsp:cNvSpPr/>
      </dsp:nvSpPr>
      <dsp:spPr>
        <a:xfrm>
          <a:off x="26944319" y="4120386"/>
          <a:ext cx="6217919" cy="4145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defRPr cap="all"/>
          </a:pPr>
          <a:r>
            <a:rPr lang="zh-TW" altLang="en-US" sz="5400" b="0" kern="1200" dirty="0">
              <a:solidFill>
                <a:schemeClr val="bg1"/>
              </a:solidFill>
            </a:rPr>
            <a:t>股票交易機器人</a:t>
          </a:r>
          <a:r>
            <a:rPr lang="en-US" altLang="zh-TW" sz="5400" b="0" kern="1200" dirty="0">
              <a:solidFill>
                <a:schemeClr val="bg1"/>
              </a:solidFill>
            </a:rPr>
            <a:t>(Stock Trading Robots)</a:t>
          </a:r>
          <a:endParaRPr lang="en-US" sz="5400" kern="1200" dirty="0">
            <a:solidFill>
              <a:schemeClr val="bg1"/>
            </a:solidFill>
          </a:endParaRPr>
        </a:p>
      </dsp:txBody>
      <dsp:txXfrm>
        <a:off x="26944319" y="4120386"/>
        <a:ext cx="6217919" cy="414527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9156EE-2D06-4127-87A5-3C6C53BF032D}">
      <dsp:nvSpPr>
        <dsp:cNvPr id="0" name=""/>
        <dsp:cNvSpPr/>
      </dsp:nvSpPr>
      <dsp:spPr>
        <a:xfrm>
          <a:off x="0" y="0"/>
          <a:ext cx="25571217" cy="2559861"/>
        </a:xfrm>
        <a:prstGeom prst="roundRect">
          <a:avLst>
            <a:gd name="adj" fmla="val 10000"/>
          </a:avLst>
        </a:prstGeom>
        <a:solidFill>
          <a:schemeClr val="tx2">
            <a:lumMod val="20000"/>
            <a:lumOff val="80000"/>
          </a:schemeClr>
        </a:solidFill>
        <a:ln>
          <a:solidFill>
            <a:schemeClr val="tx2">
              <a:lumMod val="50000"/>
            </a:schemeClr>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US" sz="5400" b="0" kern="1200" dirty="0">
              <a:solidFill>
                <a:schemeClr val="bg1"/>
              </a:solidFill>
            </a:rPr>
            <a:t>“Hello World” of Deep Learning</a:t>
          </a:r>
          <a:endParaRPr lang="en-US" sz="5400" kern="1200" dirty="0">
            <a:solidFill>
              <a:schemeClr val="bg1"/>
            </a:solidFill>
          </a:endParaRPr>
        </a:p>
      </dsp:txBody>
      <dsp:txXfrm>
        <a:off x="74976" y="74976"/>
        <a:ext cx="22509422" cy="2409909"/>
      </dsp:txXfrm>
    </dsp:sp>
    <dsp:sp modelId="{1CCADE89-97AD-42FE-9557-6AA719AFD7AA}">
      <dsp:nvSpPr>
        <dsp:cNvPr id="0" name=""/>
        <dsp:cNvSpPr/>
      </dsp:nvSpPr>
      <dsp:spPr>
        <a:xfrm>
          <a:off x="1909538" y="2915397"/>
          <a:ext cx="25571217" cy="2559861"/>
        </a:xfrm>
        <a:prstGeom prst="roundRect">
          <a:avLst>
            <a:gd name="adj" fmla="val 10000"/>
          </a:avLst>
        </a:prstGeom>
        <a:solidFill>
          <a:schemeClr val="tx2">
            <a:lumMod val="20000"/>
            <a:lumOff val="80000"/>
          </a:schemeClr>
        </a:solidFill>
        <a:ln>
          <a:solidFill>
            <a:schemeClr val="tx2">
              <a:lumMod val="50000"/>
            </a:schemeClr>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zh-TW" altLang="en-US" sz="5400" b="0" kern="1200" dirty="0">
              <a:solidFill>
                <a:schemeClr val="bg1"/>
              </a:solidFill>
            </a:rPr>
            <a:t>訓練一個更複雜的模型</a:t>
          </a:r>
          <a:endParaRPr lang="en-US" sz="5400" kern="1200" dirty="0">
            <a:solidFill>
              <a:schemeClr val="bg1"/>
            </a:solidFill>
          </a:endParaRPr>
        </a:p>
      </dsp:txBody>
      <dsp:txXfrm>
        <a:off x="1984514" y="2990373"/>
        <a:ext cx="21847816" cy="2409909"/>
      </dsp:txXfrm>
    </dsp:sp>
    <dsp:sp modelId="{A6D96D8A-637A-460D-9EC4-0FAC79893410}">
      <dsp:nvSpPr>
        <dsp:cNvPr id="0" name=""/>
        <dsp:cNvSpPr/>
      </dsp:nvSpPr>
      <dsp:spPr>
        <a:xfrm>
          <a:off x="3819077" y="5830795"/>
          <a:ext cx="25571217" cy="2559861"/>
        </a:xfrm>
        <a:prstGeom prst="roundRect">
          <a:avLst>
            <a:gd name="adj" fmla="val 10000"/>
          </a:avLst>
        </a:prstGeom>
        <a:solidFill>
          <a:schemeClr val="tx2">
            <a:lumMod val="20000"/>
            <a:lumOff val="80000"/>
          </a:schemeClr>
        </a:solidFill>
        <a:ln>
          <a:solidFill>
            <a:schemeClr val="tx2">
              <a:lumMod val="50000"/>
            </a:schemeClr>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zh-TW" altLang="en-US" sz="5400" b="0" kern="1200" dirty="0">
              <a:solidFill>
                <a:schemeClr val="bg1"/>
              </a:solidFill>
            </a:rPr>
            <a:t>介紹新的架構</a:t>
          </a:r>
          <a:r>
            <a:rPr lang="en-US" altLang="zh-TW" sz="5400" b="0" kern="1200" dirty="0">
              <a:solidFill>
                <a:schemeClr val="bg1"/>
              </a:solidFill>
            </a:rPr>
            <a:t>(architectures)</a:t>
          </a:r>
          <a:r>
            <a:rPr lang="zh-TW" altLang="en-US" sz="5400" b="0" kern="1200" dirty="0">
              <a:solidFill>
                <a:schemeClr val="bg1"/>
              </a:solidFill>
            </a:rPr>
            <a:t>和技術來提高模型性能</a:t>
          </a:r>
          <a:endParaRPr lang="en-US" sz="5400" kern="1200" dirty="0">
            <a:solidFill>
              <a:schemeClr val="bg1"/>
            </a:solidFill>
          </a:endParaRPr>
        </a:p>
      </dsp:txBody>
      <dsp:txXfrm>
        <a:off x="3894053" y="5905771"/>
        <a:ext cx="21847816" cy="2409909"/>
      </dsp:txXfrm>
    </dsp:sp>
    <dsp:sp modelId="{FC765D7E-59C4-475E-B4DE-A43CB1FA8710}">
      <dsp:nvSpPr>
        <dsp:cNvPr id="0" name=""/>
        <dsp:cNvSpPr/>
      </dsp:nvSpPr>
      <dsp:spPr>
        <a:xfrm>
          <a:off x="5728616" y="8746193"/>
          <a:ext cx="25571217" cy="2559861"/>
        </a:xfrm>
        <a:prstGeom prst="roundRect">
          <a:avLst>
            <a:gd name="adj" fmla="val 10000"/>
          </a:avLst>
        </a:prstGeom>
        <a:solidFill>
          <a:schemeClr val="tx2">
            <a:lumMod val="20000"/>
            <a:lumOff val="80000"/>
          </a:schemeClr>
        </a:solidFill>
        <a:ln>
          <a:solidFill>
            <a:schemeClr val="tx2">
              <a:lumMod val="50000"/>
            </a:schemeClr>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zh-TW" altLang="en-US" sz="5400" b="0" kern="1200" dirty="0">
              <a:solidFill>
                <a:schemeClr val="bg1"/>
              </a:solidFill>
            </a:rPr>
            <a:t>預訓練</a:t>
          </a:r>
          <a:r>
            <a:rPr lang="en-US" altLang="zh-TW" sz="5400" b="0" kern="1200" dirty="0">
              <a:solidFill>
                <a:schemeClr val="bg1"/>
              </a:solidFill>
            </a:rPr>
            <a:t>(</a:t>
          </a:r>
          <a:r>
            <a:rPr lang="en-US" sz="5400" b="0" kern="1200" dirty="0">
              <a:solidFill>
                <a:schemeClr val="bg1"/>
              </a:solidFill>
            </a:rPr>
            <a:t>Pre-trained)</a:t>
          </a:r>
          <a:r>
            <a:rPr lang="zh-TW" altLang="en-US" sz="5400" b="0" kern="1200" dirty="0">
              <a:solidFill>
                <a:schemeClr val="bg1"/>
              </a:solidFill>
            </a:rPr>
            <a:t>模型</a:t>
          </a:r>
          <a:endParaRPr lang="en-US" sz="5400" kern="1200" dirty="0">
            <a:solidFill>
              <a:schemeClr val="bg1"/>
            </a:solidFill>
          </a:endParaRPr>
        </a:p>
      </dsp:txBody>
      <dsp:txXfrm>
        <a:off x="5803592" y="8821169"/>
        <a:ext cx="21847816" cy="2409909"/>
      </dsp:txXfrm>
    </dsp:sp>
    <dsp:sp modelId="{5200E7C9-BD27-4281-83F3-1F951F73BBB7}">
      <dsp:nvSpPr>
        <dsp:cNvPr id="0" name=""/>
        <dsp:cNvSpPr/>
      </dsp:nvSpPr>
      <dsp:spPr>
        <a:xfrm>
          <a:off x="7638155" y="11661591"/>
          <a:ext cx="25571217" cy="2559861"/>
        </a:xfrm>
        <a:prstGeom prst="roundRect">
          <a:avLst>
            <a:gd name="adj" fmla="val 10000"/>
          </a:avLst>
        </a:prstGeom>
        <a:solidFill>
          <a:schemeClr val="tx2">
            <a:lumMod val="20000"/>
            <a:lumOff val="80000"/>
          </a:schemeClr>
        </a:solidFill>
        <a:ln>
          <a:solidFill>
            <a:schemeClr val="tx2">
              <a:lumMod val="50000"/>
            </a:schemeClr>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Font typeface="+mj-lt"/>
            <a:buNone/>
          </a:pPr>
          <a:r>
            <a:rPr lang="zh-TW" altLang="en-US" sz="5400" kern="1200" dirty="0">
              <a:solidFill>
                <a:schemeClr val="bg1"/>
              </a:solidFill>
            </a:rPr>
            <a:t>遷移學習</a:t>
          </a:r>
          <a:r>
            <a:rPr lang="en-US" altLang="zh-TW" sz="5400" kern="1200" dirty="0">
              <a:solidFill>
                <a:schemeClr val="bg1"/>
              </a:solidFill>
            </a:rPr>
            <a:t>(</a:t>
          </a:r>
          <a:r>
            <a:rPr lang="en-US" sz="5400" kern="1200" dirty="0">
              <a:solidFill>
                <a:schemeClr val="bg1"/>
              </a:solidFill>
            </a:rPr>
            <a:t>Transfer learning</a:t>
          </a:r>
          <a:r>
            <a:rPr lang="en-US" altLang="zh-TW" sz="5400" kern="1200" dirty="0">
              <a:solidFill>
                <a:schemeClr val="bg1"/>
              </a:solidFill>
            </a:rPr>
            <a:t>)</a:t>
          </a:r>
          <a:endParaRPr lang="en-US" sz="5400" kern="1200" dirty="0">
            <a:solidFill>
              <a:schemeClr val="bg1"/>
            </a:solidFill>
          </a:endParaRPr>
        </a:p>
      </dsp:txBody>
      <dsp:txXfrm>
        <a:off x="7713131" y="11736567"/>
        <a:ext cx="21847816" cy="2409909"/>
      </dsp:txXfrm>
    </dsp:sp>
    <dsp:sp modelId="{71522FE5-5BF1-4C9B-ABAB-36AACEB85391}">
      <dsp:nvSpPr>
        <dsp:cNvPr id="0" name=""/>
        <dsp:cNvSpPr/>
      </dsp:nvSpPr>
      <dsp:spPr>
        <a:xfrm>
          <a:off x="23907307" y="1870121"/>
          <a:ext cx="1663910" cy="1663910"/>
        </a:xfrm>
        <a:prstGeom prst="downArrow">
          <a:avLst>
            <a:gd name="adj1" fmla="val 55000"/>
            <a:gd name="adj2" fmla="val 45000"/>
          </a:avLst>
        </a:prstGeom>
        <a:solidFill>
          <a:srgbClr val="76B900"/>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2400300">
            <a:lnSpc>
              <a:spcPct val="90000"/>
            </a:lnSpc>
            <a:spcBef>
              <a:spcPct val="0"/>
            </a:spcBef>
            <a:spcAft>
              <a:spcPct val="35000"/>
            </a:spcAft>
            <a:buNone/>
          </a:pPr>
          <a:endParaRPr lang="en-US" sz="5400" kern="1200">
            <a:solidFill>
              <a:schemeClr val="bg1"/>
            </a:solidFill>
          </a:endParaRPr>
        </a:p>
      </dsp:txBody>
      <dsp:txXfrm>
        <a:off x="24281687" y="1870121"/>
        <a:ext cx="915150" cy="1252092"/>
      </dsp:txXfrm>
    </dsp:sp>
    <dsp:sp modelId="{5EA6D199-E573-43BF-BDF0-E0CA6B38C520}">
      <dsp:nvSpPr>
        <dsp:cNvPr id="0" name=""/>
        <dsp:cNvSpPr/>
      </dsp:nvSpPr>
      <dsp:spPr>
        <a:xfrm>
          <a:off x="25816846" y="4785518"/>
          <a:ext cx="1663910" cy="1663910"/>
        </a:xfrm>
        <a:prstGeom prst="downArrow">
          <a:avLst>
            <a:gd name="adj1" fmla="val 55000"/>
            <a:gd name="adj2" fmla="val 45000"/>
          </a:avLst>
        </a:prstGeom>
        <a:solidFill>
          <a:srgbClr val="76B900"/>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2400300">
            <a:lnSpc>
              <a:spcPct val="90000"/>
            </a:lnSpc>
            <a:spcBef>
              <a:spcPct val="0"/>
            </a:spcBef>
            <a:spcAft>
              <a:spcPct val="35000"/>
            </a:spcAft>
            <a:buNone/>
          </a:pPr>
          <a:endParaRPr lang="en-US" sz="5400" kern="1200">
            <a:solidFill>
              <a:schemeClr val="bg1"/>
            </a:solidFill>
          </a:endParaRPr>
        </a:p>
      </dsp:txBody>
      <dsp:txXfrm>
        <a:off x="26191226" y="4785518"/>
        <a:ext cx="915150" cy="1252092"/>
      </dsp:txXfrm>
    </dsp:sp>
    <dsp:sp modelId="{2CEF7170-21FD-41AA-8771-590E38C2BE8E}">
      <dsp:nvSpPr>
        <dsp:cNvPr id="0" name=""/>
        <dsp:cNvSpPr/>
      </dsp:nvSpPr>
      <dsp:spPr>
        <a:xfrm>
          <a:off x="27726385" y="7658252"/>
          <a:ext cx="1663910" cy="1663910"/>
        </a:xfrm>
        <a:prstGeom prst="downArrow">
          <a:avLst>
            <a:gd name="adj1" fmla="val 55000"/>
            <a:gd name="adj2" fmla="val 45000"/>
          </a:avLst>
        </a:prstGeom>
        <a:solidFill>
          <a:srgbClr val="76B900"/>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2400300">
            <a:lnSpc>
              <a:spcPct val="90000"/>
            </a:lnSpc>
            <a:spcBef>
              <a:spcPct val="0"/>
            </a:spcBef>
            <a:spcAft>
              <a:spcPct val="35000"/>
            </a:spcAft>
            <a:buNone/>
          </a:pPr>
          <a:endParaRPr lang="en-US" sz="5400" kern="1200">
            <a:solidFill>
              <a:schemeClr val="bg1"/>
            </a:solidFill>
          </a:endParaRPr>
        </a:p>
      </dsp:txBody>
      <dsp:txXfrm>
        <a:off x="28100765" y="7658252"/>
        <a:ext cx="915150" cy="1252092"/>
      </dsp:txXfrm>
    </dsp:sp>
    <dsp:sp modelId="{1051A305-7713-4094-8381-990CE5EFE86B}">
      <dsp:nvSpPr>
        <dsp:cNvPr id="0" name=""/>
        <dsp:cNvSpPr/>
      </dsp:nvSpPr>
      <dsp:spPr>
        <a:xfrm>
          <a:off x="29635924" y="10602093"/>
          <a:ext cx="1663910" cy="1663910"/>
        </a:xfrm>
        <a:prstGeom prst="downArrow">
          <a:avLst>
            <a:gd name="adj1" fmla="val 55000"/>
            <a:gd name="adj2" fmla="val 45000"/>
          </a:avLst>
        </a:prstGeom>
        <a:solidFill>
          <a:srgbClr val="76B900"/>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2400300">
            <a:lnSpc>
              <a:spcPct val="90000"/>
            </a:lnSpc>
            <a:spcBef>
              <a:spcPct val="0"/>
            </a:spcBef>
            <a:spcAft>
              <a:spcPct val="35000"/>
            </a:spcAft>
            <a:buNone/>
          </a:pPr>
          <a:endParaRPr lang="en-US" sz="5400" kern="1200">
            <a:solidFill>
              <a:schemeClr val="bg1"/>
            </a:solidFill>
          </a:endParaRPr>
        </a:p>
      </dsp:txBody>
      <dsp:txXfrm>
        <a:off x="30010304" y="10602093"/>
        <a:ext cx="915150" cy="125209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06D1E4-B436-4B96-873D-FE4AB9071561}">
      <dsp:nvSpPr>
        <dsp:cNvPr id="0" name=""/>
        <dsp:cNvSpPr/>
      </dsp:nvSpPr>
      <dsp:spPr>
        <a:xfrm>
          <a:off x="0" y="1512"/>
          <a:ext cx="33157583" cy="3540016"/>
        </a:xfrm>
        <a:prstGeom prst="roundRect">
          <a:avLst>
            <a:gd name="adj" fmla="val 10000"/>
          </a:avLst>
        </a:prstGeom>
        <a:solidFill>
          <a:schemeClr val="tx2">
            <a:lumMod val="20000"/>
            <a:lumOff val="80000"/>
          </a:schemeClr>
        </a:solidFill>
        <a:ln>
          <a:solidFill>
            <a:schemeClr val="tx2"/>
          </a:solidFill>
        </a:ln>
        <a:effectLst/>
      </dsp:spPr>
      <dsp:style>
        <a:lnRef idx="0">
          <a:scrgbClr r="0" g="0" b="0"/>
        </a:lnRef>
        <a:fillRef idx="1">
          <a:scrgbClr r="0" g="0" b="0"/>
        </a:fillRef>
        <a:effectRef idx="2">
          <a:scrgbClr r="0" g="0" b="0"/>
        </a:effectRef>
        <a:fontRef idx="minor"/>
      </dsp:style>
    </dsp:sp>
    <dsp:sp modelId="{E99DDE7A-283A-4B36-B4FD-3B7D1A7F505A}">
      <dsp:nvSpPr>
        <dsp:cNvPr id="0" name=""/>
        <dsp:cNvSpPr/>
      </dsp:nvSpPr>
      <dsp:spPr>
        <a:xfrm>
          <a:off x="1070854" y="798016"/>
          <a:ext cx="1947009" cy="19470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347421C-EE90-4D65-8F31-54D51C1F6781}">
      <dsp:nvSpPr>
        <dsp:cNvPr id="0" name=""/>
        <dsp:cNvSpPr/>
      </dsp:nvSpPr>
      <dsp:spPr>
        <a:xfrm>
          <a:off x="4088718" y="1512"/>
          <a:ext cx="29068864" cy="3540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4652" tIns="374652" rIns="374652" bIns="374652" numCol="1" spcCol="1270" anchor="ctr" anchorCtr="0">
          <a:noAutofit/>
        </a:bodyPr>
        <a:lstStyle/>
        <a:p>
          <a:pPr marL="0" lvl="0" indent="0" algn="l" defTabSz="2400300">
            <a:lnSpc>
              <a:spcPct val="100000"/>
            </a:lnSpc>
            <a:spcBef>
              <a:spcPct val="0"/>
            </a:spcBef>
            <a:spcAft>
              <a:spcPct val="35000"/>
            </a:spcAft>
            <a:buNone/>
          </a:pPr>
          <a:r>
            <a:rPr lang="zh-TW" altLang="en-US" sz="5400" kern="1200" dirty="0">
              <a:solidFill>
                <a:schemeClr val="bg1"/>
              </a:solidFill>
            </a:rPr>
            <a:t>具備</a:t>
          </a:r>
          <a:r>
            <a:rPr lang="en-US" altLang="zh-TW" sz="5400" kern="1200" dirty="0">
              <a:solidFill>
                <a:schemeClr val="bg1"/>
              </a:solidFill>
            </a:rPr>
            <a:t>GPU</a:t>
          </a:r>
          <a:r>
            <a:rPr lang="zh-TW" altLang="en-US" sz="5400" kern="1200" dirty="0">
              <a:solidFill>
                <a:schemeClr val="bg1"/>
              </a:solidFill>
            </a:rPr>
            <a:t>的雲端伺服器</a:t>
          </a:r>
          <a:endParaRPr lang="en-US" sz="5400" kern="1200" dirty="0">
            <a:solidFill>
              <a:schemeClr val="bg1"/>
            </a:solidFill>
          </a:endParaRPr>
        </a:p>
      </dsp:txBody>
      <dsp:txXfrm>
        <a:off x="4088718" y="1512"/>
        <a:ext cx="29068864" cy="3540016"/>
      </dsp:txXfrm>
    </dsp:sp>
    <dsp:sp modelId="{CB8BD7E1-F75A-4BFE-B6CB-7E3262F569BF}">
      <dsp:nvSpPr>
        <dsp:cNvPr id="0" name=""/>
        <dsp:cNvSpPr/>
      </dsp:nvSpPr>
      <dsp:spPr>
        <a:xfrm>
          <a:off x="0" y="4426533"/>
          <a:ext cx="33157583" cy="3540016"/>
        </a:xfrm>
        <a:prstGeom prst="roundRect">
          <a:avLst>
            <a:gd name="adj" fmla="val 10000"/>
          </a:avLst>
        </a:prstGeom>
        <a:solidFill>
          <a:schemeClr val="tx2">
            <a:lumMod val="20000"/>
            <a:lumOff val="80000"/>
          </a:schemeClr>
        </a:solidFill>
        <a:ln>
          <a:solidFill>
            <a:schemeClr val="tx2"/>
          </a:solidFill>
        </a:ln>
        <a:effectLst/>
      </dsp:spPr>
      <dsp:style>
        <a:lnRef idx="0">
          <a:scrgbClr r="0" g="0" b="0"/>
        </a:lnRef>
        <a:fillRef idx="1">
          <a:scrgbClr r="0" g="0" b="0"/>
        </a:fillRef>
        <a:effectRef idx="2">
          <a:scrgbClr r="0" g="0" b="0"/>
        </a:effectRef>
        <a:fontRef idx="minor"/>
      </dsp:style>
    </dsp:sp>
    <dsp:sp modelId="{B4D88791-1C99-4E36-8185-559684766344}">
      <dsp:nvSpPr>
        <dsp:cNvPr id="0" name=""/>
        <dsp:cNvSpPr/>
      </dsp:nvSpPr>
      <dsp:spPr>
        <a:xfrm>
          <a:off x="1070854" y="5223036"/>
          <a:ext cx="1947009" cy="19470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C73B523-31B2-4F6A-B15C-7A82BA8F7622}">
      <dsp:nvSpPr>
        <dsp:cNvPr id="0" name=""/>
        <dsp:cNvSpPr/>
      </dsp:nvSpPr>
      <dsp:spPr>
        <a:xfrm>
          <a:off x="4088718" y="4426533"/>
          <a:ext cx="29068864" cy="3540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4652" tIns="374652" rIns="374652" bIns="374652" numCol="1" spcCol="1270" anchor="ctr" anchorCtr="0">
          <a:noAutofit/>
        </a:bodyPr>
        <a:lstStyle/>
        <a:p>
          <a:pPr marL="0" lvl="0" indent="0" algn="l" defTabSz="2400300">
            <a:lnSpc>
              <a:spcPct val="100000"/>
            </a:lnSpc>
            <a:spcBef>
              <a:spcPct val="0"/>
            </a:spcBef>
            <a:spcAft>
              <a:spcPct val="35000"/>
            </a:spcAft>
            <a:buNone/>
          </a:pPr>
          <a:r>
            <a:rPr lang="en-US" sz="5400" kern="1200" dirty="0" err="1">
              <a:solidFill>
                <a:schemeClr val="bg1"/>
              </a:solidFill>
            </a:rPr>
            <a:t>JupyterLab</a:t>
          </a:r>
          <a:r>
            <a:rPr lang="en-US" sz="5400" kern="1200" dirty="0">
              <a:solidFill>
                <a:schemeClr val="bg1"/>
              </a:solidFill>
            </a:rPr>
            <a:t> </a:t>
          </a:r>
          <a:r>
            <a:rPr lang="zh-TW" altLang="en-US" sz="5400" kern="1200" dirty="0">
              <a:solidFill>
                <a:schemeClr val="bg1"/>
              </a:solidFill>
            </a:rPr>
            <a:t>軟體平台</a:t>
          </a:r>
          <a:endParaRPr lang="en-US" sz="5400" kern="1200" dirty="0">
            <a:solidFill>
              <a:schemeClr val="bg1"/>
            </a:solidFill>
          </a:endParaRPr>
        </a:p>
      </dsp:txBody>
      <dsp:txXfrm>
        <a:off x="4088718" y="4426533"/>
        <a:ext cx="29068864" cy="3540016"/>
      </dsp:txXfrm>
    </dsp:sp>
    <dsp:sp modelId="{B0512196-E812-4FF3-976E-C3174A3ECFCE}">
      <dsp:nvSpPr>
        <dsp:cNvPr id="0" name=""/>
        <dsp:cNvSpPr/>
      </dsp:nvSpPr>
      <dsp:spPr>
        <a:xfrm>
          <a:off x="0" y="8851553"/>
          <a:ext cx="33157583" cy="3540016"/>
        </a:xfrm>
        <a:prstGeom prst="roundRect">
          <a:avLst>
            <a:gd name="adj" fmla="val 10000"/>
          </a:avLst>
        </a:prstGeom>
        <a:solidFill>
          <a:schemeClr val="tx2">
            <a:lumMod val="20000"/>
            <a:lumOff val="80000"/>
          </a:schemeClr>
        </a:solidFill>
        <a:ln>
          <a:solidFill>
            <a:schemeClr val="tx2"/>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69E0816-AE2C-4BF9-ACE3-6680FA4F7452}">
      <dsp:nvSpPr>
        <dsp:cNvPr id="0" name=""/>
        <dsp:cNvSpPr/>
      </dsp:nvSpPr>
      <dsp:spPr>
        <a:xfrm>
          <a:off x="1070854" y="9648057"/>
          <a:ext cx="1947009" cy="19470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8507FC2-A7BC-4678-B1E9-5E4734962E98}">
      <dsp:nvSpPr>
        <dsp:cNvPr id="0" name=""/>
        <dsp:cNvSpPr/>
      </dsp:nvSpPr>
      <dsp:spPr>
        <a:xfrm>
          <a:off x="4088718" y="8851553"/>
          <a:ext cx="29068864" cy="3540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4652" tIns="374652" rIns="374652" bIns="374652" numCol="1" spcCol="1270" anchor="ctr" anchorCtr="0">
          <a:noAutofit/>
        </a:bodyPr>
        <a:lstStyle/>
        <a:p>
          <a:pPr marL="0" lvl="0" indent="0" algn="l" defTabSz="2400300">
            <a:lnSpc>
              <a:spcPct val="100000"/>
            </a:lnSpc>
            <a:spcBef>
              <a:spcPct val="0"/>
            </a:spcBef>
            <a:spcAft>
              <a:spcPct val="35000"/>
            </a:spcAft>
            <a:buNone/>
          </a:pPr>
          <a:r>
            <a:rPr lang="zh-TW" altLang="en-US" sz="5400" kern="1200" dirty="0">
              <a:solidFill>
                <a:schemeClr val="bg1"/>
              </a:solidFill>
            </a:rPr>
            <a:t>用於互動式程式開發的</a:t>
          </a:r>
          <a:r>
            <a:rPr lang="en-US" sz="5400" kern="1200" dirty="0">
              <a:solidFill>
                <a:schemeClr val="bg1"/>
              </a:solidFill>
            </a:rPr>
            <a:t>Jupyter notebooks</a:t>
          </a:r>
        </a:p>
      </dsp:txBody>
      <dsp:txXfrm>
        <a:off x="4088718" y="8851553"/>
        <a:ext cx="29068864" cy="354001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CF5DA9-BF51-484E-850E-0CCB89F725A1}">
      <dsp:nvSpPr>
        <dsp:cNvPr id="0" name=""/>
        <dsp:cNvSpPr/>
      </dsp:nvSpPr>
      <dsp:spPr>
        <a:xfrm>
          <a:off x="0" y="4455648"/>
          <a:ext cx="33162875" cy="2866500"/>
        </a:xfrm>
        <a:prstGeom prst="rect">
          <a:avLst/>
        </a:prstGeom>
        <a:solidFill>
          <a:schemeClr val="tx2">
            <a:lumMod val="20000"/>
            <a:lumOff val="80000"/>
            <a:alpha val="90000"/>
          </a:schemeClr>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txBody>
        <a:bodyPr spcFirstLastPara="0" vert="horz" wrap="square" lIns="2573808" tIns="1353820" rIns="2573808" bIns="384048" numCol="1" spcCol="1270" anchor="t" anchorCtr="0">
          <a:noAutofit/>
        </a:bodyPr>
        <a:lstStyle/>
        <a:p>
          <a:pPr marL="285750" lvl="1" indent="-285750" algn="l" defTabSz="2400300">
            <a:lnSpc>
              <a:spcPct val="90000"/>
            </a:lnSpc>
            <a:spcBef>
              <a:spcPct val="0"/>
            </a:spcBef>
            <a:spcAft>
              <a:spcPct val="15000"/>
            </a:spcAft>
            <a:buFont typeface="Arial" panose="020B0604020202020204" pitchFamily="34" charset="0"/>
            <a:buNone/>
          </a:pPr>
          <a:r>
            <a:rPr lang="zh-TW" altLang="en-US" sz="5400" kern="1200" dirty="0">
              <a:solidFill>
                <a:sysClr val="windowText" lastClr="000000"/>
              </a:solidFill>
            </a:rPr>
            <a:t>傳統上對電腦而言這是重要且困難的任務</a:t>
          </a:r>
          <a:endParaRPr lang="en-US" sz="5400" kern="1200" dirty="0">
            <a:solidFill>
              <a:sysClr val="windowText" lastClr="000000"/>
            </a:solidFill>
          </a:endParaRPr>
        </a:p>
      </dsp:txBody>
      <dsp:txXfrm>
        <a:off x="0" y="4455648"/>
        <a:ext cx="33162875" cy="2866500"/>
      </dsp:txXfrm>
    </dsp:sp>
    <dsp:sp modelId="{8ECD0506-5414-42CF-9870-F17494DD9CC9}">
      <dsp:nvSpPr>
        <dsp:cNvPr id="0" name=""/>
        <dsp:cNvSpPr/>
      </dsp:nvSpPr>
      <dsp:spPr>
        <a:xfrm>
          <a:off x="1658143" y="2434903"/>
          <a:ext cx="23214012" cy="2980145"/>
        </a:xfrm>
        <a:prstGeom prst="roundRect">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77434" tIns="0" rIns="877434" bIns="0" numCol="1" spcCol="1270" anchor="ctr" anchorCtr="0">
          <a:noAutofit/>
        </a:bodyPr>
        <a:lstStyle/>
        <a:p>
          <a:pPr marL="0" lvl="0" indent="0" algn="l" defTabSz="2933700">
            <a:lnSpc>
              <a:spcPct val="90000"/>
            </a:lnSpc>
            <a:spcBef>
              <a:spcPct val="0"/>
            </a:spcBef>
            <a:spcAft>
              <a:spcPct val="35000"/>
            </a:spcAft>
            <a:buNone/>
          </a:pPr>
          <a:r>
            <a:rPr lang="zh-TW" altLang="en-US" sz="6600" kern="1200" dirty="0">
              <a:solidFill>
                <a:schemeClr val="tx1"/>
              </a:solidFill>
            </a:rPr>
            <a:t>訓練網路正確分類手寫數字</a:t>
          </a:r>
          <a:endParaRPr lang="en-US" sz="6600" kern="1200" dirty="0">
            <a:solidFill>
              <a:schemeClr val="tx1"/>
            </a:solidFill>
          </a:endParaRPr>
        </a:p>
      </dsp:txBody>
      <dsp:txXfrm>
        <a:off x="1803622" y="2580382"/>
        <a:ext cx="22923054" cy="2689187"/>
      </dsp:txXfrm>
    </dsp:sp>
    <dsp:sp modelId="{19B38603-03E2-433E-9B22-697AC7514A74}">
      <dsp:nvSpPr>
        <dsp:cNvPr id="0" name=""/>
        <dsp:cNvSpPr/>
      </dsp:nvSpPr>
      <dsp:spPr>
        <a:xfrm>
          <a:off x="0" y="9693894"/>
          <a:ext cx="33162875" cy="2866500"/>
        </a:xfrm>
        <a:prstGeom prst="rect">
          <a:avLst/>
        </a:prstGeom>
        <a:solidFill>
          <a:schemeClr val="tx2">
            <a:lumMod val="20000"/>
            <a:lumOff val="80000"/>
            <a:alpha val="90000"/>
          </a:schemeClr>
        </a:solidFill>
        <a:ln w="25400" cap="flat" cmpd="sng" algn="ctr">
          <a:solidFill>
            <a:schemeClr val="tx2"/>
          </a:solidFill>
          <a:prstDash val="solid"/>
        </a:ln>
        <a:effectLst/>
      </dsp:spPr>
      <dsp:style>
        <a:lnRef idx="2">
          <a:scrgbClr r="0" g="0" b="0"/>
        </a:lnRef>
        <a:fillRef idx="1">
          <a:scrgbClr r="0" g="0" b="0"/>
        </a:fillRef>
        <a:effectRef idx="0">
          <a:scrgbClr r="0" g="0" b="0"/>
        </a:effectRef>
        <a:fontRef idx="minor"/>
      </dsp:style>
      <dsp:txBody>
        <a:bodyPr spcFirstLastPara="0" vert="horz" wrap="square" lIns="2573808" tIns="1353820" rIns="2573808" bIns="384048" numCol="1" spcCol="1270" anchor="t" anchorCtr="0">
          <a:noAutofit/>
        </a:bodyPr>
        <a:lstStyle/>
        <a:p>
          <a:pPr marL="285750" lvl="1" indent="-285750" algn="l" defTabSz="2400300">
            <a:lnSpc>
              <a:spcPct val="90000"/>
            </a:lnSpc>
            <a:spcBef>
              <a:spcPct val="0"/>
            </a:spcBef>
            <a:spcAft>
              <a:spcPct val="15000"/>
            </a:spcAft>
            <a:buNone/>
          </a:pPr>
          <a:r>
            <a:rPr lang="zh-TW" altLang="en-US" sz="5400" kern="1200" dirty="0">
              <a:solidFill>
                <a:sysClr val="windowText" lastClr="000000"/>
              </a:solidFill>
            </a:rPr>
            <a:t>接觸範例，並嘗試找出其運作規則</a:t>
          </a:r>
          <a:endParaRPr lang="en-US" sz="5400" kern="1200" dirty="0">
            <a:solidFill>
              <a:sysClr val="windowText" lastClr="000000"/>
            </a:solidFill>
          </a:endParaRPr>
        </a:p>
      </dsp:txBody>
      <dsp:txXfrm>
        <a:off x="0" y="9693894"/>
        <a:ext cx="33162875" cy="2866500"/>
      </dsp:txXfrm>
    </dsp:sp>
    <dsp:sp modelId="{75B5CEDE-3C67-4323-A68F-C35104BA1394}">
      <dsp:nvSpPr>
        <dsp:cNvPr id="0" name=""/>
        <dsp:cNvSpPr/>
      </dsp:nvSpPr>
      <dsp:spPr>
        <a:xfrm>
          <a:off x="1658143" y="7673149"/>
          <a:ext cx="23214012" cy="2980145"/>
        </a:xfrm>
        <a:prstGeom prst="roundRect">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77434" tIns="0" rIns="877434" bIns="0" numCol="1" spcCol="1270" anchor="ctr" anchorCtr="0">
          <a:noAutofit/>
        </a:bodyPr>
        <a:lstStyle/>
        <a:p>
          <a:pPr marL="0" lvl="0" indent="0" algn="l" defTabSz="2933700">
            <a:lnSpc>
              <a:spcPct val="90000"/>
            </a:lnSpc>
            <a:spcBef>
              <a:spcPct val="0"/>
            </a:spcBef>
            <a:spcAft>
              <a:spcPct val="35000"/>
            </a:spcAft>
            <a:buNone/>
          </a:pPr>
          <a:r>
            <a:rPr lang="zh-TW" altLang="en-US" sz="6600" kern="1200" dirty="0">
              <a:solidFill>
                <a:schemeClr val="tx1"/>
              </a:solidFill>
            </a:rPr>
            <a:t>嘗試像神經網路</a:t>
          </a:r>
          <a:r>
            <a:rPr lang="en-US" altLang="zh-TW" sz="6600" kern="1200" dirty="0">
              <a:solidFill>
                <a:schemeClr val="tx1"/>
              </a:solidFill>
            </a:rPr>
            <a:t>(Neural Network)</a:t>
          </a:r>
          <a:r>
            <a:rPr lang="zh-TW" altLang="en-US" sz="6600" kern="1200" dirty="0">
              <a:solidFill>
                <a:schemeClr val="tx1"/>
              </a:solidFill>
            </a:rPr>
            <a:t>一樣學習</a:t>
          </a:r>
          <a:endParaRPr lang="en-US" sz="6600" kern="1200" dirty="0">
            <a:solidFill>
              <a:schemeClr val="tx1"/>
            </a:solidFill>
          </a:endParaRPr>
        </a:p>
      </dsp:txBody>
      <dsp:txXfrm>
        <a:off x="1803622" y="7818628"/>
        <a:ext cx="22923054" cy="268918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image"/>
                    <dgm:param type="dstNode" val="image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image2"/>
                            <dgm:param type="dstNode" val="image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image3"/>
                                        <dgm:param type="dstNode" val="image4"/>
                                      </dgm:alg>
                                    </dgm:if>
                                    <dgm:else name="Name26">
                                      <dgm:alg type="conn">
                                        <dgm:param type="dim" val="1D"/>
                                        <dgm:param type="endSty" val="noArr"/>
                                        <dgm:param type="connRout" val="bend"/>
                                        <dgm:param type="bendPt" val="end"/>
                                        <dgm:param type="begPts" val="bCtr"/>
                                        <dgm:param type="endPts" val="tCtr"/>
                                        <dgm:param type="srcNode" val="image4"/>
                                        <dgm:param type="dstNode" val="image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image"/>
                    <dgm:param type="dstNode" val="image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image2"/>
                            <dgm:param type="dstNode" val="image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image3"/>
                                        <dgm:param type="dstNode" val="image4"/>
                                      </dgm:alg>
                                    </dgm:if>
                                    <dgm:else name="Name26">
                                      <dgm:alg type="conn">
                                        <dgm:param type="dim" val="1D"/>
                                        <dgm:param type="endSty" val="noArr"/>
                                        <dgm:param type="connRout" val="bend"/>
                                        <dgm:param type="bendPt" val="end"/>
                                        <dgm:param type="begPts" val="bCtr"/>
                                        <dgm:param type="endPts" val="tCtr"/>
                                        <dgm:param type="srcNode" val="image4"/>
                                        <dgm:param type="dstNode" val="image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image"/>
                    <dgm:param type="dstNode" val="image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image2"/>
                            <dgm:param type="dstNode" val="image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image3"/>
                                        <dgm:param type="dstNode" val="image4"/>
                                      </dgm:alg>
                                    </dgm:if>
                                    <dgm:else name="Name26">
                                      <dgm:alg type="conn">
                                        <dgm:param type="dim" val="1D"/>
                                        <dgm:param type="endSty" val="noArr"/>
                                        <dgm:param type="connRout" val="bend"/>
                                        <dgm:param type="bendPt" val="end"/>
                                        <dgm:param type="begPts" val="bCtr"/>
                                        <dgm:param type="endPts" val="tCtr"/>
                                        <dgm:param type="srcNode" val="image4"/>
                                        <dgm:param type="dstNode" val="image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image"/>
                    <dgm:param type="dstNode" val="image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image2"/>
                            <dgm:param type="dstNode" val="image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image3"/>
                                        <dgm:param type="dstNode" val="image4"/>
                                      </dgm:alg>
                                    </dgm:if>
                                    <dgm:else name="Name26">
                                      <dgm:alg type="conn">
                                        <dgm:param type="dim" val="1D"/>
                                        <dgm:param type="endSty" val="noArr"/>
                                        <dgm:param type="connRout" val="bend"/>
                                        <dgm:param type="bendPt" val="end"/>
                                        <dgm:param type="begPts" val="bCtr"/>
                                        <dgm:param type="endPts" val="tCtr"/>
                                        <dgm:param type="srcNode" val="image4"/>
                                        <dgm:param type="dstNode" val="image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FAB7-7DF1-470D-9D24-E6B58A84B80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
        <p:nvSpPr>
          <p:cNvPr id="3" name="Date Placeholder 2">
            <a:extLst>
              <a:ext uri="{FF2B5EF4-FFF2-40B4-BE49-F238E27FC236}">
                <a16:creationId xmlns:a16="http://schemas.microsoft.com/office/drawing/2014/main" id="{A0E88521-8FCE-4BCB-8B67-373058552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0846B-0977-4E9D-973A-F0EA2C10623B}" type="datetimeFigureOut">
              <a:rPr lang="en-US" smtClean="0">
                <a:latin typeface="NVIDIA Sans" panose="020B0503020203020204" pitchFamily="34" charset="0"/>
                <a:cs typeface="NVIDIA Sans" panose="020B0503020203020204" pitchFamily="34" charset="0"/>
              </a:rPr>
              <a:t>4/16/2025</a:t>
            </a:fld>
            <a:endParaRPr lang="en-US">
              <a:latin typeface="NVIDIA Sans" panose="020B0503020203020204" pitchFamily="34" charset="0"/>
              <a:cs typeface="NVIDIA Sans" panose="020B0503020203020204" pitchFamily="34" charset="0"/>
            </a:endParaRPr>
          </a:p>
        </p:txBody>
      </p:sp>
      <p:sp>
        <p:nvSpPr>
          <p:cNvPr id="5" name="Slide Number Placeholder 4">
            <a:extLst>
              <a:ext uri="{FF2B5EF4-FFF2-40B4-BE49-F238E27FC236}">
                <a16:creationId xmlns:a16="http://schemas.microsoft.com/office/drawing/2014/main" id="{9D0820F8-FB5B-4060-9702-8BB4F61830F9}"/>
              </a:ext>
            </a:extLst>
          </p:cNvPr>
          <p:cNvSpPr>
            <a:spLocks noGrp="1"/>
          </p:cNvSpPr>
          <p:nvPr>
            <p:ph type="sldNum" sz="quarter" idx="3"/>
          </p:nvPr>
        </p:nvSpPr>
        <p:spPr>
          <a:xfrm>
            <a:off x="0" y="8685213"/>
            <a:ext cx="2971800" cy="458787"/>
          </a:xfrm>
          <a:prstGeom prst="rect">
            <a:avLst/>
          </a:prstGeom>
        </p:spPr>
        <p:txBody>
          <a:bodyPr vert="horz" lIns="91440" tIns="45720" rIns="91440" bIns="45720" rtlCol="0" anchor="b"/>
          <a:lstStyle>
            <a:lvl1pPr algn="r">
              <a:defRPr sz="1200"/>
            </a:lvl1pPr>
          </a:lstStyle>
          <a:p>
            <a:pPr algn="l"/>
            <a:fld id="{6212FBFF-564E-4199-8DDC-2B82D308BF1D}" type="slidenum">
              <a:rPr lang="en-US" smtClean="0">
                <a:latin typeface="NVIDIA Sans" panose="020B0503020203020204" pitchFamily="34" charset="0"/>
                <a:cs typeface="NVIDIA Sans" panose="020B0503020203020204" pitchFamily="34" charset="0"/>
              </a:rPr>
              <a:pPr algn="l"/>
              <a:t>‹#›</a:t>
            </a:fld>
            <a:endParaRPr lang="en-US">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2132078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cs typeface="NVIDIA Sans" panose="020B0503020203020204" pitchFamily="34" charset="0"/>
              </a:defRPr>
            </a:lvl1pPr>
          </a:lstStyle>
          <a:p>
            <a:fld id="{354A8664-169C-4436-81C8-E492002C26A5}" type="datetimeFigureOut">
              <a:rPr lang="en-US" smtClean="0"/>
              <a:pPr/>
              <a:t>4/16/2025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cs typeface="NVIDIA Sans" panose="020B0503020203020204" pitchFamily="34" charset="0"/>
              </a:defRPr>
            </a:lvl1pPr>
          </a:lstStyle>
          <a:p>
            <a:fld id="{A93AD357-0C40-4436-9D38-C47D60C1C9C1}" type="slidenum">
              <a:rPr lang="en-US" smtClean="0"/>
              <a:pPr/>
              <a:t>‹#›</a:t>
            </a:fld>
            <a:endParaRPr lang="en-US"/>
          </a:p>
        </p:txBody>
      </p:sp>
      <p:pic>
        <p:nvPicPr>
          <p:cNvPr id="8" name="Picture 7">
            <a:extLst>
              <a:ext uri="{FF2B5EF4-FFF2-40B4-BE49-F238E27FC236}">
                <a16:creationId xmlns:a16="http://schemas.microsoft.com/office/drawing/2014/main" id="{EE23E2AA-C3B7-40F1-8870-35AD3374F0C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Tree>
    <p:extLst>
      <p:ext uri="{BB962C8B-B14F-4D97-AF65-F5344CB8AC3E}">
        <p14:creationId xmlns:p14="http://schemas.microsoft.com/office/powerpoint/2010/main" val="401893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4572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9144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13716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18288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筆記：</a:t>
            </a:r>
          </a:p>
          <a:p>
            <a:endParaRPr/>
          </a:p>
          <a:p>
            <a:endParaRPr/>
          </a:p>
        </p:txBody>
      </p:sp>
      <p:sp>
        <p:nvSpPr>
          <p:cNvPr id="4" name="Slide Number Placeholder 3"/>
          <p:cNvSpPr>
            <a:spLocks noGrp="1"/>
          </p:cNvSpPr>
          <p:nvPr>
            <p:ph type="sldNum" sz="quarter" idx="5"/>
          </p:nvPr>
        </p:nvSpPr>
        <p:spPr/>
        <p:txBody>
          <a:bodyPr/>
          <a:lstStyle/>
          <a:p>
            <a:fld id="{A93AD357-0C40-4436-9D38-C47D60C1C9C1}" type="slidenum">
              <a:rPr lang="en-US" smtClean="0"/>
              <a:pPr/>
              <a:t>1</a:t>
            </a:fld>
            <a:endParaRPr lang="en-US"/>
          </a:p>
        </p:txBody>
      </p:sp>
    </p:spTree>
    <p:extLst>
      <p:ext uri="{BB962C8B-B14F-4D97-AF65-F5344CB8AC3E}">
        <p14:creationId xmlns:p14="http://schemas.microsoft.com/office/powerpoint/2010/main" val="2042533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93AD357-0C40-4436-9D38-C47D60C1C9C1}" type="slidenum">
              <a:rPr kumimoji="0" lang="en-US" sz="1200" b="0" i="0" u="none" strike="noStrike" kern="1200" cap="none" spc="0" normalizeH="0" baseline="0" noProof="0" smtClean="0">
                <a:ln>
                  <a:noFill/>
                </a:ln>
                <a:solidFill>
                  <a:prstClr val="black"/>
                </a:solidFill>
                <a:effectLst/>
                <a:uLnTx/>
                <a:uFillTx/>
                <a:latin typeface="NVIDIA Sans" panose="020B0503020203020204" pitchFamily="34" charset="0"/>
                <a:ea typeface="+mn-ea"/>
                <a:cs typeface="NVIDIA Sans" panose="020B0503020203020204" pitchFamily="34" charset="0"/>
                <a:sym typeface="Arial"/>
              </a:rPr>
              <a:pPr marL="0" marR="0" lvl="0" indent="0" algn="l"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NVIDIA Sans" panose="020B0503020203020204" pitchFamily="34" charset="0"/>
              <a:ea typeface="+mn-ea"/>
              <a:cs typeface="NVIDIA Sans" panose="020B0503020203020204" pitchFamily="34" charset="0"/>
              <a:sym typeface="Arial"/>
            </a:endParaRPr>
          </a:p>
        </p:txBody>
      </p:sp>
    </p:spTree>
    <p:extLst>
      <p:ext uri="{BB962C8B-B14F-4D97-AF65-F5344CB8AC3E}">
        <p14:creationId xmlns:p14="http://schemas.microsoft.com/office/powerpoint/2010/main" val="831567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我們希望讓你快速上手，並提供必要的工具和理論，讓你能立即投入這個領域並解決自己的問題</a:t>
            </a:r>
            <a:endParaRPr dirty="0"/>
          </a:p>
          <a:p>
            <a:endParaRPr dirty="0"/>
          </a:p>
          <a:p>
            <a:r>
              <a:rPr dirty="0" err="1"/>
              <a:t>我們無法涵蓋深度學習</a:t>
            </a:r>
            <a:r>
              <a:rPr dirty="0"/>
              <a:t>(Deep Learning)</a:t>
            </a:r>
            <a:r>
              <a:rPr dirty="0" err="1"/>
              <a:t>的所有領域，但我們會給你一套</a:t>
            </a:r>
            <a:r>
              <a:rPr lang="zh-TW" altLang="en-US" dirty="0"/>
              <a:t>實用</a:t>
            </a:r>
            <a:r>
              <a:rPr dirty="0" err="1"/>
              <a:t>的技能和對當今深度學習</a:t>
            </a:r>
            <a:r>
              <a:rPr lang="zh-TW" altLang="en-US" dirty="0"/>
              <a:t>應用</a:t>
            </a:r>
            <a:r>
              <a:rPr dirty="0" err="1"/>
              <a:t>的紮實理解</a:t>
            </a:r>
            <a:endParaRPr dirty="0"/>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本課程的</a:t>
            </a:r>
            <a:r>
              <a:rPr dirty="0" err="1"/>
              <a:t>目標是為你的進一步學習打下基礎，讓你有能力閱讀文章、跟隨</a:t>
            </a:r>
            <a:r>
              <a:rPr lang="zh-TW" altLang="en-US" sz="1200" dirty="0">
                <a:solidFill>
                  <a:schemeClr val="bg1"/>
                </a:solidFill>
              </a:rPr>
              <a:t>教學進度</a:t>
            </a:r>
            <a:r>
              <a:rPr dirty="0" err="1"/>
              <a:t>或參加更深入的深度學習課程</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5</a:t>
            </a:fld>
            <a:endParaRPr lang="en-US" dirty="0"/>
          </a:p>
        </p:txBody>
      </p:sp>
    </p:spTree>
    <p:extLst>
      <p:ext uri="{BB962C8B-B14F-4D97-AF65-F5344CB8AC3E}">
        <p14:creationId xmlns:p14="http://schemas.microsoft.com/office/powerpoint/2010/main" val="3794694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我們也希望你能享受</a:t>
            </a:r>
            <a:r>
              <a:rPr lang="zh-TW" altLang="en-US" dirty="0"/>
              <a:t>學習</a:t>
            </a:r>
            <a:r>
              <a:rPr dirty="0" err="1"/>
              <a:t>樂趣</a:t>
            </a:r>
            <a:r>
              <a:rPr dirty="0"/>
              <a:t>！</a:t>
            </a:r>
          </a:p>
          <a:p>
            <a:endParaRPr dirty="0"/>
          </a:p>
          <a:p>
            <a:r>
              <a:rPr dirty="0" err="1"/>
              <a:t>有許多研究表明，在學習過程中享受樂趣能讓大腦更容易消化新概念。這門課程不應該有壓力。我們提供</a:t>
            </a:r>
            <a:r>
              <a:rPr lang="zh-TW" altLang="en-US" dirty="0"/>
              <a:t>程式開發</a:t>
            </a:r>
            <a:r>
              <a:rPr dirty="0" err="1"/>
              <a:t>練習來幫助你鞏固學習，但如果你需要，我們會提供</a:t>
            </a:r>
            <a:r>
              <a:rPr lang="zh-TW" altLang="en-US" dirty="0"/>
              <a:t>解答</a:t>
            </a:r>
            <a:endParaRPr dirty="0"/>
          </a:p>
          <a:p>
            <a:endParaRPr dirty="0"/>
          </a:p>
          <a:p>
            <a:r>
              <a:rPr dirty="0" err="1"/>
              <a:t>此外，如果你覺得在</a:t>
            </a:r>
            <a:r>
              <a:rPr lang="zh-TW" altLang="en-US" dirty="0"/>
              <a:t>今天</a:t>
            </a:r>
            <a:r>
              <a:rPr dirty="0" err="1"/>
              <a:t>的課程中有任何內容沒有完全理解</a:t>
            </a:r>
            <a:r>
              <a:rPr dirty="0"/>
              <a:t>，</a:t>
            </a:r>
            <a:r>
              <a:rPr lang="zh-TW" altLang="en-US" dirty="0"/>
              <a:t>在上課後一年內</a:t>
            </a:r>
            <a:r>
              <a:rPr dirty="0"/>
              <a:t>你</a:t>
            </a:r>
            <a:r>
              <a:rPr lang="zh-TW" altLang="en-US" dirty="0"/>
              <a:t>都</a:t>
            </a:r>
            <a:r>
              <a:rPr dirty="0" err="1"/>
              <a:t>可以在</a:t>
            </a:r>
            <a:r>
              <a:rPr lang="en-US" altLang="zh-TW" dirty="0" err="1"/>
              <a:t>DLI</a:t>
            </a:r>
            <a:r>
              <a:rPr lang="zh-TW" altLang="en-US" dirty="0"/>
              <a:t>網站</a:t>
            </a:r>
            <a:r>
              <a:rPr dirty="0"/>
              <a:t>上</a:t>
            </a:r>
            <a:r>
              <a:rPr lang="zh-TW" altLang="en-US" dirty="0"/>
              <a:t>繼續使用這門課程</a:t>
            </a:r>
            <a:r>
              <a:rPr dirty="0"/>
              <a:t>，</a:t>
            </a:r>
            <a:r>
              <a:rPr dirty="0" err="1"/>
              <a:t>我們還會提供進一步閱讀的連結，以鞏固你的理解</a:t>
            </a:r>
            <a:r>
              <a:rPr dirty="0"/>
              <a:t>。</a:t>
            </a:r>
          </a:p>
          <a:p>
            <a:endParaRPr dirty="0"/>
          </a:p>
          <a:p>
            <a:endParaRPr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6</a:t>
            </a:fld>
            <a:endParaRPr lang="en-US"/>
          </a:p>
        </p:txBody>
      </p:sp>
    </p:spTree>
    <p:extLst>
      <p:ext uri="{BB962C8B-B14F-4D97-AF65-F5344CB8AC3E}">
        <p14:creationId xmlns:p14="http://schemas.microsoft.com/office/powerpoint/2010/main" val="30370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endParaRPr dirty="0"/>
          </a:p>
          <a:p>
            <a:r>
              <a:rPr lang="zh-TW" altLang="en-US" dirty="0"/>
              <a:t>在享受樂趣的同時學習的技術術語稱為「放鬆性的警覺</a:t>
            </a:r>
            <a:r>
              <a:rPr lang="en-US" altLang="zh-TW" dirty="0"/>
              <a:t>((</a:t>
            </a:r>
            <a:r>
              <a:rPr lang="en-US" dirty="0" err="1"/>
              <a:t>Relaxe</a:t>
            </a:r>
            <a:r>
              <a:rPr lang="en-US" dirty="0"/>
              <a:t> Alertness)」。</a:t>
            </a:r>
            <a:r>
              <a:rPr lang="zh-TW" altLang="en-US" dirty="0"/>
              <a:t>我們的大腦在執行與學習之間有一個閘門，就像神經網路</a:t>
            </a:r>
            <a:r>
              <a:rPr lang="en-US" altLang="zh-TW" dirty="0"/>
              <a:t>(</a:t>
            </a:r>
            <a:r>
              <a:rPr lang="en-US" dirty="0"/>
              <a:t>Neural Network)</a:t>
            </a:r>
            <a:r>
              <a:rPr lang="zh-TW" altLang="en-US" dirty="0"/>
              <a:t>和機器學習</a:t>
            </a:r>
            <a:r>
              <a:rPr lang="en-US" altLang="zh-TW" dirty="0"/>
              <a:t>(</a:t>
            </a:r>
            <a:r>
              <a:rPr lang="en-US" dirty="0"/>
              <a:t>Machine Learning)</a:t>
            </a:r>
            <a:r>
              <a:rPr lang="zh-TW" altLang="en-US" dirty="0"/>
              <a:t>模型有「訓練</a:t>
            </a:r>
            <a:r>
              <a:rPr lang="en-US" altLang="zh-TW" dirty="0"/>
              <a:t>(</a:t>
            </a:r>
            <a:r>
              <a:rPr lang="en-US" dirty="0"/>
              <a:t>Training)」</a:t>
            </a:r>
            <a:r>
              <a:rPr lang="zh-TW" altLang="en-US" dirty="0"/>
              <a:t>和「</a:t>
            </a:r>
            <a:r>
              <a:rPr lang="zh-TW" altLang="en-US" dirty="0">
                <a:solidFill>
                  <a:schemeClr val="bg1"/>
                </a:solidFill>
              </a:rPr>
              <a:t>推論</a:t>
            </a:r>
            <a:r>
              <a:rPr lang="en-US" altLang="zh-TW" dirty="0">
                <a:solidFill>
                  <a:schemeClr val="bg1"/>
                </a:solidFill>
              </a:rPr>
              <a:t>/</a:t>
            </a:r>
            <a:r>
              <a:rPr lang="zh-TW" altLang="en-US" dirty="0">
                <a:solidFill>
                  <a:schemeClr val="bg1"/>
                </a:solidFill>
              </a:rPr>
              <a:t>預測</a:t>
            </a:r>
            <a:r>
              <a:rPr lang="en-US" altLang="zh-TW" dirty="0">
                <a:solidFill>
                  <a:schemeClr val="bg1"/>
                </a:solidFill>
              </a:rPr>
              <a:t>(</a:t>
            </a:r>
            <a:r>
              <a:rPr lang="en-US" dirty="0"/>
              <a:t>Prediction)」</a:t>
            </a:r>
            <a:r>
              <a:rPr lang="zh-TW" altLang="en-US" dirty="0"/>
              <a:t>階段一樣。</a:t>
            </a:r>
          </a:p>
          <a:p>
            <a:endParaRPr dirty="0"/>
          </a:p>
          <a:p>
            <a:r>
              <a:rPr dirty="0" err="1"/>
              <a:t>當我們壓力大時，我們的「戰鬥或逃跑」系統啟動，這有助於我們成為頂尖表現者，但這不會留下很多資源</a:t>
            </a:r>
            <a:r>
              <a:rPr lang="zh-TW" altLang="en-US" dirty="0"/>
              <a:t>給學習</a:t>
            </a:r>
            <a:r>
              <a:rPr dirty="0"/>
              <a:t>，</a:t>
            </a:r>
            <a:r>
              <a:rPr dirty="0" err="1"/>
              <a:t>而學習是一個高能量的過程。當我們放鬆時</a:t>
            </a:r>
            <a:r>
              <a:rPr dirty="0"/>
              <a:t>，</a:t>
            </a:r>
            <a:r>
              <a:rPr lang="zh-TW" altLang="en-US" dirty="0"/>
              <a:t>我們可能不會處於聚精會神的最佳狀態</a:t>
            </a:r>
            <a:r>
              <a:rPr dirty="0"/>
              <a:t>，</a:t>
            </a:r>
            <a:r>
              <a:rPr dirty="0" err="1"/>
              <a:t>但如果我們</a:t>
            </a:r>
            <a:r>
              <a:rPr lang="en-US" dirty="0" err="1"/>
              <a:t>對事物</a:t>
            </a:r>
            <a:r>
              <a:rPr dirty="0" err="1"/>
              <a:t>感到好奇，這是我們大腦最能像海綿一樣吸收知識的狀態</a:t>
            </a:r>
            <a:r>
              <a:rPr dirty="0"/>
              <a:t>。</a:t>
            </a:r>
          </a:p>
          <a:p>
            <a:endParaRPr dirty="0"/>
          </a:p>
          <a:p>
            <a:r>
              <a:rPr dirty="0"/>
              <a:t>https://tomprof.stanford.edu/posting/1508</a:t>
            </a:r>
          </a:p>
          <a:p>
            <a:endParaRPr dirty="0"/>
          </a:p>
          <a:p>
            <a:r>
              <a:rPr dirty="0" err="1"/>
              <a:t>關於人工智慧</a:t>
            </a:r>
            <a:r>
              <a:rPr dirty="0"/>
              <a:t>(AI)</a:t>
            </a:r>
            <a:r>
              <a:rPr dirty="0" err="1"/>
              <a:t>的一個引人入勝的事情是，因為它被設計來模仿人類學習的方式，我們將</a:t>
            </a:r>
            <a:r>
              <a:rPr lang="zh-TW" altLang="en-US" dirty="0"/>
              <a:t>實際</a:t>
            </a:r>
            <a:r>
              <a:rPr dirty="0" err="1"/>
              <a:t>看到有效的學習策略。我們將要構建的人工智慧</a:t>
            </a:r>
            <a:r>
              <a:rPr dirty="0"/>
              <a:t>(AI)</a:t>
            </a:r>
            <a:r>
              <a:rPr dirty="0" err="1"/>
              <a:t>沒有「</a:t>
            </a:r>
            <a:r>
              <a:rPr lang="en-US" dirty="0" err="1"/>
              <a:t>自尊心</a:t>
            </a:r>
            <a:r>
              <a:rPr dirty="0" err="1"/>
              <a:t>」或「害怕失敗」這樣的東西，這也是它們成為有效學習者的原因之一</a:t>
            </a:r>
            <a:r>
              <a:rPr dirty="0"/>
              <a:t>。</a:t>
            </a:r>
          </a:p>
          <a:p>
            <a:endParaRPr dirty="0"/>
          </a:p>
          <a:p>
            <a:r>
              <a:rPr dirty="0" err="1"/>
              <a:t>同時，在學習領域中，人類仍然在許多方面優於我們的人工智慧</a:t>
            </a:r>
            <a:r>
              <a:rPr dirty="0"/>
              <a:t>(AI)</a:t>
            </a:r>
            <a:r>
              <a:rPr dirty="0" err="1"/>
              <a:t>夥伴（幸好如此</a:t>
            </a:r>
            <a:r>
              <a:rPr dirty="0"/>
              <a:t>）。</a:t>
            </a:r>
            <a:r>
              <a:rPr dirty="0" err="1"/>
              <a:t>那些能夠以數學方式捕捉我們人類學習能力的人是那些在人工智慧</a:t>
            </a:r>
            <a:r>
              <a:rPr dirty="0"/>
              <a:t>(AI)</a:t>
            </a:r>
            <a:r>
              <a:rPr dirty="0" err="1"/>
              <a:t>領域做出最大發現的人。通過與我們的機器人合作，我們可以更多地了解自己</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7</a:t>
            </a:fld>
            <a:endParaRPr lang="en-US" dirty="0"/>
          </a:p>
        </p:txBody>
      </p:sp>
    </p:spTree>
    <p:extLst>
      <p:ext uri="{BB962C8B-B14F-4D97-AF65-F5344CB8AC3E}">
        <p14:creationId xmlns:p14="http://schemas.microsoft.com/office/powerpoint/2010/main" val="2725303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我們很高興你能來到這裡。讓我們開始吧</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8</a:t>
            </a:fld>
            <a:endParaRPr lang="en-US" dirty="0"/>
          </a:p>
        </p:txBody>
      </p:sp>
    </p:spTree>
    <p:extLst>
      <p:ext uri="{BB962C8B-B14F-4D97-AF65-F5344CB8AC3E}">
        <p14:creationId xmlns:p14="http://schemas.microsoft.com/office/powerpoint/2010/main" val="451231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深度學習</a:t>
            </a:r>
            <a:r>
              <a:rPr dirty="0"/>
              <a:t>(Deep Learning)</a:t>
            </a:r>
            <a:r>
              <a:rPr dirty="0" err="1"/>
              <a:t>是一個更廣泛領域</a:t>
            </a:r>
            <a:r>
              <a:rPr dirty="0"/>
              <a:t>——</a:t>
            </a:r>
            <a:r>
              <a:rPr dirty="0" err="1"/>
              <a:t>人工智慧</a:t>
            </a:r>
            <a:r>
              <a:rPr dirty="0"/>
              <a:t>(AI)</a:t>
            </a:r>
            <a:r>
              <a:rPr dirty="0" err="1"/>
              <a:t>的子集。我們不會嘗試教你整個領域的知識，但讓我們從一點歷史開始</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9</a:t>
            </a:fld>
            <a:endParaRPr lang="en-US" dirty="0"/>
          </a:p>
        </p:txBody>
      </p:sp>
    </p:spTree>
    <p:extLst>
      <p:ext uri="{BB962C8B-B14F-4D97-AF65-F5344CB8AC3E}">
        <p14:creationId xmlns:p14="http://schemas.microsoft.com/office/powerpoint/2010/main" val="3687693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err="1"/>
              <a:t>筆記：自從電腦發明以來，人類一直在嘗試教導電腦執行任務。這</a:t>
            </a:r>
            <a:r>
              <a:rPr lang="zh-TW" altLang="en-US" dirty="0"/>
              <a:t>也是</a:t>
            </a:r>
            <a:r>
              <a:rPr dirty="0" err="1"/>
              <a:t>電腦的</a:t>
            </a:r>
            <a:r>
              <a:rPr lang="zh-TW" altLang="en-US" dirty="0"/>
              <a:t>功用之一</a:t>
            </a:r>
            <a:r>
              <a:rPr dirty="0"/>
              <a:t>，</a:t>
            </a:r>
            <a:r>
              <a:rPr dirty="0" err="1"/>
              <a:t>即做一些達到或超越人類能力的事情</a:t>
            </a:r>
            <a:endParaRPr dirty="0"/>
          </a:p>
          <a:p>
            <a:endParaRPr dirty="0"/>
          </a:p>
          <a:p>
            <a:r>
              <a:rPr dirty="0" err="1"/>
              <a:t>在電腦的早期，許多人確信它們會在幾十年內達到人類級別的智能</a:t>
            </a:r>
            <a:endParaRPr dirty="0"/>
          </a:p>
          <a:p>
            <a:endParaRPr dirty="0"/>
          </a:p>
          <a:p>
            <a:r>
              <a:rPr dirty="0" err="1"/>
              <a:t>事實證明，當時電腦無法實現通用的人類智能（儘管今天，我們開始看到一些看起來非常像人類智能的系統</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10</a:t>
            </a:fld>
            <a:endParaRPr lang="en-US" dirty="0"/>
          </a:p>
        </p:txBody>
      </p:sp>
    </p:spTree>
    <p:extLst>
      <p:ext uri="{BB962C8B-B14F-4D97-AF65-F5344CB8AC3E}">
        <p14:creationId xmlns:p14="http://schemas.microsoft.com/office/powerpoint/2010/main" val="2037855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在電腦發明後不久，人們就開始實驗人工神經網路</a:t>
            </a:r>
            <a:r>
              <a:rPr dirty="0"/>
              <a:t>(Neural Networks)，</a:t>
            </a:r>
            <a:r>
              <a:rPr dirty="0" err="1"/>
              <a:t>這些網路受到人類大腦結構和功能的啟發</a:t>
            </a:r>
            <a:endParaRPr dirty="0"/>
          </a:p>
          <a:p>
            <a:endParaRPr dirty="0"/>
          </a:p>
          <a:p>
            <a:r>
              <a:rPr dirty="0" err="1"/>
              <a:t>使用這些網路執行諸如閱讀手寫數字和玩西洋雙陸棋等任務取得了一些成功，但這</a:t>
            </a:r>
            <a:r>
              <a:rPr lang="zh-TW" altLang="en-US" dirty="0"/>
              <a:t>看起來</a:t>
            </a:r>
            <a:r>
              <a:rPr dirty="0" err="1"/>
              <a:t>似乎不會成為主</a:t>
            </a:r>
            <a:r>
              <a:rPr lang="zh-TW" altLang="en-US" dirty="0"/>
              <a:t>流的</a:t>
            </a:r>
            <a:r>
              <a:rPr dirty="0" err="1"/>
              <a:t>發展路徑。一個主要因素是當時的計算資源。正如我們將在</a:t>
            </a:r>
            <a:r>
              <a:rPr lang="zh-TW" altLang="en-US" dirty="0"/>
              <a:t>實作練習中</a:t>
            </a:r>
            <a:r>
              <a:rPr dirty="0" err="1"/>
              <a:t>看到的，這些網路需要時間來訓練</a:t>
            </a:r>
            <a:r>
              <a:rPr dirty="0"/>
              <a:t>(Training)。</a:t>
            </a:r>
            <a:r>
              <a:rPr dirty="0" err="1"/>
              <a:t>想像一下四十年前訓練</a:t>
            </a:r>
            <a:r>
              <a:rPr dirty="0"/>
              <a:t>(Training)</a:t>
            </a:r>
            <a:r>
              <a:rPr dirty="0" err="1"/>
              <a:t>需要多長時間</a:t>
            </a:r>
            <a:r>
              <a:rPr dirty="0"/>
              <a:t>！</a:t>
            </a:r>
          </a:p>
          <a:p>
            <a:endParaRPr dirty="0"/>
          </a:p>
          <a:p>
            <a:r>
              <a:rPr dirty="0" err="1"/>
              <a:t>這些早期的神經網路</a:t>
            </a:r>
            <a:r>
              <a:rPr dirty="0"/>
              <a:t>(Neural Networks)</a:t>
            </a:r>
            <a:r>
              <a:rPr dirty="0" err="1"/>
              <a:t>被稱為馮·諾依曼架構</a:t>
            </a:r>
            <a:r>
              <a:rPr dirty="0"/>
              <a:t>(Von Neumann Architecture)</a:t>
            </a:r>
            <a:r>
              <a:rPr dirty="0" err="1"/>
              <a:t>的東西所超越，這是現代CPU的基礎</a:t>
            </a:r>
            <a:endParaRPr dirty="0"/>
          </a:p>
          <a:p>
            <a:endParaRPr dirty="0"/>
          </a:p>
          <a:p>
            <a:r>
              <a:rPr dirty="0"/>
              <a:t>https://www.cs.cornell.edu/boom/2001sp/Tsinteris/gammon.htm</a:t>
            </a:r>
          </a:p>
          <a:p>
            <a:r>
              <a:rPr dirty="0"/>
              <a:t>https://cs.stanford.edu/people/eroberts/courses/soco/projects/neural-networks/History/history1.html</a:t>
            </a:r>
          </a:p>
          <a:p>
            <a:r>
              <a:rPr dirty="0"/>
              <a:t>https://www.computerscience.gcse.guru/theory/von-neumann-architecture</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11</a:t>
            </a:fld>
            <a:endParaRPr lang="en-US" dirty="0"/>
          </a:p>
        </p:txBody>
      </p:sp>
    </p:spTree>
    <p:extLst>
      <p:ext uri="{BB962C8B-B14F-4D97-AF65-F5344CB8AC3E}">
        <p14:creationId xmlns:p14="http://schemas.microsoft.com/office/powerpoint/2010/main" val="11059522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err="1"/>
              <a:t>相反</a:t>
            </a:r>
            <a:r>
              <a:rPr lang="zh-TW" altLang="en-US" dirty="0"/>
              <a:t>的</a:t>
            </a:r>
            <a:r>
              <a:rPr dirty="0"/>
              <a:t>，</a:t>
            </a:r>
            <a:r>
              <a:rPr dirty="0" err="1"/>
              <a:t>電腦中的智能是通過構建專家系統</a:t>
            </a:r>
            <a:r>
              <a:rPr dirty="0"/>
              <a:t>(Expert Systems)</a:t>
            </a:r>
            <a:r>
              <a:rPr dirty="0" err="1"/>
              <a:t>實現的</a:t>
            </a:r>
            <a:r>
              <a:rPr dirty="0"/>
              <a:t>。</a:t>
            </a:r>
          </a:p>
          <a:p>
            <a:endParaRPr dirty="0"/>
          </a:p>
          <a:p>
            <a:r>
              <a:rPr dirty="0"/>
              <a:t>https://hbr.org/1988/03/putting-expert-systems-to-work</a:t>
            </a:r>
          </a:p>
          <a:p>
            <a:endParaRPr dirty="0"/>
          </a:p>
          <a:p>
            <a:r>
              <a:rPr dirty="0" err="1"/>
              <a:t>這些是非常複雜的系統，需要數百到數千名工程師來構建，電腦通</a:t>
            </a:r>
            <a:r>
              <a:rPr lang="zh-TW" altLang="en-US" dirty="0"/>
              <a:t>撰寫程式開發</a:t>
            </a:r>
            <a:r>
              <a:rPr dirty="0" err="1"/>
              <a:t>許多</a:t>
            </a:r>
            <a:r>
              <a:rPr lang="zh-TW" altLang="en-US" dirty="0"/>
              <a:t>嚴格的</a:t>
            </a:r>
            <a:r>
              <a:rPr dirty="0" err="1"/>
              <a:t>規則來完成任務</a:t>
            </a:r>
            <a:endParaRPr dirty="0"/>
          </a:p>
          <a:p>
            <a:endParaRPr dirty="0"/>
          </a:p>
          <a:p>
            <a:r>
              <a:rPr dirty="0" err="1"/>
              <a:t>這些系統旨在模仿人類主題專家的系統，因此得名</a:t>
            </a:r>
            <a:r>
              <a:rPr dirty="0"/>
              <a:t>。</a:t>
            </a:r>
          </a:p>
          <a:p>
            <a:r>
              <a:rPr dirty="0"/>
              <a:t>https://www.britannica.com/technology/expert-system</a:t>
            </a:r>
          </a:p>
          <a:p>
            <a:endParaRPr dirty="0"/>
          </a:p>
          <a:p>
            <a:r>
              <a:rPr dirty="0" err="1"/>
              <a:t>一個例子是基於</a:t>
            </a:r>
            <a:r>
              <a:rPr lang="zh-TW" altLang="en-US" dirty="0"/>
              <a:t>使用者</a:t>
            </a:r>
            <a:r>
              <a:rPr dirty="0" err="1"/>
              <a:t>定義</a:t>
            </a:r>
            <a:r>
              <a:rPr lang="zh-TW" altLang="en-US" dirty="0"/>
              <a:t>的限制條件去</a:t>
            </a:r>
            <a:r>
              <a:rPr dirty="0" err="1"/>
              <a:t>進行交易的股票交易機器人，或者根據症狀列表給出醫療診斷的機器</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12</a:t>
            </a:fld>
            <a:endParaRPr lang="en-US" dirty="0"/>
          </a:p>
        </p:txBody>
      </p:sp>
    </p:spTree>
    <p:extLst>
      <p:ext uri="{BB962C8B-B14F-4D97-AF65-F5344CB8AC3E}">
        <p14:creationId xmlns:p14="http://schemas.microsoft.com/office/powerpoint/2010/main" val="1058384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err="1"/>
              <a:t>然而，這些系統有局限性。最重要的是，這些系統的規則必須由人類理解、定義和</a:t>
            </a:r>
            <a:r>
              <a:rPr lang="zh-TW" altLang="en-US" dirty="0"/>
              <a:t>撰寫程式</a:t>
            </a:r>
            <a:r>
              <a:rPr dirty="0"/>
              <a:t>。</a:t>
            </a:r>
            <a:r>
              <a:rPr dirty="0" err="1"/>
              <a:t>電腦只能做到人類工程師能夠理解並直接</a:t>
            </a:r>
            <a:r>
              <a:rPr lang="zh-TW" altLang="en-US" dirty="0"/>
              <a:t>開發成程式碼</a:t>
            </a:r>
            <a:r>
              <a:rPr dirty="0" err="1"/>
              <a:t>的程度</a:t>
            </a:r>
            <a:r>
              <a:rPr dirty="0"/>
              <a:t>。</a:t>
            </a:r>
          </a:p>
          <a:p>
            <a:endParaRPr dirty="0"/>
          </a:p>
          <a:p>
            <a:r>
              <a:rPr dirty="0" err="1"/>
              <a:t>對於一些定義明確的任務（例如，創建一個系統，根據地區和垂直領域將客戶</a:t>
            </a:r>
            <a:r>
              <a:rPr lang="zh-TW" altLang="en-US" dirty="0"/>
              <a:t>分派</a:t>
            </a:r>
            <a:r>
              <a:rPr dirty="0"/>
              <a:t>到</a:t>
            </a:r>
            <a:r>
              <a:rPr lang="zh-TW" altLang="en-US" dirty="0"/>
              <a:t>業務窗口</a:t>
            </a:r>
            <a:r>
              <a:rPr dirty="0"/>
              <a:t>），</a:t>
            </a:r>
            <a:r>
              <a:rPr dirty="0" err="1"/>
              <a:t>這是可以的。但對於一些對人類來說簡單的任務，建立電腦可以遵循的規則是極其困難的</a:t>
            </a:r>
            <a:endParaRPr dirty="0"/>
          </a:p>
          <a:p>
            <a:endParaRPr dirty="0"/>
          </a:p>
          <a:p>
            <a:r>
              <a:rPr dirty="0" err="1"/>
              <a:t>舉個例子，花點時間在腦海中回答這些是什麼圖片（貓、車、海洋</a:t>
            </a:r>
            <a:r>
              <a:rPr dirty="0"/>
              <a:t>）</a:t>
            </a:r>
          </a:p>
          <a:p>
            <a:endParaRPr dirty="0"/>
          </a:p>
          <a:p>
            <a:r>
              <a:rPr dirty="0" err="1"/>
              <a:t>對於大多數人來說，這是一個相當簡單的任務。但是你會如何教導一個新生兒，更不用說電腦來做你剛才做的事情</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13</a:t>
            </a:fld>
            <a:endParaRPr lang="en-US" dirty="0"/>
          </a:p>
        </p:txBody>
      </p:sp>
    </p:spTree>
    <p:extLst>
      <p:ext uri="{BB962C8B-B14F-4D97-AF65-F5344CB8AC3E}">
        <p14:creationId xmlns:p14="http://schemas.microsoft.com/office/powerpoint/2010/main" val="2740743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對</a:t>
            </a:r>
            <a:r>
              <a:rPr dirty="0"/>
              <a:t>於</a:t>
            </a:r>
            <a:r>
              <a:rPr lang="zh-TW" altLang="en-US" dirty="0"/>
              <a:t>小</a:t>
            </a:r>
            <a:r>
              <a:rPr dirty="0" err="1"/>
              <a:t>孩子，我們讓他們接觸大量</a:t>
            </a:r>
            <a:r>
              <a:rPr lang="zh-TW" altLang="en-US" dirty="0"/>
              <a:t>資訊</a:t>
            </a:r>
            <a:r>
              <a:rPr dirty="0"/>
              <a:t>，</a:t>
            </a:r>
            <a:r>
              <a:rPr dirty="0" err="1"/>
              <a:t>並通過提供正確答案來幫助他們學習。一個非常流行的學習技巧是「嘗試和錯誤</a:t>
            </a:r>
            <a:r>
              <a:rPr dirty="0"/>
              <a:t>」，</a:t>
            </a:r>
            <a:r>
              <a:rPr dirty="0" err="1"/>
              <a:t>學生對正確答案做出預測，如果他們錯了，就調整他們的方法。事實證明，深度學習</a:t>
            </a:r>
            <a:r>
              <a:rPr dirty="0"/>
              <a:t>(Deep Learning)</a:t>
            </a:r>
            <a:r>
              <a:rPr dirty="0" err="1"/>
              <a:t>非常類似於此</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14</a:t>
            </a:fld>
            <a:endParaRPr lang="en-US" dirty="0"/>
          </a:p>
        </p:txBody>
      </p:sp>
    </p:spTree>
    <p:extLst>
      <p:ext uri="{BB962C8B-B14F-4D97-AF65-F5344CB8AC3E}">
        <p14:creationId xmlns:p14="http://schemas.microsoft.com/office/powerpoint/2010/main" val="4113845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所以在90年代和2000年代初期，強大的人工智慧(AI)</a:t>
            </a:r>
            <a:r>
              <a:rPr dirty="0" err="1"/>
              <a:t>對許多人來說似乎是一個遙不可及的夢想</a:t>
            </a:r>
            <a:endParaRPr dirty="0"/>
          </a:p>
          <a:p>
            <a:endParaRPr dirty="0"/>
          </a:p>
          <a:p>
            <a:r>
              <a:rPr dirty="0" err="1"/>
              <a:t>神經網路</a:t>
            </a:r>
            <a:r>
              <a:rPr dirty="0"/>
              <a:t>(Neural Networks)</a:t>
            </a:r>
            <a:r>
              <a:rPr dirty="0" err="1"/>
              <a:t>被用於一些任務，但並沒有取得驚人的結果</a:t>
            </a:r>
            <a:r>
              <a:rPr dirty="0"/>
              <a:t>。</a:t>
            </a:r>
          </a:p>
          <a:p>
            <a:endParaRPr dirty="0"/>
          </a:p>
          <a:p>
            <a:r>
              <a:rPr dirty="0" err="1"/>
              <a:t>兩個主要因素結合在一起，催生了我們今天所處的深度學習</a:t>
            </a:r>
            <a:r>
              <a:rPr dirty="0"/>
              <a:t>(Deep Learning)</a:t>
            </a:r>
            <a:r>
              <a:rPr dirty="0" err="1"/>
              <a:t>時代</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15</a:t>
            </a:fld>
            <a:endParaRPr lang="en-US" dirty="0"/>
          </a:p>
        </p:txBody>
      </p:sp>
    </p:spTree>
    <p:extLst>
      <p:ext uri="{BB962C8B-B14F-4D97-AF65-F5344CB8AC3E}">
        <p14:creationId xmlns:p14="http://schemas.microsoft.com/office/powerpoint/2010/main" val="32963137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第一個是數據。為了讓神經網路</a:t>
            </a:r>
            <a:r>
              <a:rPr dirty="0"/>
              <a:t>(Neural Network)</a:t>
            </a:r>
            <a:r>
              <a:rPr dirty="0" err="1"/>
              <a:t>學會理解一個任務，它需要接觸大量不同的數據。為了讓</a:t>
            </a:r>
            <a:r>
              <a:rPr lang="zh-TW" altLang="en-US" dirty="0"/>
              <a:t>類</a:t>
            </a:r>
            <a:r>
              <a:rPr dirty="0" err="1"/>
              <a:t>神經網路</a:t>
            </a:r>
            <a:r>
              <a:rPr dirty="0"/>
              <a:t>(Neural Network)</a:t>
            </a:r>
            <a:r>
              <a:rPr dirty="0" err="1"/>
              <a:t>理解什麼是貓，它需要接觸大量貓的圖片，以及大量不是貓的圖片</a:t>
            </a:r>
            <a:r>
              <a:rPr dirty="0"/>
              <a:t>。</a:t>
            </a:r>
          </a:p>
          <a:p>
            <a:endParaRPr dirty="0"/>
          </a:p>
          <a:p>
            <a:r>
              <a:rPr lang="zh-TW" altLang="en-US" dirty="0"/>
              <a:t>網際網路</a:t>
            </a:r>
            <a:r>
              <a:rPr dirty="0" err="1"/>
              <a:t>時代為網路學習提供了大量數據</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16</a:t>
            </a:fld>
            <a:endParaRPr lang="en-US" dirty="0"/>
          </a:p>
        </p:txBody>
      </p:sp>
    </p:spTree>
    <p:extLst>
      <p:ext uri="{BB962C8B-B14F-4D97-AF65-F5344CB8AC3E}">
        <p14:creationId xmlns:p14="http://schemas.microsoft.com/office/powerpoint/2010/main" val="2210845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現代深度學習</a:t>
            </a:r>
            <a:r>
              <a:rPr dirty="0"/>
              <a:t>(Deep Learning)</a:t>
            </a:r>
            <a:r>
              <a:rPr dirty="0" err="1"/>
              <a:t>出現的另一個主要因素是</a:t>
            </a:r>
            <a:r>
              <a:rPr lang="zh-TW" altLang="en-US" dirty="0"/>
              <a:t>運算</a:t>
            </a:r>
            <a:r>
              <a:rPr dirty="0" err="1"/>
              <a:t>能力</a:t>
            </a:r>
            <a:r>
              <a:rPr dirty="0"/>
              <a:t>。</a:t>
            </a:r>
          </a:p>
          <a:p>
            <a:endParaRPr dirty="0"/>
          </a:p>
          <a:p>
            <a:r>
              <a:rPr lang="zh-TW" altLang="en-US" dirty="0"/>
              <a:t>在</a:t>
            </a:r>
            <a:r>
              <a:rPr dirty="0" err="1"/>
              <a:t>我們</a:t>
            </a:r>
            <a:r>
              <a:rPr lang="zh-TW" altLang="en-US" dirty="0"/>
              <a:t>想要</a:t>
            </a:r>
            <a:r>
              <a:rPr dirty="0" err="1"/>
              <a:t>有效地訓練</a:t>
            </a:r>
            <a:r>
              <a:rPr dirty="0"/>
              <a:t>(Training)</a:t>
            </a:r>
            <a:r>
              <a:rPr dirty="0" err="1"/>
              <a:t>一個人工大腦</a:t>
            </a:r>
            <a:r>
              <a:rPr lang="zh-TW" altLang="en-US" dirty="0"/>
              <a:t>前</a:t>
            </a:r>
            <a:r>
              <a:rPr dirty="0"/>
              <a:t>，</a:t>
            </a:r>
            <a:r>
              <a:rPr dirty="0" err="1"/>
              <a:t>讓我們</a:t>
            </a:r>
            <a:r>
              <a:rPr lang="zh-TW" altLang="en-US" dirty="0"/>
              <a:t>先思考</a:t>
            </a:r>
            <a:r>
              <a:rPr dirty="0" err="1"/>
              <a:t>一下我們自己的大腦</a:t>
            </a:r>
            <a:r>
              <a:rPr lang="zh-TW" altLang="en-US" dirty="0"/>
              <a:t>的運作</a:t>
            </a:r>
            <a:r>
              <a:rPr dirty="0"/>
              <a:t>。</a:t>
            </a:r>
            <a:r>
              <a:rPr dirty="0" err="1"/>
              <a:t>我們</a:t>
            </a:r>
            <a:r>
              <a:rPr lang="zh-TW" altLang="en-US" dirty="0"/>
              <a:t>在一秒鐘內</a:t>
            </a:r>
            <a:r>
              <a:rPr dirty="0" err="1"/>
              <a:t>觀察到多少</a:t>
            </a:r>
            <a:r>
              <a:rPr lang="en-US" altLang="zh-TW" dirty="0" err="1"/>
              <a:t>Gigabytes</a:t>
            </a:r>
            <a:r>
              <a:rPr dirty="0" err="1"/>
              <a:t>的</a:t>
            </a:r>
            <a:r>
              <a:rPr lang="zh-TW" altLang="en-US" dirty="0"/>
              <a:t>資訊</a:t>
            </a:r>
            <a:r>
              <a:rPr dirty="0"/>
              <a:t>？</a:t>
            </a:r>
            <a:r>
              <a:rPr dirty="0" err="1"/>
              <a:t>生活的「幀率</a:t>
            </a:r>
            <a:r>
              <a:rPr lang="en-US" altLang="zh-TW" dirty="0"/>
              <a:t>(</a:t>
            </a:r>
            <a:r>
              <a:rPr lang="en-US" dirty="0"/>
              <a:t>frame rate</a:t>
            </a:r>
            <a:r>
              <a:rPr lang="en-US" altLang="zh-TW" dirty="0"/>
              <a:t>)</a:t>
            </a:r>
            <a:r>
              <a:rPr dirty="0"/>
              <a:t>」</a:t>
            </a:r>
            <a:r>
              <a:rPr dirty="0" err="1"/>
              <a:t>是多少？人眼的分辨率是多少</a:t>
            </a:r>
            <a:r>
              <a:rPr dirty="0"/>
              <a:t>？</a:t>
            </a:r>
          </a:p>
          <a:p>
            <a:endParaRPr dirty="0"/>
          </a:p>
          <a:p>
            <a:r>
              <a:rPr dirty="0"/>
              <a:t>https://www.discovery.com/science/mexapixels-in-human-eye#:~:text=According%20to%20scientist%20and%20photographer,what%20does%20this%20mean%2C%20really%3F</a:t>
            </a:r>
          </a:p>
          <a:p>
            <a:endParaRPr dirty="0"/>
          </a:p>
          <a:p>
            <a:r>
              <a:rPr dirty="0" err="1"/>
              <a:t>雖然現代人工智慧</a:t>
            </a:r>
            <a:r>
              <a:rPr dirty="0"/>
              <a:t>(AI)</a:t>
            </a:r>
            <a:r>
              <a:rPr dirty="0" err="1"/>
              <a:t>令人印象深刻，但我們人類在一秒鐘內處理的</a:t>
            </a:r>
            <a:r>
              <a:rPr lang="zh-TW" altLang="en-US" dirty="0"/>
              <a:t>資訊</a:t>
            </a:r>
            <a:r>
              <a:rPr dirty="0" err="1"/>
              <a:t>遠遠超過人工智慧</a:t>
            </a:r>
            <a:r>
              <a:rPr dirty="0"/>
              <a:t>(AI)。</a:t>
            </a:r>
            <a:r>
              <a:rPr dirty="0" err="1"/>
              <a:t>機器嘗試趕上我們人類的一種方式是提高計算能力</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17</a:t>
            </a:fld>
            <a:endParaRPr lang="en-US" dirty="0"/>
          </a:p>
        </p:txBody>
      </p:sp>
    </p:spTree>
    <p:extLst>
      <p:ext uri="{BB962C8B-B14F-4D97-AF65-F5344CB8AC3E}">
        <p14:creationId xmlns:p14="http://schemas.microsoft.com/office/powerpoint/2010/main" val="18065360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dirty="0"/>
              <a:t>左</a:t>
            </a:r>
            <a:r>
              <a:rPr lang="zh-TW" altLang="en-US" dirty="0"/>
              <a:t>圖</a:t>
            </a:r>
            <a:r>
              <a:rPr dirty="0"/>
              <a:t>：</a:t>
            </a:r>
            <a:r>
              <a:rPr dirty="0" err="1"/>
              <a:t>電腦</a:t>
            </a:r>
            <a:r>
              <a:rPr lang="zh-TW" altLang="en-US" dirty="0"/>
              <a:t>繪製</a:t>
            </a:r>
            <a:r>
              <a:rPr lang="en-US" altLang="zh-TW" dirty="0"/>
              <a:t>(</a:t>
            </a:r>
            <a:r>
              <a:rPr lang="en-US" dirty="0"/>
              <a:t>rendering</a:t>
            </a:r>
            <a:r>
              <a:rPr lang="en-US" altLang="zh-TW" dirty="0"/>
              <a:t>)</a:t>
            </a:r>
            <a:r>
              <a:rPr dirty="0" err="1"/>
              <a:t>的大理石：https</a:t>
            </a:r>
            <a:r>
              <a:rPr dirty="0"/>
              <a:t>://www.youtube.com/watch?v=H0_NZDSqR3Y&amp;t=31s</a:t>
            </a:r>
          </a:p>
          <a:p>
            <a:r>
              <a:rPr dirty="0"/>
              <a:t>右</a:t>
            </a:r>
            <a:r>
              <a:rPr lang="zh-TW" altLang="en-US" dirty="0"/>
              <a:t>圖</a:t>
            </a:r>
            <a:r>
              <a:rPr dirty="0"/>
              <a:t>：</a:t>
            </a:r>
            <a:r>
              <a:rPr lang="zh-TW" altLang="en-US" dirty="0"/>
              <a:t>抽象化</a:t>
            </a:r>
            <a:r>
              <a:rPr dirty="0" err="1"/>
              <a:t>神經網路</a:t>
            </a:r>
            <a:r>
              <a:rPr dirty="0"/>
              <a:t>(Neural Network)</a:t>
            </a:r>
          </a:p>
          <a:p>
            <a:endParaRPr dirty="0"/>
          </a:p>
          <a:p>
            <a:r>
              <a:rPr dirty="0" err="1"/>
              <a:t>事實</a:t>
            </a:r>
            <a:r>
              <a:rPr lang="zh-TW" altLang="en-US" dirty="0"/>
              <a:t>上</a:t>
            </a:r>
            <a:r>
              <a:rPr dirty="0"/>
              <a:t>，</a:t>
            </a:r>
            <a:r>
              <a:rPr dirty="0" err="1"/>
              <a:t>神經網路</a:t>
            </a:r>
            <a:r>
              <a:rPr dirty="0"/>
              <a:t>(Neural Networks)</a:t>
            </a:r>
            <a:r>
              <a:rPr lang="zh-TW" altLang="en-US" dirty="0"/>
              <a:t>的基礎</a:t>
            </a:r>
            <a:r>
              <a:rPr dirty="0" err="1"/>
              <a:t>是矩陣乘法機器。還有什麼類型的問題需要大量矩陣乘法？電腦圖形學！在電腦圖形學中，物體被表示為許多微小的三角形</a:t>
            </a:r>
            <a:r>
              <a:rPr dirty="0"/>
              <a:t>，</a:t>
            </a:r>
            <a:r>
              <a:rPr lang="zh-TW" altLang="en-US" dirty="0"/>
              <a:t>結合在一起</a:t>
            </a:r>
            <a:r>
              <a:rPr dirty="0" err="1"/>
              <a:t>給人一種</a:t>
            </a:r>
            <a:r>
              <a:rPr lang="zh-TW" altLang="en-US" dirty="0"/>
              <a:t>物體表面的錯覺</a:t>
            </a:r>
            <a:r>
              <a:rPr dirty="0"/>
              <a:t>。</a:t>
            </a:r>
            <a:r>
              <a:rPr dirty="0" err="1"/>
              <a:t>在動畫、模擬和遊戲中，這些微小的三角形經常被轉換和旋轉，需要矩陣操作</a:t>
            </a:r>
            <a:r>
              <a:rPr dirty="0"/>
              <a:t>。</a:t>
            </a:r>
          </a:p>
          <a:p>
            <a:endParaRPr dirty="0"/>
          </a:p>
          <a:p>
            <a:r>
              <a:rPr dirty="0" err="1"/>
              <a:t>由於神經網路</a:t>
            </a:r>
            <a:r>
              <a:rPr dirty="0"/>
              <a:t>(Neural Networks)</a:t>
            </a:r>
            <a:r>
              <a:rPr dirty="0" err="1"/>
              <a:t>和圖形學都建立在相同的基本數學問題之上，因此一個領域的硬</a:t>
            </a:r>
            <a:r>
              <a:rPr lang="zh-TW" altLang="en-US" dirty="0"/>
              <a:t>體</a:t>
            </a:r>
            <a:r>
              <a:rPr dirty="0" err="1"/>
              <a:t>可以有效地用於另一個領域，這並不令人驚訝</a:t>
            </a:r>
            <a:r>
              <a:rPr dirty="0"/>
              <a:t>。</a:t>
            </a:r>
          </a:p>
          <a:p>
            <a:endParaRPr dirty="0"/>
          </a:p>
          <a:p>
            <a:r>
              <a:rPr dirty="0" err="1"/>
              <a:t>在解決這種訓練</a:t>
            </a:r>
            <a:r>
              <a:rPr dirty="0"/>
              <a:t>(Training)</a:t>
            </a:r>
            <a:r>
              <a:rPr dirty="0" err="1"/>
              <a:t>問題時，一個特別重要的發明是</a:t>
            </a:r>
            <a:r>
              <a:rPr lang="zh-TW" altLang="en-US" dirty="0"/>
              <a:t>平行</a:t>
            </a:r>
            <a:r>
              <a:rPr dirty="0" err="1"/>
              <a:t>處理器。訓練</a:t>
            </a:r>
            <a:r>
              <a:rPr dirty="0"/>
              <a:t>(Training)</a:t>
            </a:r>
            <a:r>
              <a:rPr dirty="0" err="1"/>
              <a:t>神經網路</a:t>
            </a:r>
            <a:r>
              <a:rPr dirty="0"/>
              <a:t>(Neural Network)</a:t>
            </a:r>
            <a:r>
              <a:rPr dirty="0" err="1"/>
              <a:t>所需的數學並不特別複雜，但計算必須執行（數百萬、數十億、數萬億</a:t>
            </a:r>
            <a:r>
              <a:rPr dirty="0"/>
              <a:t>？）</a:t>
            </a:r>
            <a:r>
              <a:rPr dirty="0" err="1"/>
              <a:t>次，理想情況下是同時進行</a:t>
            </a:r>
            <a:r>
              <a:rPr dirty="0"/>
              <a:t>。</a:t>
            </a:r>
          </a:p>
          <a:p>
            <a:endParaRPr dirty="0"/>
          </a:p>
          <a:p>
            <a:r>
              <a:rPr lang="zh-TW" altLang="en-US" dirty="0"/>
              <a:t>一般的</a:t>
            </a:r>
            <a:r>
              <a:rPr dirty="0"/>
              <a:t>的CPU可能有4個，也許8個允許</a:t>
            </a:r>
            <a:r>
              <a:rPr lang="zh-TW" altLang="en-US" dirty="0"/>
              <a:t>平</a:t>
            </a:r>
            <a:r>
              <a:rPr dirty="0" err="1"/>
              <a:t>行處理的核心</a:t>
            </a:r>
            <a:endParaRPr dirty="0"/>
          </a:p>
          <a:p>
            <a:endParaRPr dirty="0"/>
          </a:p>
          <a:p>
            <a:r>
              <a:rPr dirty="0" err="1"/>
              <a:t>然而，現代GPU，最初是為了計算圖形學的數學而建造的，是並行處理的巨人</a:t>
            </a:r>
            <a:endParaRPr dirty="0"/>
          </a:p>
          <a:p>
            <a:endParaRPr dirty="0"/>
          </a:p>
          <a:p>
            <a:r>
              <a:rPr dirty="0" err="1"/>
              <a:t>你在本課程中將使用的GPU有（x千個核心</a:t>
            </a:r>
            <a:r>
              <a:rPr dirty="0"/>
              <a:t>）。</a:t>
            </a:r>
            <a:r>
              <a:rPr dirty="0" err="1"/>
              <a:t>這些處理器非常適合深度學習</a:t>
            </a:r>
            <a:r>
              <a:rPr dirty="0"/>
              <a:t>(Deep Learning)，</a:t>
            </a:r>
            <a:r>
              <a:rPr dirty="0" err="1"/>
              <a:t>而NVIDIA正在</a:t>
            </a:r>
            <a:r>
              <a:rPr lang="zh-TW" altLang="en-US" dirty="0"/>
              <a:t>開發</a:t>
            </a:r>
            <a:r>
              <a:rPr dirty="0" err="1"/>
              <a:t>其GPU，使其</a:t>
            </a:r>
            <a:r>
              <a:rPr lang="zh-TW" altLang="en-US" dirty="0"/>
              <a:t>架構適合</a:t>
            </a:r>
            <a:r>
              <a:rPr dirty="0" err="1"/>
              <a:t>專門用於</a:t>
            </a:r>
            <a:r>
              <a:rPr lang="zh-TW" altLang="en-US" dirty="0"/>
              <a:t>人工智慧</a:t>
            </a:r>
            <a:r>
              <a:rPr dirty="0" err="1"/>
              <a:t>訓練</a:t>
            </a:r>
            <a:r>
              <a:rPr dirty="0"/>
              <a:t>(Training)。</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18</a:t>
            </a:fld>
            <a:endParaRPr lang="en-US"/>
          </a:p>
        </p:txBody>
      </p:sp>
    </p:spTree>
    <p:extLst>
      <p:ext uri="{BB962C8B-B14F-4D97-AF65-F5344CB8AC3E}">
        <p14:creationId xmlns:p14="http://schemas.microsoft.com/office/powerpoint/2010/main" val="3977074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那麼什麼是深度學習</a:t>
            </a:r>
            <a:r>
              <a:rPr dirty="0"/>
              <a:t>(Deep Learning)，</a:t>
            </a:r>
            <a:r>
              <a:rPr dirty="0" err="1"/>
              <a:t>它有什麼特別之處</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19</a:t>
            </a:fld>
            <a:endParaRPr lang="en-US"/>
          </a:p>
        </p:txBody>
      </p:sp>
    </p:spTree>
    <p:extLst>
      <p:ext uri="{BB962C8B-B14F-4D97-AF65-F5344CB8AC3E}">
        <p14:creationId xmlns:p14="http://schemas.microsoft.com/office/powerpoint/2010/main" val="2960934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透過</a:t>
            </a:r>
            <a:r>
              <a:rPr dirty="0" err="1"/>
              <a:t>深度學習</a:t>
            </a:r>
            <a:r>
              <a:rPr dirty="0"/>
              <a:t>(Deep Learning)，你</a:t>
            </a:r>
            <a:r>
              <a:rPr lang="zh-TW" altLang="en-US" dirty="0"/>
              <a:t>將測底</a:t>
            </a:r>
            <a:r>
              <a:rPr dirty="0" err="1"/>
              <a:t>顛覆了</a:t>
            </a:r>
            <a:r>
              <a:rPr lang="zh-TW" altLang="en-US" dirty="0"/>
              <a:t>程式開發的模式</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20</a:t>
            </a:fld>
            <a:endParaRPr lang="en-US"/>
          </a:p>
        </p:txBody>
      </p:sp>
    </p:spTree>
    <p:extLst>
      <p:ext uri="{BB962C8B-B14F-4D97-AF65-F5344CB8AC3E}">
        <p14:creationId xmlns:p14="http://schemas.microsoft.com/office/powerpoint/2010/main" val="1930380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例如，通常為了</a:t>
            </a:r>
            <a:r>
              <a:rPr lang="zh-TW" altLang="en-US" dirty="0"/>
              <a:t>設計一個</a:t>
            </a:r>
            <a:r>
              <a:rPr dirty="0" err="1"/>
              <a:t>分類器</a:t>
            </a:r>
            <a:r>
              <a:rPr dirty="0"/>
              <a:t>(Classifier)，</a:t>
            </a:r>
            <a:r>
              <a:rPr dirty="0" err="1"/>
              <a:t>你會提出一組規則，並</a:t>
            </a:r>
            <a:r>
              <a:rPr lang="zh-TW" altLang="en-US" dirty="0"/>
              <a:t>設計</a:t>
            </a:r>
            <a:r>
              <a:rPr dirty="0" err="1"/>
              <a:t>這些規則</a:t>
            </a:r>
            <a:r>
              <a:rPr lang="zh-TW" altLang="en-US" dirty="0"/>
              <a:t>的程式</a:t>
            </a:r>
            <a:endParaRPr dirty="0"/>
          </a:p>
          <a:p>
            <a:r>
              <a:rPr dirty="0" err="1"/>
              <a:t>然後當你想要分類事物時，你給它一段數據</a:t>
            </a:r>
            <a:r>
              <a:rPr dirty="0"/>
              <a:t>，</a:t>
            </a:r>
            <a:r>
              <a:rPr lang="zh-TW" altLang="en-US" dirty="0"/>
              <a:t>再透過這些</a:t>
            </a:r>
            <a:r>
              <a:rPr dirty="0" err="1"/>
              <a:t>規則來選擇一個類別</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21</a:t>
            </a:fld>
            <a:endParaRPr lang="en-US"/>
          </a:p>
        </p:txBody>
      </p:sp>
    </p:spTree>
    <p:extLst>
      <p:ext uri="{BB962C8B-B14F-4D97-AF65-F5344CB8AC3E}">
        <p14:creationId xmlns:p14="http://schemas.microsoft.com/office/powerpoint/2010/main" val="19843475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使用深度學習</a:t>
            </a:r>
            <a:r>
              <a:rPr dirty="0"/>
              <a:t>(Deep Learning)，</a:t>
            </a:r>
            <a:r>
              <a:rPr dirty="0" err="1"/>
              <a:t>我們首先需要一個變量列表</a:t>
            </a:r>
            <a:r>
              <a:rPr lang="en-US" dirty="0"/>
              <a:t>(a list of variables)</a:t>
            </a:r>
            <a:r>
              <a:rPr dirty="0"/>
              <a:t>：</a:t>
            </a:r>
            <a:r>
              <a:rPr dirty="0" err="1"/>
              <a:t>輸入及其相應的輸出。我們不需要知道輸入和輸出之間的關係，但它們的值越</a:t>
            </a:r>
            <a:r>
              <a:rPr lang="zh-TW" altLang="en-US" dirty="0"/>
              <a:t>精確</a:t>
            </a:r>
            <a:r>
              <a:rPr dirty="0"/>
              <a:t>，</a:t>
            </a:r>
            <a:r>
              <a:rPr dirty="0" err="1"/>
              <a:t>效果越好。我們將這個例子列表</a:t>
            </a:r>
            <a:r>
              <a:rPr lang="en-US" altLang="zh-TW" dirty="0"/>
              <a:t>(</a:t>
            </a:r>
            <a:r>
              <a:rPr lang="en-US" dirty="0"/>
              <a:t>list of examples</a:t>
            </a:r>
            <a:r>
              <a:rPr lang="en-US" altLang="zh-TW" dirty="0"/>
              <a:t>)</a:t>
            </a:r>
            <a:r>
              <a:rPr dirty="0" err="1"/>
              <a:t>稱為數據集</a:t>
            </a:r>
            <a:r>
              <a:rPr lang="en-US" altLang="zh-TW" dirty="0"/>
              <a:t>(</a:t>
            </a:r>
            <a:r>
              <a:rPr lang="en-US" dirty="0"/>
              <a:t>dataset</a:t>
            </a:r>
            <a:r>
              <a:rPr lang="en-US" altLang="zh-TW" dirty="0"/>
              <a:t>)</a:t>
            </a:r>
            <a:r>
              <a:rPr dirty="0"/>
              <a:t>。</a:t>
            </a:r>
          </a:p>
          <a:p>
            <a:endParaRPr dirty="0"/>
          </a:p>
          <a:p>
            <a:r>
              <a:rPr dirty="0" err="1"/>
              <a:t>然後我們通過向模型</a:t>
            </a:r>
            <a:r>
              <a:rPr lang="zh-TW" altLang="en-US" dirty="0"/>
              <a:t>輸入剛剛的</a:t>
            </a:r>
            <a:r>
              <a:rPr dirty="0" err="1"/>
              <a:t>數據集和正確的輸出</a:t>
            </a:r>
            <a:r>
              <a:rPr lang="zh-TW" altLang="en-US" dirty="0"/>
              <a:t>值</a:t>
            </a:r>
            <a:r>
              <a:rPr dirty="0" err="1"/>
              <a:t>來訓練</a:t>
            </a:r>
            <a:r>
              <a:rPr dirty="0"/>
              <a:t>(Training)</a:t>
            </a:r>
            <a:r>
              <a:rPr dirty="0" err="1"/>
              <a:t>模型</a:t>
            </a:r>
            <a:endParaRPr dirty="0"/>
          </a:p>
          <a:p>
            <a:endParaRPr dirty="0"/>
          </a:p>
          <a:p>
            <a:r>
              <a:rPr dirty="0" err="1"/>
              <a:t>模型不斷做出猜測，並</a:t>
            </a:r>
            <a:r>
              <a:rPr lang="zh-TW" altLang="en-US" dirty="0"/>
              <a:t>確認猜測結果</a:t>
            </a:r>
            <a:r>
              <a:rPr dirty="0" err="1"/>
              <a:t>是否正確</a:t>
            </a:r>
            <a:endParaRPr dirty="0"/>
          </a:p>
          <a:p>
            <a:endParaRPr dirty="0"/>
          </a:p>
          <a:p>
            <a:r>
              <a:rPr dirty="0" err="1"/>
              <a:t>它在訓練</a:t>
            </a:r>
            <a:r>
              <a:rPr dirty="0"/>
              <a:t>(Training)</a:t>
            </a:r>
            <a:r>
              <a:rPr dirty="0" err="1"/>
              <a:t>過程中慢慢學會正確分類</a:t>
            </a:r>
            <a:endParaRPr dirty="0"/>
          </a:p>
          <a:p>
            <a:endParaRPr dirty="0"/>
          </a:p>
          <a:p>
            <a:r>
              <a:rPr dirty="0" err="1"/>
              <a:t>根本區別在於，人類不需要</a:t>
            </a:r>
            <a:r>
              <a:rPr lang="zh-TW" altLang="en-US" dirty="0"/>
              <a:t>辨識</a:t>
            </a:r>
            <a:r>
              <a:rPr dirty="0"/>
              <a:t>和</a:t>
            </a:r>
            <a:r>
              <a:rPr lang="zh-TW" altLang="en-US" dirty="0"/>
              <a:t>設計</a:t>
            </a:r>
            <a:r>
              <a:rPr dirty="0" err="1"/>
              <a:t>規則，深度學習</a:t>
            </a:r>
            <a:r>
              <a:rPr dirty="0"/>
              <a:t>(Deep Learning)</a:t>
            </a:r>
            <a:r>
              <a:rPr dirty="0" err="1"/>
              <a:t>算法將自行學習它們</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22</a:t>
            </a:fld>
            <a:endParaRPr lang="en-US"/>
          </a:p>
        </p:txBody>
      </p:sp>
    </p:spTree>
    <p:extLst>
      <p:ext uri="{BB962C8B-B14F-4D97-AF65-F5344CB8AC3E}">
        <p14:creationId xmlns:p14="http://schemas.microsoft.com/office/powerpoint/2010/main" val="27253499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這是我們</a:t>
            </a:r>
            <a:r>
              <a:rPr lang="zh-TW" altLang="en-US" dirty="0"/>
              <a:t>設計軟體</a:t>
            </a:r>
            <a:r>
              <a:rPr dirty="0" err="1"/>
              <a:t>系統方式的根本性轉變</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23</a:t>
            </a:fld>
            <a:endParaRPr lang="en-US"/>
          </a:p>
        </p:txBody>
      </p:sp>
    </p:spTree>
    <p:extLst>
      <p:ext uri="{BB962C8B-B14F-4D97-AF65-F5344CB8AC3E}">
        <p14:creationId xmlns:p14="http://schemas.microsoft.com/office/powerpoint/2010/main" val="2000505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深度學習</a:t>
            </a:r>
            <a:r>
              <a:rPr dirty="0"/>
              <a:t>(Deep Learning)</a:t>
            </a:r>
            <a:r>
              <a:rPr dirty="0" err="1"/>
              <a:t>並不總是正確的選擇。如果產生結果所需的決策非常明確，那麼它可能應該以傳統方式</a:t>
            </a:r>
            <a:r>
              <a:rPr lang="zh-TW" altLang="en-US" dirty="0"/>
              <a:t>開發程式</a:t>
            </a:r>
            <a:endParaRPr dirty="0"/>
          </a:p>
          <a:p>
            <a:endParaRPr dirty="0"/>
          </a:p>
          <a:p>
            <a:r>
              <a:rPr dirty="0" err="1"/>
              <a:t>然而，如果</a:t>
            </a:r>
            <a:r>
              <a:rPr lang="zh-TW" altLang="en-US" dirty="0"/>
              <a:t>需要的</a:t>
            </a:r>
            <a:r>
              <a:rPr dirty="0" err="1"/>
              <a:t>規則是</a:t>
            </a:r>
            <a:r>
              <a:rPr lang="zh-TW" altLang="en-US" dirty="0"/>
              <a:t>細微</a:t>
            </a:r>
            <a:r>
              <a:rPr dirty="0" err="1"/>
              <a:t>或複雜的，人類很難描述它們，更不用說</a:t>
            </a:r>
            <a:r>
              <a:rPr lang="zh-TW" altLang="en-US" dirty="0"/>
              <a:t>設計</a:t>
            </a:r>
            <a:r>
              <a:rPr dirty="0" err="1"/>
              <a:t>它們，深度學習</a:t>
            </a:r>
            <a:r>
              <a:rPr dirty="0"/>
              <a:t>(Deep Learning)</a:t>
            </a:r>
            <a:r>
              <a:rPr dirty="0" err="1"/>
              <a:t>是一個很好的選擇</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24</a:t>
            </a:fld>
            <a:endParaRPr lang="en-US"/>
          </a:p>
        </p:txBody>
      </p:sp>
    </p:spTree>
    <p:extLst>
      <p:ext uri="{BB962C8B-B14F-4D97-AF65-F5344CB8AC3E}">
        <p14:creationId xmlns:p14="http://schemas.microsoft.com/office/powerpoint/2010/main" val="1308489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將深度學習</a:t>
            </a:r>
            <a:r>
              <a:rPr dirty="0"/>
              <a:t>(Deep Learning)</a:t>
            </a:r>
            <a:r>
              <a:rPr dirty="0" err="1"/>
              <a:t>與傳統機器學習</a:t>
            </a:r>
            <a:r>
              <a:rPr dirty="0"/>
              <a:t>(Machine Learning)</a:t>
            </a:r>
            <a:r>
              <a:rPr dirty="0" err="1"/>
              <a:t>區分開來的一點是所使用的網路的深度和複雜性。對於特別複雜的任務，如自然語言理解（用於翻譯</a:t>
            </a:r>
            <a:r>
              <a:rPr dirty="0"/>
              <a:t>、</a:t>
            </a:r>
            <a:r>
              <a:rPr lang="zh-TW" altLang="en-US" dirty="0"/>
              <a:t>文字</a:t>
            </a:r>
            <a:r>
              <a:rPr dirty="0" err="1"/>
              <a:t>生成等</a:t>
            </a:r>
            <a:r>
              <a:rPr dirty="0"/>
              <a:t>），</a:t>
            </a:r>
            <a:r>
              <a:rPr dirty="0" err="1"/>
              <a:t>網路可以有數十億個參數</a:t>
            </a:r>
            <a:r>
              <a:rPr dirty="0"/>
              <a:t>。</a:t>
            </a:r>
          </a:p>
          <a:p>
            <a:endParaRPr dirty="0"/>
          </a:p>
          <a:p>
            <a:r>
              <a:rPr dirty="0" err="1"/>
              <a:t>深度學習</a:t>
            </a:r>
            <a:r>
              <a:rPr dirty="0"/>
              <a:t>(Deep Learning)</a:t>
            </a:r>
            <a:r>
              <a:rPr dirty="0" err="1"/>
              <a:t>中的「深度」指的是模型中許多學習完成任務所必需的重要規則的層。這些通常被稱為隱藏層</a:t>
            </a:r>
            <a:r>
              <a:rPr dirty="0"/>
              <a:t>(Hidden Layers)。</a:t>
            </a:r>
          </a:p>
          <a:p>
            <a:endParaRPr dirty="0"/>
          </a:p>
          <a:p>
            <a:r>
              <a:rPr dirty="0"/>
              <a:t>https://arxiv.org/ftp/arxiv/papers/1901/1901.06032.pdf</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25</a:t>
            </a:fld>
            <a:endParaRPr lang="en-US"/>
          </a:p>
        </p:txBody>
      </p:sp>
    </p:spTree>
    <p:extLst>
      <p:ext uri="{BB962C8B-B14F-4D97-AF65-F5344CB8AC3E}">
        <p14:creationId xmlns:p14="http://schemas.microsoft.com/office/powerpoint/2010/main" val="7344861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深度學習</a:t>
            </a:r>
            <a:r>
              <a:rPr dirty="0"/>
              <a:t>(Deep Learning)</a:t>
            </a:r>
            <a:r>
              <a:rPr dirty="0" err="1"/>
              <a:t>在過去十年左右才成為一個主</a:t>
            </a:r>
            <a:r>
              <a:rPr lang="zh-TW" altLang="en-US" dirty="0"/>
              <a:t>流</a:t>
            </a:r>
            <a:r>
              <a:rPr dirty="0"/>
              <a:t>，</a:t>
            </a:r>
            <a:r>
              <a:rPr dirty="0" err="1"/>
              <a:t>但它對許多行業產生了巨大影響</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26</a:t>
            </a:fld>
            <a:endParaRPr lang="en-US"/>
          </a:p>
        </p:txBody>
      </p:sp>
    </p:spTree>
    <p:extLst>
      <p:ext uri="{BB962C8B-B14F-4D97-AF65-F5344CB8AC3E}">
        <p14:creationId xmlns:p14="http://schemas.microsoft.com/office/powerpoint/2010/main" val="20158785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電腦視覺</a:t>
            </a:r>
            <a:r>
              <a:rPr dirty="0"/>
              <a:t>(Computer Vision)</a:t>
            </a:r>
            <a:r>
              <a:rPr dirty="0" err="1"/>
              <a:t>領域在深度學習</a:t>
            </a:r>
            <a:r>
              <a:rPr dirty="0"/>
              <a:t>(Deep Learning)</a:t>
            </a:r>
            <a:r>
              <a:rPr dirty="0" err="1"/>
              <a:t>領域之前就已經存在，但由於現在有越來越多的</a:t>
            </a:r>
            <a:r>
              <a:rPr lang="zh-TW" altLang="en-US" dirty="0"/>
              <a:t>帶有</a:t>
            </a:r>
            <a:r>
              <a:rPr dirty="0" err="1"/>
              <a:t>標記</a:t>
            </a:r>
            <a:r>
              <a:rPr lang="zh-TW" altLang="en-US" dirty="0"/>
              <a:t>的</a:t>
            </a:r>
            <a:r>
              <a:rPr dirty="0" err="1"/>
              <a:t>高質量圖像可用，深度學習</a:t>
            </a:r>
            <a:r>
              <a:rPr dirty="0"/>
              <a:t>(Deep Learning)</a:t>
            </a:r>
            <a:r>
              <a:rPr dirty="0" err="1"/>
              <a:t>正在產生巨大影響</a:t>
            </a:r>
            <a:r>
              <a:rPr dirty="0"/>
              <a:t>。</a:t>
            </a:r>
          </a:p>
          <a:p>
            <a:endParaRPr dirty="0"/>
          </a:p>
          <a:p>
            <a:r>
              <a:rPr dirty="0" err="1"/>
              <a:t>電腦視覺</a:t>
            </a:r>
            <a:r>
              <a:rPr dirty="0"/>
              <a:t>(Computer Vision)</a:t>
            </a:r>
            <a:r>
              <a:rPr dirty="0" err="1"/>
              <a:t>的目標是教機器像人類一樣看和感知圖像。由於我們眼睛的複雜性，更不用說我們大腦對這些圖像的處理，這絕非易事</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27</a:t>
            </a:fld>
            <a:endParaRPr lang="en-US"/>
          </a:p>
        </p:txBody>
      </p:sp>
    </p:spTree>
    <p:extLst>
      <p:ext uri="{BB962C8B-B14F-4D97-AF65-F5344CB8AC3E}">
        <p14:creationId xmlns:p14="http://schemas.microsoft.com/office/powerpoint/2010/main" val="20839877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我們也將在本課程中涉及</a:t>
            </a:r>
            <a:r>
              <a:rPr lang="zh-TW" altLang="en-US" dirty="0"/>
              <a:t>自然語言處理</a:t>
            </a:r>
            <a:r>
              <a:rPr lang="en-US" altLang="zh-TW" dirty="0"/>
              <a:t>(</a:t>
            </a:r>
            <a:r>
              <a:rPr lang="en-US" dirty="0"/>
              <a:t>Natural Language Processing)</a:t>
            </a:r>
            <a:r>
              <a:rPr dirty="0"/>
              <a:t>，</a:t>
            </a:r>
            <a:r>
              <a:rPr lang="zh-TW" altLang="en-US" dirty="0"/>
              <a:t>它</a:t>
            </a:r>
            <a:r>
              <a:rPr dirty="0" err="1"/>
              <a:t>已經</a:t>
            </a:r>
            <a:r>
              <a:rPr lang="zh-TW" altLang="en-US" dirty="0"/>
              <a:t>造成</a:t>
            </a:r>
            <a:r>
              <a:rPr dirty="0" err="1"/>
              <a:t>巨大的</a:t>
            </a:r>
            <a:r>
              <a:rPr lang="zh-TW" altLang="en-US" dirty="0"/>
              <a:t>影響</a:t>
            </a:r>
            <a:r>
              <a:rPr dirty="0"/>
              <a:t>，</a:t>
            </a:r>
            <a:r>
              <a:rPr dirty="0" err="1"/>
              <a:t>例如</a:t>
            </a:r>
            <a:r>
              <a:rPr lang="zh-TW" altLang="en-US" dirty="0"/>
              <a:t>具有</a:t>
            </a:r>
            <a:r>
              <a:rPr dirty="0" err="1"/>
              <a:t>高度準確</a:t>
            </a:r>
            <a:r>
              <a:rPr dirty="0"/>
              <a:t>、</a:t>
            </a:r>
            <a:r>
              <a:rPr lang="zh-TW" altLang="en-US" dirty="0"/>
              <a:t>即時</a:t>
            </a:r>
            <a:r>
              <a:rPr dirty="0" err="1"/>
              <a:t>的語言翻譯，以及語音識別和虛擬助手</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28</a:t>
            </a:fld>
            <a:endParaRPr lang="en-US"/>
          </a:p>
        </p:txBody>
      </p:sp>
    </p:spTree>
    <p:extLst>
      <p:ext uri="{BB962C8B-B14F-4D97-AF65-F5344CB8AC3E}">
        <p14:creationId xmlns:p14="http://schemas.microsoft.com/office/powerpoint/2010/main" val="17393128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基於深度學習</a:t>
            </a:r>
            <a:r>
              <a:rPr dirty="0"/>
              <a:t>(Deep Learning)</a:t>
            </a:r>
            <a:r>
              <a:rPr dirty="0" err="1"/>
              <a:t>的推薦系統</a:t>
            </a:r>
            <a:r>
              <a:rPr dirty="0"/>
              <a:t>(Recommender Systems)</a:t>
            </a:r>
            <a:r>
              <a:rPr dirty="0" err="1"/>
              <a:t>為網</a:t>
            </a:r>
            <a:r>
              <a:rPr lang="zh-TW" altLang="en-US" dirty="0"/>
              <a:t>路</a:t>
            </a:r>
            <a:r>
              <a:rPr dirty="0" err="1"/>
              <a:t>提供了</a:t>
            </a:r>
            <a:r>
              <a:rPr lang="zh-TW" altLang="en-US" dirty="0"/>
              <a:t>統整過</a:t>
            </a:r>
            <a:r>
              <a:rPr dirty="0"/>
              <a:t>的</a:t>
            </a:r>
            <a:r>
              <a:rPr lang="zh-TW" altLang="en-US" dirty="0"/>
              <a:t>內容</a:t>
            </a:r>
            <a:r>
              <a:rPr dirty="0" err="1"/>
              <a:t>訂閱</a:t>
            </a:r>
            <a:r>
              <a:rPr lang="zh-TW" altLang="en-US" dirty="0"/>
              <a:t>服務</a:t>
            </a:r>
            <a:r>
              <a:rPr dirty="0"/>
              <a:t>，</a:t>
            </a:r>
            <a:r>
              <a:rPr dirty="0" err="1"/>
              <a:t>如Facebook，音樂如Spotify</a:t>
            </a:r>
            <a:r>
              <a:rPr dirty="0"/>
              <a:t>，</a:t>
            </a:r>
            <a:r>
              <a:rPr lang="zh-TW" altLang="en-US" dirty="0"/>
              <a:t>影片</a:t>
            </a:r>
            <a:r>
              <a:rPr dirty="0" err="1"/>
              <a:t>如YouTube和Netflix，以及</a:t>
            </a:r>
            <a:r>
              <a:rPr lang="zh-TW" altLang="en-US" dirty="0"/>
              <a:t>有特定受眾</a:t>
            </a:r>
            <a:r>
              <a:rPr dirty="0" err="1"/>
              <a:t>的線</a:t>
            </a:r>
            <a:r>
              <a:rPr lang="zh-TW" altLang="en-US" dirty="0"/>
              <a:t>上</a:t>
            </a:r>
            <a:r>
              <a:rPr dirty="0" err="1"/>
              <a:t>廣告和購物推薦（亞馬遜</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29</a:t>
            </a:fld>
            <a:endParaRPr lang="en-US"/>
          </a:p>
        </p:txBody>
      </p:sp>
    </p:spTree>
    <p:extLst>
      <p:ext uri="{BB962C8B-B14F-4D97-AF65-F5344CB8AC3E}">
        <p14:creationId xmlns:p14="http://schemas.microsoft.com/office/powerpoint/2010/main" val="27803784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強化學習已經在達到人類專家表現方面取得了令人難以置信的成果，例如人工智慧</a:t>
            </a:r>
            <a:r>
              <a:rPr dirty="0"/>
              <a:t> </a:t>
            </a:r>
            <a:r>
              <a:rPr dirty="0" err="1"/>
              <a:t>Alpha-Go，它在被認為是世界上最困難和最複雜的遊戲之一中擊敗了世界冠軍。人工智慧機器人現在也在與複雜電子遊戲如星海爭霸</a:t>
            </a:r>
            <a:r>
              <a:rPr dirty="0"/>
              <a:t>(</a:t>
            </a:r>
            <a:r>
              <a:rPr dirty="0" err="1"/>
              <a:t>Starcraft</a:t>
            </a:r>
            <a:r>
              <a:rPr dirty="0"/>
              <a:t>)和 DOTA </a:t>
            </a:r>
            <a:r>
              <a:rPr dirty="0" err="1"/>
              <a:t>的世界專家對抗</a:t>
            </a:r>
            <a:r>
              <a:rPr dirty="0"/>
              <a:t>。</a:t>
            </a:r>
          </a:p>
          <a:p>
            <a:endParaRPr dirty="0"/>
          </a:p>
          <a:p>
            <a:r>
              <a:rPr dirty="0" err="1"/>
              <a:t>這樣的例子不勝枚舉，我們將在課程後面討論一些令人興奮的模型和進展</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30</a:t>
            </a:fld>
            <a:endParaRPr lang="en-US"/>
          </a:p>
        </p:txBody>
      </p:sp>
    </p:spTree>
    <p:extLst>
      <p:ext uri="{BB962C8B-B14F-4D97-AF65-F5344CB8AC3E}">
        <p14:creationId xmlns:p14="http://schemas.microsoft.com/office/powerpoint/2010/main" val="29969824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31</a:t>
            </a:fld>
            <a:endParaRPr lang="en-US"/>
          </a:p>
        </p:txBody>
      </p:sp>
    </p:spTree>
    <p:extLst>
      <p:ext uri="{BB962C8B-B14F-4D97-AF65-F5344CB8AC3E}">
        <p14:creationId xmlns:p14="http://schemas.microsoft.com/office/powerpoint/2010/main" val="16278202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本課程</a:t>
            </a:r>
            <a:r>
              <a:rPr lang="zh-TW" altLang="en-US" dirty="0"/>
              <a:t>透過</a:t>
            </a:r>
            <a:r>
              <a:rPr dirty="0" err="1"/>
              <a:t>一系列練習，讓你熟悉深度學習</a:t>
            </a:r>
            <a:endParaRPr dirty="0"/>
          </a:p>
          <a:p>
            <a:endParaRPr dirty="0"/>
          </a:p>
          <a:p>
            <a:r>
              <a:rPr dirty="0" err="1"/>
              <a:t>我們將向你介紹一些不同的模型，以及不同的資料類型</a:t>
            </a:r>
            <a:endParaRPr dirty="0"/>
          </a:p>
          <a:p>
            <a:endParaRPr dirty="0"/>
          </a:p>
          <a:p>
            <a:r>
              <a:rPr dirty="0" err="1"/>
              <a:t>僅有一天的時間，我們</a:t>
            </a:r>
            <a:r>
              <a:rPr lang="zh-TW" altLang="en-US" dirty="0"/>
              <a:t>教授</a:t>
            </a:r>
            <a:r>
              <a:rPr dirty="0" err="1"/>
              <a:t>所有內容，但目標是給你一個</a:t>
            </a:r>
            <a:r>
              <a:rPr lang="zh-TW" altLang="en-US" dirty="0"/>
              <a:t>好的開始起點</a:t>
            </a:r>
            <a:r>
              <a:rPr dirty="0"/>
              <a:t>，</a:t>
            </a:r>
            <a:r>
              <a:rPr dirty="0" err="1"/>
              <a:t>使你能夠</a:t>
            </a:r>
            <a:r>
              <a:rPr lang="zh-TW" altLang="en-US" dirty="0"/>
              <a:t>掌握</a:t>
            </a:r>
            <a:r>
              <a:rPr dirty="0" err="1"/>
              <a:t>基礎</a:t>
            </a:r>
            <a:r>
              <a:rPr lang="zh-TW" altLang="en-US" dirty="0"/>
              <a:t>知識與技能</a:t>
            </a:r>
            <a:r>
              <a:rPr dirty="0" err="1"/>
              <a:t>來進行自己的專案</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32</a:t>
            </a:fld>
            <a:endParaRPr lang="en-US"/>
          </a:p>
        </p:txBody>
      </p:sp>
    </p:spTree>
    <p:extLst>
      <p:ext uri="{BB962C8B-B14F-4D97-AF65-F5344CB8AC3E}">
        <p14:creationId xmlns:p14="http://schemas.microsoft.com/office/powerpoint/2010/main" val="32672582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dirty="0" err="1"/>
              <a:t>以下是課程的結構</a:t>
            </a:r>
            <a:r>
              <a:rPr dirty="0"/>
              <a:t>：</a:t>
            </a:r>
          </a:p>
          <a:p>
            <a:r>
              <a:rPr lang="en-US" dirty="0"/>
              <a:t>- </a:t>
            </a:r>
            <a:r>
              <a:rPr dirty="0" err="1"/>
              <a:t>訓練你的第一個模型（電腦視覺</a:t>
            </a:r>
            <a:r>
              <a:rPr dirty="0"/>
              <a:t>(computer vision)）</a:t>
            </a:r>
          </a:p>
          <a:p>
            <a:r>
              <a:rPr lang="en-US" dirty="0"/>
              <a:t>- </a:t>
            </a:r>
            <a:r>
              <a:rPr dirty="0" err="1"/>
              <a:t>訓練一個更複雜的模型</a:t>
            </a:r>
            <a:endParaRPr dirty="0"/>
          </a:p>
          <a:p>
            <a:r>
              <a:rPr lang="en-US" dirty="0"/>
              <a:t>- </a:t>
            </a:r>
            <a:r>
              <a:rPr dirty="0" err="1"/>
              <a:t>介紹新的架構</a:t>
            </a:r>
            <a:r>
              <a:rPr dirty="0"/>
              <a:t>(architectures)</a:t>
            </a:r>
            <a:r>
              <a:rPr dirty="0" err="1"/>
              <a:t>和技術來提高模型性能和準確度</a:t>
            </a:r>
            <a:r>
              <a:rPr dirty="0"/>
              <a:t>(accuracy)</a:t>
            </a:r>
          </a:p>
          <a:p>
            <a:r>
              <a:rPr lang="en-US" dirty="0"/>
              <a:t>- </a:t>
            </a:r>
            <a:r>
              <a:rPr dirty="0" err="1"/>
              <a:t>使用你訓練過的模型進行新的預測</a:t>
            </a:r>
            <a:r>
              <a:rPr dirty="0"/>
              <a:t>(predictions)</a:t>
            </a:r>
          </a:p>
          <a:p>
            <a:r>
              <a:rPr lang="en-US" dirty="0"/>
              <a:t>- </a:t>
            </a:r>
            <a:r>
              <a:rPr dirty="0" err="1"/>
              <a:t>使用最先進的預訓練模型來解決深度學習挑戰</a:t>
            </a:r>
            <a:endParaRPr dirty="0"/>
          </a:p>
          <a:p>
            <a:r>
              <a:rPr lang="en-US" dirty="0"/>
              <a:t>- </a:t>
            </a:r>
            <a:r>
              <a:rPr dirty="0" err="1"/>
              <a:t>將一個模型的學習遷移到另一個模型來解決困難的深度學習挑戰</a:t>
            </a:r>
            <a:endParaRPr dirty="0"/>
          </a:p>
          <a:p>
            <a:r>
              <a:rPr lang="en-US" dirty="0"/>
              <a:t>- </a:t>
            </a:r>
            <a:r>
              <a:rPr dirty="0" err="1"/>
              <a:t>訓練一個語言模型以接觸新類型的資料和架構</a:t>
            </a:r>
            <a:endParaRPr dirty="0"/>
          </a:p>
          <a:p>
            <a:endParaRPr dirty="0"/>
          </a:p>
          <a:p>
            <a:r>
              <a:rPr dirty="0" err="1"/>
              <a:t>附錄</a:t>
            </a:r>
            <a:r>
              <a:rPr dirty="0"/>
              <a:t>：</a:t>
            </a:r>
          </a:p>
          <a:p>
            <a:endParaRPr dirty="0"/>
          </a:p>
          <a:p>
            <a:r>
              <a:rPr lang="en-US" dirty="0"/>
              <a:t>- </a:t>
            </a:r>
            <a:r>
              <a:rPr dirty="0" err="1"/>
              <a:t>嘗試網路上各種有趣的模型</a:t>
            </a:r>
            <a:endParaRPr dirty="0"/>
          </a:p>
          <a:p>
            <a:r>
              <a:rPr lang="en-US" dirty="0"/>
              <a:t>- </a:t>
            </a:r>
            <a:r>
              <a:rPr dirty="0" err="1"/>
              <a:t>學習設置深度學習環境以解決自己的專案</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33</a:t>
            </a:fld>
            <a:endParaRPr lang="en-US"/>
          </a:p>
        </p:txBody>
      </p:sp>
    </p:spTree>
    <p:extLst>
      <p:ext uri="{BB962C8B-B14F-4D97-AF65-F5344CB8AC3E}">
        <p14:creationId xmlns:p14="http://schemas.microsoft.com/office/powerpoint/2010/main" val="34350109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在本課程中，你將連接到一個</a:t>
            </a:r>
            <a:r>
              <a:rPr lang="zh-TW" altLang="en-US" dirty="0"/>
              <a:t>具有</a:t>
            </a:r>
            <a:r>
              <a:rPr dirty="0" err="1"/>
              <a:t>非常強大</a:t>
            </a:r>
            <a:r>
              <a:rPr dirty="0"/>
              <a:t> GPU </a:t>
            </a:r>
            <a:r>
              <a:rPr dirty="0" err="1"/>
              <a:t>的伺服器</a:t>
            </a:r>
            <a:r>
              <a:rPr dirty="0"/>
              <a:t>。</a:t>
            </a:r>
          </a:p>
          <a:p>
            <a:endParaRPr dirty="0"/>
          </a:p>
          <a:p>
            <a:r>
              <a:rPr dirty="0" err="1"/>
              <a:t>深度學習訓練可以在</a:t>
            </a:r>
            <a:r>
              <a:rPr dirty="0"/>
              <a:t> CPU </a:t>
            </a:r>
            <a:r>
              <a:rPr dirty="0" err="1"/>
              <a:t>上運行，但由於訓練的計算複雜性，擁有</a:t>
            </a:r>
            <a:r>
              <a:rPr dirty="0"/>
              <a:t> GPU </a:t>
            </a:r>
            <a:r>
              <a:rPr dirty="0" err="1"/>
              <a:t>提供的大規模</a:t>
            </a:r>
            <a:r>
              <a:rPr lang="zh-TW" altLang="en-US" dirty="0"/>
              <a:t>平</a:t>
            </a:r>
            <a:r>
              <a:rPr dirty="0" err="1"/>
              <a:t>行處理能力非常</a:t>
            </a:r>
            <a:r>
              <a:rPr lang="zh-TW" altLang="en-US" dirty="0"/>
              <a:t>重要</a:t>
            </a:r>
            <a:r>
              <a:rPr dirty="0"/>
              <a:t>。</a:t>
            </a:r>
            <a:r>
              <a:rPr dirty="0" err="1"/>
              <a:t>沒有它，你</a:t>
            </a:r>
            <a:r>
              <a:rPr lang="zh-TW" altLang="en-US" dirty="0"/>
              <a:t>的模型訓練</a:t>
            </a:r>
            <a:r>
              <a:rPr dirty="0" err="1"/>
              <a:t>將會等待很長時間，而且我們無法在一天內完成這門課程</a:t>
            </a:r>
            <a:r>
              <a:rPr dirty="0"/>
              <a:t>。</a:t>
            </a:r>
          </a:p>
          <a:p>
            <a:endParaRPr dirty="0"/>
          </a:p>
          <a:p>
            <a:r>
              <a:rPr dirty="0" err="1"/>
              <a:t>你將通過名為</a:t>
            </a:r>
            <a:r>
              <a:rPr dirty="0"/>
              <a:t> </a:t>
            </a:r>
            <a:r>
              <a:rPr dirty="0" err="1"/>
              <a:t>JupyterLab</a:t>
            </a:r>
            <a:r>
              <a:rPr dirty="0"/>
              <a:t> </a:t>
            </a:r>
            <a:r>
              <a:rPr dirty="0" err="1"/>
              <a:t>的軟體平台連接到這個強大的伺服器。Jupyter</a:t>
            </a:r>
            <a:r>
              <a:rPr dirty="0"/>
              <a:t> lab </a:t>
            </a:r>
            <a:r>
              <a:rPr dirty="0" err="1"/>
              <a:t>是一個平台，除了其他功能外，它還運行</a:t>
            </a:r>
            <a:r>
              <a:rPr dirty="0"/>
              <a:t> </a:t>
            </a:r>
            <a:r>
              <a:rPr dirty="0" err="1"/>
              <a:t>jupyter</a:t>
            </a:r>
            <a:r>
              <a:rPr dirty="0"/>
              <a:t> </a:t>
            </a:r>
            <a:r>
              <a:rPr dirty="0" err="1"/>
              <a:t>notebooks。在這些</a:t>
            </a:r>
            <a:r>
              <a:rPr dirty="0"/>
              <a:t> notebooks </a:t>
            </a:r>
            <a:r>
              <a:rPr dirty="0" err="1"/>
              <a:t>中，你將能夠</a:t>
            </a:r>
            <a:r>
              <a:rPr lang="zh-TW" altLang="en-US" dirty="0"/>
              <a:t>執行</a:t>
            </a:r>
            <a:r>
              <a:rPr dirty="0" err="1"/>
              <a:t>和編輯</a:t>
            </a:r>
            <a:r>
              <a:rPr dirty="0"/>
              <a:t> Python </a:t>
            </a:r>
            <a:r>
              <a:rPr dirty="0" err="1"/>
              <a:t>程式碼來完成練習的目標</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34</a:t>
            </a:fld>
            <a:endParaRPr lang="en-US"/>
          </a:p>
        </p:txBody>
      </p:sp>
    </p:spTree>
    <p:extLst>
      <p:ext uri="{BB962C8B-B14F-4D97-AF65-F5344CB8AC3E}">
        <p14:creationId xmlns:p14="http://schemas.microsoft.com/office/powerpoint/2010/main" val="7819587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在深度學習領域有幾個</a:t>
            </a:r>
            <a:r>
              <a:rPr lang="zh-TW" altLang="en-US" dirty="0"/>
              <a:t>主流框架</a:t>
            </a:r>
            <a:endParaRPr dirty="0"/>
          </a:p>
          <a:p>
            <a:endParaRPr dirty="0"/>
          </a:p>
          <a:p>
            <a:r>
              <a:rPr dirty="0" err="1"/>
              <a:t>最常用的三個是</a:t>
            </a:r>
            <a:r>
              <a:rPr dirty="0"/>
              <a:t> </a:t>
            </a:r>
            <a:r>
              <a:rPr dirty="0" err="1"/>
              <a:t>Tensorflow</a:t>
            </a:r>
            <a:r>
              <a:rPr dirty="0"/>
              <a:t> + </a:t>
            </a:r>
            <a:r>
              <a:rPr dirty="0" err="1"/>
              <a:t>Keras（Google</a:t>
            </a:r>
            <a:r>
              <a:rPr dirty="0"/>
              <a:t>）、</a:t>
            </a:r>
            <a:r>
              <a:rPr dirty="0" err="1"/>
              <a:t>PyTorch（Facebook）和</a:t>
            </a:r>
            <a:r>
              <a:rPr dirty="0"/>
              <a:t> </a:t>
            </a:r>
            <a:r>
              <a:rPr dirty="0" err="1"/>
              <a:t>MXNet（Apache</a:t>
            </a:r>
            <a:r>
              <a:rPr dirty="0"/>
              <a:t>）</a:t>
            </a:r>
          </a:p>
          <a:p>
            <a:endParaRPr dirty="0"/>
          </a:p>
          <a:p>
            <a:r>
              <a:rPr dirty="0" err="1"/>
              <a:t>它們都是很好的選擇，沒有一個是明顯的贏家</a:t>
            </a:r>
            <a:endParaRPr dirty="0"/>
          </a:p>
          <a:p>
            <a:endParaRPr dirty="0"/>
          </a:p>
          <a:p>
            <a:r>
              <a:rPr dirty="0" err="1"/>
              <a:t>在本課程中，我們將使用</a:t>
            </a:r>
            <a:r>
              <a:rPr dirty="0"/>
              <a:t> </a:t>
            </a:r>
            <a:r>
              <a:rPr dirty="0" err="1"/>
              <a:t>PyTorch，但當你繼續你的深度學習旅程時，我們建議你也接觸其他框架</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35</a:t>
            </a:fld>
            <a:endParaRPr lang="en-US"/>
          </a:p>
        </p:txBody>
      </p:sp>
    </p:spTree>
    <p:extLst>
      <p:ext uri="{BB962C8B-B14F-4D97-AF65-F5344CB8AC3E}">
        <p14:creationId xmlns:p14="http://schemas.microsoft.com/office/powerpoint/2010/main" val="773521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36</a:t>
            </a:fld>
            <a:endParaRPr lang="en-US"/>
          </a:p>
        </p:txBody>
      </p:sp>
    </p:spTree>
    <p:extLst>
      <p:ext uri="{BB962C8B-B14F-4D97-AF65-F5344CB8AC3E}">
        <p14:creationId xmlns:p14="http://schemas.microsoft.com/office/powerpoint/2010/main" val="39793134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在我們深入理論和深度學習的細節之前，我們將像</a:t>
            </a:r>
            <a:r>
              <a:rPr lang="en-US" altLang="zh-TW" dirty="0" err="1"/>
              <a:t>AI</a:t>
            </a:r>
            <a:r>
              <a:rPr dirty="0" err="1"/>
              <a:t>一樣立即</a:t>
            </a:r>
            <a:r>
              <a:rPr lang="zh-TW" altLang="en-US" dirty="0"/>
              <a:t>試試</a:t>
            </a:r>
            <a:r>
              <a:rPr dirty="0" err="1"/>
              <a:t>使用神經網路</a:t>
            </a:r>
            <a:r>
              <a:rPr dirty="0"/>
              <a:t>(neural network)。</a:t>
            </a:r>
            <a:r>
              <a:rPr dirty="0" err="1"/>
              <a:t>看看你是否能弄清楚我們是如何構建模型的</a:t>
            </a:r>
            <a:r>
              <a:rPr dirty="0"/>
              <a:t>。</a:t>
            </a:r>
            <a:r>
              <a:rPr lang="zh-TW" altLang="en-US" dirty="0"/>
              <a:t>請放心嘗試</a:t>
            </a:r>
            <a:r>
              <a:rPr dirty="0" err="1"/>
              <a:t>和修改程式碼，你可以隨時重新啟動</a:t>
            </a:r>
            <a:r>
              <a:rPr dirty="0"/>
              <a:t> GPU </a:t>
            </a:r>
            <a:r>
              <a:rPr dirty="0" err="1"/>
              <a:t>實例以獲得新的開始</a:t>
            </a:r>
            <a:r>
              <a:rPr dirty="0"/>
              <a:t>。</a:t>
            </a:r>
          </a:p>
          <a:p>
            <a:endParaRPr dirty="0"/>
          </a:p>
          <a:p>
            <a:r>
              <a:rPr lang="zh-TW" altLang="en-US" dirty="0"/>
              <a:t>我們</a:t>
            </a:r>
            <a:r>
              <a:rPr dirty="0" err="1"/>
              <a:t>將從教導模型</a:t>
            </a:r>
            <a:r>
              <a:rPr lang="en-US" dirty="0"/>
              <a:t>(model)</a:t>
            </a:r>
            <a:r>
              <a:rPr dirty="0" err="1"/>
              <a:t>理解和分類手寫數字開始</a:t>
            </a:r>
            <a:endParaRPr dirty="0"/>
          </a:p>
          <a:p>
            <a:endParaRPr dirty="0"/>
          </a:p>
          <a:p>
            <a:r>
              <a:rPr dirty="0" err="1"/>
              <a:t>識別手寫在人工智慧歷史上是一個具有歷史意義的任務，特別適合深度學習</a:t>
            </a:r>
            <a:endParaRPr dirty="0"/>
          </a:p>
          <a:p>
            <a:endParaRPr dirty="0"/>
          </a:p>
          <a:p>
            <a:r>
              <a:rPr dirty="0" err="1"/>
              <a:t>你將使用一個名為</a:t>
            </a:r>
            <a:r>
              <a:rPr dirty="0"/>
              <a:t> MNIST </a:t>
            </a:r>
            <a:r>
              <a:rPr dirty="0" err="1"/>
              <a:t>的資料集，其中包含</a:t>
            </a:r>
            <a:r>
              <a:rPr dirty="0"/>
              <a:t> 70,000 </a:t>
            </a:r>
            <a:r>
              <a:rPr dirty="0" err="1"/>
              <a:t>張手寫數字的圖像</a:t>
            </a:r>
            <a:endParaRPr dirty="0"/>
          </a:p>
          <a:p>
            <a:endParaRPr dirty="0"/>
          </a:p>
          <a:p>
            <a:r>
              <a:rPr dirty="0" err="1"/>
              <a:t>你可能會覺得在第一個練習中有很多</a:t>
            </a:r>
            <a:r>
              <a:rPr lang="zh-TW" altLang="en-US" dirty="0"/>
              <a:t>資訊</a:t>
            </a:r>
            <a:r>
              <a:rPr dirty="0" err="1"/>
              <a:t>需要吸收，但請</a:t>
            </a:r>
            <a:r>
              <a:rPr lang="zh-TW" altLang="en-US" dirty="0"/>
              <a:t>保持</a:t>
            </a:r>
            <a:r>
              <a:rPr dirty="0" err="1"/>
              <a:t>耐心，如果不是立即完全</a:t>
            </a:r>
            <a:r>
              <a:rPr lang="zh-TW" altLang="en-US" dirty="0"/>
              <a:t>理解這些資訊</a:t>
            </a:r>
            <a:r>
              <a:rPr dirty="0" err="1"/>
              <a:t>也不用擔心。在課程中，你將</a:t>
            </a:r>
            <a:r>
              <a:rPr lang="zh-TW" altLang="en-US" dirty="0"/>
              <a:t>有機會</a:t>
            </a:r>
            <a:r>
              <a:rPr dirty="0" err="1"/>
              <a:t>多次接觸</a:t>
            </a:r>
            <a:r>
              <a:rPr lang="zh-TW" altLang="en-US" dirty="0"/>
              <a:t>模型</a:t>
            </a:r>
            <a:r>
              <a:rPr dirty="0" err="1"/>
              <a:t>訓練的</a:t>
            </a:r>
            <a:r>
              <a:rPr lang="zh-TW" altLang="en-US" dirty="0"/>
              <a:t>環節</a:t>
            </a:r>
            <a:r>
              <a:rPr dirty="0"/>
              <a:t>，</a:t>
            </a:r>
            <a:r>
              <a:rPr dirty="0" err="1"/>
              <a:t>並通過</a:t>
            </a:r>
            <a:r>
              <a:rPr lang="zh-TW" altLang="en-US" dirty="0"/>
              <a:t>實作加深</a:t>
            </a:r>
            <a:r>
              <a:rPr dirty="0" err="1"/>
              <a:t>理解</a:t>
            </a:r>
            <a:endParaRPr dirty="0"/>
          </a:p>
          <a:p>
            <a:endParaRPr dirty="0"/>
          </a:p>
          <a:p>
            <a:r>
              <a:rPr dirty="0" err="1"/>
              <a:t>主要目標只是讓你了解訓</a:t>
            </a:r>
            <a:r>
              <a:rPr lang="en-US" altLang="zh-TW" dirty="0" err="1"/>
              <a:t>AI</a:t>
            </a:r>
            <a:r>
              <a:rPr lang="zh-TW" altLang="en-US" dirty="0"/>
              <a:t> 模型</a:t>
            </a:r>
            <a:r>
              <a:rPr dirty="0" err="1"/>
              <a:t>練的樣子，我們將在</a:t>
            </a:r>
            <a:r>
              <a:rPr lang="zh-TW" altLang="en-US" dirty="0"/>
              <a:t>後續課程補充</a:t>
            </a:r>
            <a:r>
              <a:rPr dirty="0" err="1"/>
              <a:t>一些細節</a:t>
            </a:r>
            <a:endParaRPr dirty="0"/>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37</a:t>
            </a:fld>
            <a:endParaRPr lang="en-US"/>
          </a:p>
        </p:txBody>
      </p:sp>
    </p:spTree>
    <p:extLst>
      <p:ext uri="{BB962C8B-B14F-4D97-AF65-F5344CB8AC3E}">
        <p14:creationId xmlns:p14="http://schemas.microsoft.com/office/powerpoint/2010/main" val="33462012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r>
              <a:rPr dirty="0" err="1"/>
              <a:t>我們很高興</a:t>
            </a:r>
            <a:r>
              <a:rPr lang="zh-TW" altLang="en-US" dirty="0"/>
              <a:t>你參與這個課程</a:t>
            </a:r>
            <a:r>
              <a:rPr dirty="0"/>
              <a:t>。</a:t>
            </a:r>
            <a:r>
              <a:rPr dirty="0" err="1"/>
              <a:t>讓我們開始吧</a:t>
            </a:r>
            <a:r>
              <a:rPr dirty="0"/>
              <a:t>。</a:t>
            </a:r>
          </a:p>
          <a:p>
            <a:endParaRPr dirty="0"/>
          </a:p>
          <a:p>
            <a:endParaRPr dirty="0"/>
          </a:p>
        </p:txBody>
      </p:sp>
      <p:sp>
        <p:nvSpPr>
          <p:cNvPr id="513" name="Google Shape;513;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fld id="{00000000-1234-1234-1234-123412341234}" type="slidenum">
              <a:rPr kumimoji="0" lang="en-US" sz="1100" b="0" i="0" u="none" strike="noStrike" kern="1200" cap="none" spc="0" normalizeH="0" baseline="0" noProof="0">
                <a:ln>
                  <a:noFill/>
                </a:ln>
                <a:solidFill>
                  <a:prstClr val="black"/>
                </a:solidFill>
                <a:effectLst/>
                <a:uLnTx/>
                <a:uFillTx/>
                <a:latin typeface="Trebuchet MS"/>
                <a:ea typeface="Trebuchet MS"/>
                <a:cs typeface="Trebuchet MS"/>
                <a:sym typeface="Trebuchet MS"/>
              </a:rPr>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t>38</a:t>
            </a:fld>
            <a:endParaRPr kumimoji="0" sz="1100" b="0" i="0" u="none" strike="noStrike" kern="1200" cap="none" spc="0" normalizeH="0" baseline="0" noProof="0">
              <a:ln>
                <a:noFill/>
              </a:ln>
              <a:solidFill>
                <a:prstClr val="black"/>
              </a:solidFill>
              <a:effectLst/>
              <a:uLnTx/>
              <a:uFillTx/>
              <a:latin typeface="Trebuchet MS"/>
              <a:ea typeface="Trebuchet MS"/>
              <a:cs typeface="Trebuchet MS"/>
              <a:sym typeface="Trebuchet M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endParaRPr/>
          </a:p>
          <a:p>
            <a:r>
              <a:t>筆記：</a:t>
            </a:r>
          </a:p>
          <a:p>
            <a:endParaRPr/>
          </a:p>
          <a:p>
            <a:endParaRPr/>
          </a:p>
        </p:txBody>
      </p:sp>
      <p:sp>
        <p:nvSpPr>
          <p:cNvPr id="513" name="Google Shape;513;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fld id="{00000000-1234-1234-1234-123412341234}" type="slidenum">
              <a:rPr kumimoji="0" lang="en-US" sz="1100" b="0" i="0" u="none" strike="noStrike" kern="1200" cap="none" spc="0" normalizeH="0" baseline="0" noProof="0">
                <a:ln>
                  <a:noFill/>
                </a:ln>
                <a:solidFill>
                  <a:prstClr val="black"/>
                </a:solidFill>
                <a:effectLst/>
                <a:uLnTx/>
                <a:uFillTx/>
                <a:latin typeface="Trebuchet MS"/>
                <a:ea typeface="Trebuchet MS"/>
                <a:cs typeface="Trebuchet MS"/>
                <a:sym typeface="Trebuchet MS"/>
              </a:rPr>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t>39</a:t>
            </a:fld>
            <a:endParaRPr kumimoji="0" sz="1100" b="0" i="0" u="none" strike="noStrike" kern="1200" cap="none" spc="0" normalizeH="0" baseline="0" noProof="0">
              <a:ln>
                <a:noFill/>
              </a:ln>
              <a:solidFill>
                <a:prstClr val="black"/>
              </a:solidFill>
              <a:effectLst/>
              <a:uLnTx/>
              <a:uFillTx/>
              <a:latin typeface="Trebuchet MS"/>
              <a:ea typeface="Trebuchet MS"/>
              <a:cs typeface="Trebuchet MS"/>
              <a:sym typeface="Trebuchet MS"/>
            </a:endParaRPr>
          </a:p>
        </p:txBody>
      </p:sp>
    </p:spTree>
    <p:extLst>
      <p:ext uri="{BB962C8B-B14F-4D97-AF65-F5344CB8AC3E}">
        <p14:creationId xmlns:p14="http://schemas.microsoft.com/office/powerpoint/2010/main" val="28432792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emf"/><Relationship Id="rId2" Type="http://schemas.openxmlformats.org/officeDocument/2006/relationships/image" Target="../media/image15.jpe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3.png"/><Relationship Id="rId1" Type="http://schemas.openxmlformats.org/officeDocument/2006/relationships/slideMaster" Target="../slideMasters/slideMaster3.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3.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Add Subtitle/Name/Date</a:t>
            </a:r>
          </a:p>
        </p:txBody>
      </p:sp>
    </p:spTree>
    <p:extLst>
      <p:ext uri="{BB962C8B-B14F-4D97-AF65-F5344CB8AC3E}">
        <p14:creationId xmlns:p14="http://schemas.microsoft.com/office/powerpoint/2010/main" val="1478713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7990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Tree>
    <p:extLst>
      <p:ext uri="{BB962C8B-B14F-4D97-AF65-F5344CB8AC3E}">
        <p14:creationId xmlns:p14="http://schemas.microsoft.com/office/powerpoint/2010/main" val="1039441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53729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84427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8003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9413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690247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58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98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776656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7232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397368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930681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4282953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8561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801177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068062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135586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714430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237050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590059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95906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18591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322413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a:t>
            </a:r>
          </a:p>
        </p:txBody>
      </p:sp>
    </p:spTree>
    <p:extLst>
      <p:ext uri="{BB962C8B-B14F-4D97-AF65-F5344CB8AC3E}">
        <p14:creationId xmlns:p14="http://schemas.microsoft.com/office/powerpoint/2010/main" val="1130100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 of video/demo</a:t>
            </a:r>
          </a:p>
        </p:txBody>
      </p:sp>
    </p:spTree>
    <p:extLst>
      <p:ext uri="{BB962C8B-B14F-4D97-AF65-F5344CB8AC3E}">
        <p14:creationId xmlns:p14="http://schemas.microsoft.com/office/powerpoint/2010/main" val="3390819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a:t>Click to add video</a:t>
            </a:r>
          </a:p>
        </p:txBody>
      </p:sp>
    </p:spTree>
    <p:extLst>
      <p:ext uri="{BB962C8B-B14F-4D97-AF65-F5344CB8AC3E}">
        <p14:creationId xmlns:p14="http://schemas.microsoft.com/office/powerpoint/2010/main" val="2602793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660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47985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Tree>
    <p:extLst>
      <p:ext uri="{BB962C8B-B14F-4D97-AF65-F5344CB8AC3E}">
        <p14:creationId xmlns:p14="http://schemas.microsoft.com/office/powerpoint/2010/main" val="589048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500587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553221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514405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577155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823398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Quote">
    <p:spTree>
      <p:nvGrpSpPr>
        <p:cNvPr id="1" name=""/>
        <p:cNvGrpSpPr/>
        <p:nvPr/>
      </p:nvGrpSpPr>
      <p:grpSpPr>
        <a:xfrm>
          <a:off x="0" y="0"/>
          <a:ext cx="0" cy="0"/>
          <a:chOff x="0" y="0"/>
          <a:chExt cx="0" cy="0"/>
        </a:xfrm>
      </p:grpSpPr>
      <p:pic>
        <p:nvPicPr>
          <p:cNvPr id="3" name="Picture 2" descr="A close up of an object&#10;&#10;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1296913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2" name="Title 1"/>
          <p:cNvSpPr>
            <a:spLocks noGrp="1"/>
          </p:cNvSpPr>
          <p:nvPr>
            <p:ph type="title"/>
          </p:nvPr>
        </p:nvSpPr>
        <p:spPr>
          <a:xfrm>
            <a:off x="16581120" y="14081762"/>
            <a:ext cx="17922240" cy="4579797"/>
          </a:xfrm>
        </p:spPr>
        <p:txBody>
          <a:bodyPr anchor="b"/>
          <a:lstStyle>
            <a:lvl1pPr algn="ctr">
              <a:defRPr sz="11333">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94258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181175"/>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1661162" y="7038872"/>
            <a:ext cx="16483543" cy="12311737"/>
          </a:xfrm>
        </p:spPr>
        <p:txBody>
          <a:bodyPr/>
          <a:lstStyle>
            <a:lvl1pPr marL="772576" indent="-772576">
              <a:buSzPct val="100000"/>
              <a:buFontTx/>
              <a:buBlip>
                <a:blip r:embed="rId2"/>
              </a:buBlip>
              <a:defRPr sz="8000" b="0">
                <a:solidFill>
                  <a:schemeClr val="bg1"/>
                </a:solidFill>
              </a:defRPr>
            </a:lvl1pPr>
            <a:lvl2pPr marL="2677557" indent="-772576">
              <a:buSzPct val="100000"/>
              <a:buFontTx/>
              <a:buBlip>
                <a:blip r:embed="rId2"/>
              </a:buBlip>
              <a:defRPr sz="6667" b="0">
                <a:solidFill>
                  <a:schemeClr val="bg1"/>
                </a:solidFill>
              </a:defRPr>
            </a:lvl2pPr>
            <a:lvl3pPr marL="4185668" indent="-555621">
              <a:buSzPct val="100000"/>
              <a:buFontTx/>
              <a:buBlip>
                <a:blip r:embed="rId2"/>
              </a:buBlip>
              <a:defRPr sz="6000" b="0">
                <a:solidFill>
                  <a:schemeClr val="bg1"/>
                </a:solidFill>
              </a:defRPr>
            </a:lvl3pPr>
            <a:lvl4pPr marL="5916024" indent="-761992">
              <a:buFont typeface="Wingdings" panose="05000000000000000000" pitchFamily="2" charset="2"/>
              <a:buChar char="§"/>
              <a:defRPr sz="6000" b="0">
                <a:solidFill>
                  <a:schemeClr val="tx1"/>
                </a:solidFill>
              </a:defRPr>
            </a:lvl4pPr>
            <a:lvl5pPr marL="7059013" indent="-761992">
              <a:buFont typeface="Wingdings" panose="05000000000000000000" pitchFamily="2" charset="2"/>
              <a:buChar char="§"/>
              <a:defRPr sz="6000" b="0">
                <a:solidFill>
                  <a:schemeClr val="tx1"/>
                </a:solidFill>
              </a:defRPr>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18431300" y="7038872"/>
            <a:ext cx="16483540" cy="12311737"/>
          </a:xfrm>
        </p:spPr>
        <p:txBody>
          <a:bodyPr/>
          <a:lstStyle>
            <a:lvl1pPr marL="772576" indent="-772576">
              <a:buSzPct val="100000"/>
              <a:buFontTx/>
              <a:buBlip>
                <a:blip r:embed="rId2"/>
              </a:buBlip>
              <a:defRPr sz="8000" b="0">
                <a:solidFill>
                  <a:schemeClr val="bg1"/>
                </a:solidFill>
              </a:defRPr>
            </a:lvl1pPr>
            <a:lvl2pPr marL="2677557" indent="-772576">
              <a:buSzPct val="100000"/>
              <a:buFontTx/>
              <a:buBlip>
                <a:blip r:embed="rId2"/>
              </a:buBlip>
              <a:defRPr sz="6667" b="0">
                <a:solidFill>
                  <a:schemeClr val="bg1"/>
                </a:solidFill>
              </a:defRPr>
            </a:lvl2pPr>
            <a:lvl3pPr marL="4185668" indent="-555621">
              <a:buSzPct val="100000"/>
              <a:buFontTx/>
              <a:buBlip>
                <a:blip r:embed="rId2"/>
              </a:buBlip>
              <a:defRPr sz="6000" b="0">
                <a:solidFill>
                  <a:schemeClr val="bg1"/>
                </a:solidFill>
              </a:defRPr>
            </a:lvl3pPr>
            <a:lvl4pPr marL="5916024" indent="-761992">
              <a:buFont typeface="Wingdings" panose="05000000000000000000" pitchFamily="2" charset="2"/>
              <a:buChar char="§"/>
              <a:defRPr sz="6000" b="0">
                <a:solidFill>
                  <a:schemeClr val="tx1"/>
                </a:solidFill>
              </a:defRPr>
            </a:lvl4pPr>
            <a:lvl5pPr marL="7059013" indent="-761992">
              <a:buFont typeface="Wingdings" panose="05000000000000000000" pitchFamily="2" charset="2"/>
              <a:buChar char="§"/>
              <a:defRPr sz="6000" b="0">
                <a:solidFill>
                  <a:schemeClr val="tx1"/>
                </a:solidFill>
              </a:defRPr>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35229"/>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662411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2204088"/>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1706880" y="7010117"/>
            <a:ext cx="33162240" cy="1231252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6000">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240384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237827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10;&#10;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531752" y="14722667"/>
            <a:ext cx="5338650" cy="4328760"/>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29106757" y="15046167"/>
            <a:ext cx="6705600" cy="3681760"/>
          </a:xfrm>
          <a:prstGeom prst="rect">
            <a:avLst/>
          </a:prstGeom>
        </p:spPr>
      </p:pic>
      <p:pic>
        <p:nvPicPr>
          <p:cNvPr id="5" name="Picture 4">
            <a:extLst>
              <a:ext uri="{FF2B5EF4-FFF2-40B4-BE49-F238E27FC236}">
                <a16:creationId xmlns:a16="http://schemas.microsoft.com/office/drawing/2014/main" id="{FFBCAD86-2405-4D4D-933F-0A5EB70C929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6" name="Rectangle 5">
            <a:extLst>
              <a:ext uri="{FF2B5EF4-FFF2-40B4-BE49-F238E27FC236}">
                <a16:creationId xmlns:a16="http://schemas.microsoft.com/office/drawing/2014/main" id="{0F5A7C5E-B5C1-42C1-9871-6BAEBCC696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7" name="Picture 6">
            <a:extLst>
              <a:ext uri="{FF2B5EF4-FFF2-40B4-BE49-F238E27FC236}">
                <a16:creationId xmlns:a16="http://schemas.microsoft.com/office/drawing/2014/main" id="{C27365B3-6993-4A54-9F12-2F9E66E5622F}"/>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944457" y="13008057"/>
            <a:ext cx="10776193" cy="3775813"/>
          </a:xfrm>
          <a:prstGeom prst="rect">
            <a:avLst/>
          </a:prstGeom>
        </p:spPr>
      </p:pic>
      <p:sp>
        <p:nvSpPr>
          <p:cNvPr id="8" name="TextBox 7">
            <a:extLst>
              <a:ext uri="{FF2B5EF4-FFF2-40B4-BE49-F238E27FC236}">
                <a16:creationId xmlns:a16="http://schemas.microsoft.com/office/drawing/2014/main" id="{0C48F27F-B755-4C56-BD8F-4BFBCF2072C0}"/>
              </a:ext>
            </a:extLst>
          </p:cNvPr>
          <p:cNvSpPr txBox="1"/>
          <p:nvPr userDrawn="1"/>
        </p:nvSpPr>
        <p:spPr>
          <a:xfrm>
            <a:off x="1605470" y="17810990"/>
            <a:ext cx="7940764" cy="10157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6667">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551858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742091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767286" indent="-767286">
              <a:buClr>
                <a:schemeClr val="bg2"/>
              </a:buClr>
              <a:buSzPct val="75000"/>
              <a:buFontTx/>
              <a:buBlip>
                <a:blip r:embed="rId2"/>
              </a:buBlip>
              <a:defRPr sz="4667">
                <a:solidFill>
                  <a:schemeClr val="accent4"/>
                </a:solidFill>
              </a:defRPr>
            </a:lvl1pPr>
            <a:lvl2pPr marL="2666973" indent="-761992">
              <a:buClr>
                <a:schemeClr val="bg2"/>
              </a:buClr>
              <a:buSzPct val="75000"/>
              <a:buFontTx/>
              <a:buBlip>
                <a:blip r:embed="rId2"/>
              </a:buBlip>
              <a:defRPr sz="4000">
                <a:solidFill>
                  <a:schemeClr val="accent4"/>
                </a:solidFill>
              </a:defRPr>
            </a:lvl2pPr>
            <a:lvl3pPr marL="4196251" indent="-566204">
              <a:buClr>
                <a:schemeClr val="bg2"/>
              </a:buClr>
              <a:buSzPct val="75000"/>
              <a:buFontTx/>
              <a:buBlip>
                <a:blip r:embed="rId2"/>
              </a:buBlip>
              <a:defRPr sz="3667">
                <a:solidFill>
                  <a:schemeClr val="accent4"/>
                </a:solidFill>
              </a:defRPr>
            </a:lvl3pPr>
            <a:lvl4pPr marL="5916024" indent="-761992">
              <a:buClr>
                <a:schemeClr val="bg2"/>
              </a:buClr>
              <a:buSzPct val="75000"/>
              <a:buFontTx/>
              <a:buBlip>
                <a:blip r:embed="rId2"/>
              </a:buBlip>
              <a:defRPr sz="3333">
                <a:solidFill>
                  <a:schemeClr val="accent4"/>
                </a:solidFill>
                <a:latin typeface="Trebuchet MS" panose="020B0603020202020204" pitchFamily="34" charset="0"/>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892789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
        <p:nvSpPr>
          <p:cNvPr id="7" name="Rectangle 6"/>
          <p:cNvSpPr/>
          <p:nvPr/>
        </p:nvSpPr>
        <p:spPr>
          <a:xfrm>
            <a:off x="560944" y="19252850"/>
            <a:ext cx="9209553" cy="827140"/>
          </a:xfrm>
          <a:prstGeom prst="rect">
            <a:avLst/>
          </a:prstGeom>
          <a:noFill/>
          <a:ln w="25400" cap="flat" cmpd="sng" algn="ctr">
            <a:noFill/>
            <a:prstDash val="solid"/>
          </a:ln>
          <a:effectLst/>
        </p:spPr>
        <p:txBody>
          <a:bodyPr rtlCol="0" anchor="b"/>
          <a:lstStyle/>
          <a:p>
            <a:pPr marL="0" marR="0" lvl="0" indent="0" algn="l" defTabSz="1523985" eaLnBrk="1" fontAlgn="auto" latinLnBrk="0" hangingPunct="1">
              <a:lnSpc>
                <a:spcPct val="90000"/>
              </a:lnSpc>
              <a:spcBef>
                <a:spcPts val="0"/>
              </a:spcBef>
              <a:spcAft>
                <a:spcPts val="0"/>
              </a:spcAft>
              <a:buClrTx/>
              <a:buSzTx/>
              <a:buFontTx/>
              <a:buNone/>
              <a:tabLst/>
              <a:defRPr/>
            </a:pPr>
            <a:r>
              <a:rPr lang="en-US" sz="2333"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3121741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06880" y="7010119"/>
            <a:ext cx="33207960" cy="11826523"/>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4000">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403034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1730774" y="5995302"/>
            <a:ext cx="14014673"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30772" y="10238598"/>
            <a:ext cx="13976137"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730774" y="7827992"/>
            <a:ext cx="14014673"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
        <p:nvSpPr>
          <p:cNvPr id="6" name="Rectangle 5">
            <a:extLst>
              <a:ext uri="{FF2B5EF4-FFF2-40B4-BE49-F238E27FC236}">
                <a16:creationId xmlns:a16="http://schemas.microsoft.com/office/drawing/2014/main" id="{98D23AA5-3D93-4246-95A5-967E7F290DA8}"/>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1592092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16611600" y="5995302"/>
            <a:ext cx="18135600"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6611600" y="9723122"/>
            <a:ext cx="18105120"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0" y="7894322"/>
            <a:ext cx="18135600"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964457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3" name="Rectangle 2">
            <a:extLst>
              <a:ext uri="{FF2B5EF4-FFF2-40B4-BE49-F238E27FC236}">
                <a16:creationId xmlns:a16="http://schemas.microsoft.com/office/drawing/2014/main" id="{4004F761-BE48-4702-BEC5-8CAB26707521}"/>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622701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2" y="0"/>
            <a:ext cx="35758243" cy="18836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5" name="Rectangle 4">
            <a:extLst>
              <a:ext uri="{FF2B5EF4-FFF2-40B4-BE49-F238E27FC236}">
                <a16:creationId xmlns:a16="http://schemas.microsoft.com/office/drawing/2014/main" id="{914CD786-94BE-4143-9A88-13BA5382B93B}"/>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496609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2" name="Title 1"/>
          <p:cNvSpPr>
            <a:spLocks noGrp="1"/>
          </p:cNvSpPr>
          <p:nvPr>
            <p:ph type="title"/>
          </p:nvPr>
        </p:nvSpPr>
        <p:spPr>
          <a:xfrm>
            <a:off x="16581120" y="14081762"/>
            <a:ext cx="17922240" cy="4579797"/>
          </a:xfrm>
        </p:spPr>
        <p:txBody>
          <a:bodyPr anchor="b"/>
          <a:lstStyle>
            <a:lvl1pPr algn="ctr">
              <a:defRPr sz="11333">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9017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4424358" y="-1349553"/>
            <a:ext cx="45422230" cy="23277753"/>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userDrawn="1"/>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userDrawn="1"/>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 name="Freeform 16">
              <a:extLst>
                <a:ext uri="{FF2B5EF4-FFF2-40B4-BE49-F238E27FC236}">
                  <a16:creationId xmlns:a16="http://schemas.microsoft.com/office/drawing/2014/main" id="{4856087B-5738-47BA-B257-0AE16578FE0D}"/>
                </a:ext>
              </a:extLst>
            </p:cNvPr>
            <p:cNvSpPr>
              <a:spLocks noEditPoints="1"/>
            </p:cNvSpPr>
            <p:nvPr userDrawn="1"/>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 name="Freeform 16">
              <a:extLst>
                <a:ext uri="{FF2B5EF4-FFF2-40B4-BE49-F238E27FC236}">
                  <a16:creationId xmlns:a16="http://schemas.microsoft.com/office/drawing/2014/main" id="{30EA3BC0-CA75-4A9F-844C-9DF7651395F9}"/>
                </a:ext>
              </a:extLst>
            </p:cNvPr>
            <p:cNvSpPr>
              <a:spLocks noEditPoints="1"/>
            </p:cNvSpPr>
            <p:nvPr userDrawn="1"/>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 name="Freeform 16">
              <a:extLst>
                <a:ext uri="{FF2B5EF4-FFF2-40B4-BE49-F238E27FC236}">
                  <a16:creationId xmlns:a16="http://schemas.microsoft.com/office/drawing/2014/main" id="{09D9D0DC-416F-4D02-AE51-DC94179FE30F}"/>
                </a:ext>
              </a:extLst>
            </p:cNvPr>
            <p:cNvSpPr>
              <a:spLocks noEditPoints="1"/>
            </p:cNvSpPr>
            <p:nvPr userDrawn="1"/>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 name="Freeform 16">
              <a:extLst>
                <a:ext uri="{FF2B5EF4-FFF2-40B4-BE49-F238E27FC236}">
                  <a16:creationId xmlns:a16="http://schemas.microsoft.com/office/drawing/2014/main" id="{B3F11494-DD54-4DA3-999D-60884617ABD4}"/>
                </a:ext>
              </a:extLst>
            </p:cNvPr>
            <p:cNvSpPr>
              <a:spLocks noEditPoints="1"/>
            </p:cNvSpPr>
            <p:nvPr userDrawn="1"/>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 name="Freeform 16">
              <a:extLst>
                <a:ext uri="{FF2B5EF4-FFF2-40B4-BE49-F238E27FC236}">
                  <a16:creationId xmlns:a16="http://schemas.microsoft.com/office/drawing/2014/main" id="{B8DA5A4A-C129-4A6A-8590-D776A55A56C4}"/>
                </a:ext>
              </a:extLst>
            </p:cNvPr>
            <p:cNvSpPr>
              <a:spLocks noEditPoints="1"/>
            </p:cNvSpPr>
            <p:nvPr userDrawn="1"/>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 name="Freeform 16">
              <a:extLst>
                <a:ext uri="{FF2B5EF4-FFF2-40B4-BE49-F238E27FC236}">
                  <a16:creationId xmlns:a16="http://schemas.microsoft.com/office/drawing/2014/main" id="{AA72853C-EBAC-4426-B8F7-4D7FF7CE7610}"/>
                </a:ext>
              </a:extLst>
            </p:cNvPr>
            <p:cNvSpPr>
              <a:spLocks noEditPoints="1"/>
            </p:cNvSpPr>
            <p:nvPr userDrawn="1"/>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 name="Freeform 16">
              <a:extLst>
                <a:ext uri="{FF2B5EF4-FFF2-40B4-BE49-F238E27FC236}">
                  <a16:creationId xmlns:a16="http://schemas.microsoft.com/office/drawing/2014/main" id="{0AA148D7-A843-4289-9E59-D4B56EBE964F}"/>
                </a:ext>
              </a:extLst>
            </p:cNvPr>
            <p:cNvSpPr>
              <a:spLocks noEditPoints="1"/>
            </p:cNvSpPr>
            <p:nvPr userDrawn="1"/>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 name="Freeform 16">
              <a:extLst>
                <a:ext uri="{FF2B5EF4-FFF2-40B4-BE49-F238E27FC236}">
                  <a16:creationId xmlns:a16="http://schemas.microsoft.com/office/drawing/2014/main" id="{3DFDAB2E-4FBE-4EA1-9068-98D2A1969CAD}"/>
                </a:ext>
              </a:extLst>
            </p:cNvPr>
            <p:cNvSpPr>
              <a:spLocks noEditPoints="1"/>
            </p:cNvSpPr>
            <p:nvPr userDrawn="1"/>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 name="Freeform 16">
              <a:extLst>
                <a:ext uri="{FF2B5EF4-FFF2-40B4-BE49-F238E27FC236}">
                  <a16:creationId xmlns:a16="http://schemas.microsoft.com/office/drawing/2014/main" id="{1CB7337C-1F1B-4024-8C1B-114529041011}"/>
                </a:ext>
              </a:extLst>
            </p:cNvPr>
            <p:cNvSpPr>
              <a:spLocks noEditPoints="1"/>
            </p:cNvSpPr>
            <p:nvPr userDrawn="1"/>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 name="Freeform 16">
              <a:extLst>
                <a:ext uri="{FF2B5EF4-FFF2-40B4-BE49-F238E27FC236}">
                  <a16:creationId xmlns:a16="http://schemas.microsoft.com/office/drawing/2014/main" id="{3AC71E65-025E-4CD8-9C62-5C672876AB2A}"/>
                </a:ext>
              </a:extLst>
            </p:cNvPr>
            <p:cNvSpPr>
              <a:spLocks noEditPoints="1"/>
            </p:cNvSpPr>
            <p:nvPr userDrawn="1"/>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 name="Freeform 16">
              <a:extLst>
                <a:ext uri="{FF2B5EF4-FFF2-40B4-BE49-F238E27FC236}">
                  <a16:creationId xmlns:a16="http://schemas.microsoft.com/office/drawing/2014/main" id="{CC69994B-2A96-4E6B-90E0-7C6012E4388B}"/>
                </a:ext>
              </a:extLst>
            </p:cNvPr>
            <p:cNvSpPr>
              <a:spLocks noEditPoints="1"/>
            </p:cNvSpPr>
            <p:nvPr userDrawn="1"/>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 name="Freeform 16">
              <a:extLst>
                <a:ext uri="{FF2B5EF4-FFF2-40B4-BE49-F238E27FC236}">
                  <a16:creationId xmlns:a16="http://schemas.microsoft.com/office/drawing/2014/main" id="{95DA46AF-2C01-438F-ABE1-131B508F707C}"/>
                </a:ext>
              </a:extLst>
            </p:cNvPr>
            <p:cNvSpPr>
              <a:spLocks noEditPoints="1"/>
            </p:cNvSpPr>
            <p:nvPr userDrawn="1"/>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 name="Freeform 16">
              <a:extLst>
                <a:ext uri="{FF2B5EF4-FFF2-40B4-BE49-F238E27FC236}">
                  <a16:creationId xmlns:a16="http://schemas.microsoft.com/office/drawing/2014/main" id="{AD1F7F7D-46C6-41FC-9A05-60CDDDABC9B8}"/>
                </a:ext>
              </a:extLst>
            </p:cNvPr>
            <p:cNvSpPr>
              <a:spLocks noEditPoints="1"/>
            </p:cNvSpPr>
            <p:nvPr userDrawn="1"/>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 name="Freeform 16">
              <a:extLst>
                <a:ext uri="{FF2B5EF4-FFF2-40B4-BE49-F238E27FC236}">
                  <a16:creationId xmlns:a16="http://schemas.microsoft.com/office/drawing/2014/main" id="{E6044945-DD35-4A1F-B666-67B79DB3B9E2}"/>
                </a:ext>
              </a:extLst>
            </p:cNvPr>
            <p:cNvSpPr>
              <a:spLocks noEditPoints="1"/>
            </p:cNvSpPr>
            <p:nvPr userDrawn="1"/>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 name="Freeform 16">
              <a:extLst>
                <a:ext uri="{FF2B5EF4-FFF2-40B4-BE49-F238E27FC236}">
                  <a16:creationId xmlns:a16="http://schemas.microsoft.com/office/drawing/2014/main" id="{B6707B12-7E15-44BA-A75C-D231A0BD9DDF}"/>
                </a:ext>
              </a:extLst>
            </p:cNvPr>
            <p:cNvSpPr>
              <a:spLocks noEditPoints="1"/>
            </p:cNvSpPr>
            <p:nvPr userDrawn="1"/>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 name="Freeform 16">
              <a:extLst>
                <a:ext uri="{FF2B5EF4-FFF2-40B4-BE49-F238E27FC236}">
                  <a16:creationId xmlns:a16="http://schemas.microsoft.com/office/drawing/2014/main" id="{C9CA6F74-E612-4E07-826D-3714EA654BEB}"/>
                </a:ext>
              </a:extLst>
            </p:cNvPr>
            <p:cNvSpPr>
              <a:spLocks noEditPoints="1"/>
            </p:cNvSpPr>
            <p:nvPr userDrawn="1"/>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7" name="Freeform 16">
              <a:extLst>
                <a:ext uri="{FF2B5EF4-FFF2-40B4-BE49-F238E27FC236}">
                  <a16:creationId xmlns:a16="http://schemas.microsoft.com/office/drawing/2014/main" id="{9C232950-AF88-4D8C-98A2-58E2906C02B8}"/>
                </a:ext>
              </a:extLst>
            </p:cNvPr>
            <p:cNvSpPr>
              <a:spLocks noEditPoints="1"/>
            </p:cNvSpPr>
            <p:nvPr userDrawn="1"/>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8" name="Freeform 16">
              <a:extLst>
                <a:ext uri="{FF2B5EF4-FFF2-40B4-BE49-F238E27FC236}">
                  <a16:creationId xmlns:a16="http://schemas.microsoft.com/office/drawing/2014/main" id="{577A18B0-195A-44F8-8045-DEE9F4805CFE}"/>
                </a:ext>
              </a:extLst>
            </p:cNvPr>
            <p:cNvSpPr>
              <a:spLocks noEditPoints="1"/>
            </p:cNvSpPr>
            <p:nvPr userDrawn="1"/>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9" name="Freeform 16">
              <a:extLst>
                <a:ext uri="{FF2B5EF4-FFF2-40B4-BE49-F238E27FC236}">
                  <a16:creationId xmlns:a16="http://schemas.microsoft.com/office/drawing/2014/main" id="{C57DA582-5E40-4087-915C-A8AFB763CE7F}"/>
                </a:ext>
              </a:extLst>
            </p:cNvPr>
            <p:cNvSpPr>
              <a:spLocks noEditPoints="1"/>
            </p:cNvSpPr>
            <p:nvPr userDrawn="1"/>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0" name="Freeform 16">
              <a:extLst>
                <a:ext uri="{FF2B5EF4-FFF2-40B4-BE49-F238E27FC236}">
                  <a16:creationId xmlns:a16="http://schemas.microsoft.com/office/drawing/2014/main" id="{6B9446B2-AA95-41F1-8CE9-9C293FF2FFB9}"/>
                </a:ext>
              </a:extLst>
            </p:cNvPr>
            <p:cNvSpPr>
              <a:spLocks noEditPoints="1"/>
            </p:cNvSpPr>
            <p:nvPr userDrawn="1"/>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1" name="Freeform 16">
              <a:extLst>
                <a:ext uri="{FF2B5EF4-FFF2-40B4-BE49-F238E27FC236}">
                  <a16:creationId xmlns:a16="http://schemas.microsoft.com/office/drawing/2014/main" id="{09C2F6DB-63BE-4BEF-BD50-8E85A06AF348}"/>
                </a:ext>
              </a:extLst>
            </p:cNvPr>
            <p:cNvSpPr>
              <a:spLocks noEditPoints="1"/>
            </p:cNvSpPr>
            <p:nvPr userDrawn="1"/>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2" name="Freeform 16">
              <a:extLst>
                <a:ext uri="{FF2B5EF4-FFF2-40B4-BE49-F238E27FC236}">
                  <a16:creationId xmlns:a16="http://schemas.microsoft.com/office/drawing/2014/main" id="{AB269B44-FFE3-44F5-9547-2D6656916371}"/>
                </a:ext>
              </a:extLst>
            </p:cNvPr>
            <p:cNvSpPr>
              <a:spLocks noEditPoints="1"/>
            </p:cNvSpPr>
            <p:nvPr userDrawn="1"/>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3" name="Freeform 16">
              <a:extLst>
                <a:ext uri="{FF2B5EF4-FFF2-40B4-BE49-F238E27FC236}">
                  <a16:creationId xmlns:a16="http://schemas.microsoft.com/office/drawing/2014/main" id="{D7B33E0B-D54D-4AD0-93EB-2D85D95AA705}"/>
                </a:ext>
              </a:extLst>
            </p:cNvPr>
            <p:cNvSpPr>
              <a:spLocks noEditPoints="1"/>
            </p:cNvSpPr>
            <p:nvPr userDrawn="1"/>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4" name="Freeform 16">
              <a:extLst>
                <a:ext uri="{FF2B5EF4-FFF2-40B4-BE49-F238E27FC236}">
                  <a16:creationId xmlns:a16="http://schemas.microsoft.com/office/drawing/2014/main" id="{C82CDED5-DC3C-4291-8FB5-4FBECACC0932}"/>
                </a:ext>
              </a:extLst>
            </p:cNvPr>
            <p:cNvSpPr>
              <a:spLocks noEditPoints="1"/>
            </p:cNvSpPr>
            <p:nvPr userDrawn="1"/>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5" name="Freeform 16">
              <a:extLst>
                <a:ext uri="{FF2B5EF4-FFF2-40B4-BE49-F238E27FC236}">
                  <a16:creationId xmlns:a16="http://schemas.microsoft.com/office/drawing/2014/main" id="{38B0CFAC-4CC8-4BD7-9602-D3F62B41114E}"/>
                </a:ext>
              </a:extLst>
            </p:cNvPr>
            <p:cNvSpPr>
              <a:spLocks noEditPoints="1"/>
            </p:cNvSpPr>
            <p:nvPr userDrawn="1"/>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6" name="Freeform 16">
              <a:extLst>
                <a:ext uri="{FF2B5EF4-FFF2-40B4-BE49-F238E27FC236}">
                  <a16:creationId xmlns:a16="http://schemas.microsoft.com/office/drawing/2014/main" id="{9D7BB7E2-49CE-405B-BBC3-0D3235E735E9}"/>
                </a:ext>
              </a:extLst>
            </p:cNvPr>
            <p:cNvSpPr>
              <a:spLocks noEditPoints="1"/>
            </p:cNvSpPr>
            <p:nvPr userDrawn="1"/>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7" name="Freeform 16">
              <a:extLst>
                <a:ext uri="{FF2B5EF4-FFF2-40B4-BE49-F238E27FC236}">
                  <a16:creationId xmlns:a16="http://schemas.microsoft.com/office/drawing/2014/main" id="{D724979D-D321-46A4-8BFB-4BE56A78EDC3}"/>
                </a:ext>
              </a:extLst>
            </p:cNvPr>
            <p:cNvSpPr>
              <a:spLocks noEditPoints="1"/>
            </p:cNvSpPr>
            <p:nvPr userDrawn="1"/>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8" name="Freeform 16">
              <a:extLst>
                <a:ext uri="{FF2B5EF4-FFF2-40B4-BE49-F238E27FC236}">
                  <a16:creationId xmlns:a16="http://schemas.microsoft.com/office/drawing/2014/main" id="{A90ECEE1-1C0E-48A4-8212-4FDF80E34007}"/>
                </a:ext>
              </a:extLst>
            </p:cNvPr>
            <p:cNvSpPr>
              <a:spLocks noEditPoints="1"/>
            </p:cNvSpPr>
            <p:nvPr userDrawn="1"/>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9" name="Freeform 16">
              <a:extLst>
                <a:ext uri="{FF2B5EF4-FFF2-40B4-BE49-F238E27FC236}">
                  <a16:creationId xmlns:a16="http://schemas.microsoft.com/office/drawing/2014/main" id="{6A4F312E-AC0E-438F-85DE-734894B59F55}"/>
                </a:ext>
              </a:extLst>
            </p:cNvPr>
            <p:cNvSpPr>
              <a:spLocks noEditPoints="1"/>
            </p:cNvSpPr>
            <p:nvPr userDrawn="1"/>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0" name="Freeform 16">
              <a:extLst>
                <a:ext uri="{FF2B5EF4-FFF2-40B4-BE49-F238E27FC236}">
                  <a16:creationId xmlns:a16="http://schemas.microsoft.com/office/drawing/2014/main" id="{1143C46B-BB0E-42E1-91DB-CF7866DEF0A7}"/>
                </a:ext>
              </a:extLst>
            </p:cNvPr>
            <p:cNvSpPr>
              <a:spLocks noEditPoints="1"/>
            </p:cNvSpPr>
            <p:nvPr userDrawn="1"/>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1" name="Freeform 16">
              <a:extLst>
                <a:ext uri="{FF2B5EF4-FFF2-40B4-BE49-F238E27FC236}">
                  <a16:creationId xmlns:a16="http://schemas.microsoft.com/office/drawing/2014/main" id="{8789D5ED-08F4-45B7-96D5-9DB37E826F7A}"/>
                </a:ext>
              </a:extLst>
            </p:cNvPr>
            <p:cNvSpPr>
              <a:spLocks noEditPoints="1"/>
            </p:cNvSpPr>
            <p:nvPr userDrawn="1"/>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2" name="Freeform 16">
              <a:extLst>
                <a:ext uri="{FF2B5EF4-FFF2-40B4-BE49-F238E27FC236}">
                  <a16:creationId xmlns:a16="http://schemas.microsoft.com/office/drawing/2014/main" id="{C71D4383-262D-49BE-8F2A-35EABE4CA514}"/>
                </a:ext>
              </a:extLst>
            </p:cNvPr>
            <p:cNvSpPr>
              <a:spLocks noEditPoints="1"/>
            </p:cNvSpPr>
            <p:nvPr userDrawn="1"/>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3" name="Freeform 16">
              <a:extLst>
                <a:ext uri="{FF2B5EF4-FFF2-40B4-BE49-F238E27FC236}">
                  <a16:creationId xmlns:a16="http://schemas.microsoft.com/office/drawing/2014/main" id="{B2D051A4-B41D-49C5-BCBA-B200CE92746B}"/>
                </a:ext>
              </a:extLst>
            </p:cNvPr>
            <p:cNvSpPr>
              <a:spLocks noEditPoints="1"/>
            </p:cNvSpPr>
            <p:nvPr userDrawn="1"/>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4" name="Freeform 16">
              <a:extLst>
                <a:ext uri="{FF2B5EF4-FFF2-40B4-BE49-F238E27FC236}">
                  <a16:creationId xmlns:a16="http://schemas.microsoft.com/office/drawing/2014/main" id="{EA204CAE-8CAD-4182-AFDF-6D71A5318AFE}"/>
                </a:ext>
              </a:extLst>
            </p:cNvPr>
            <p:cNvSpPr>
              <a:spLocks noEditPoints="1"/>
            </p:cNvSpPr>
            <p:nvPr userDrawn="1"/>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5" name="Freeform 16">
              <a:extLst>
                <a:ext uri="{FF2B5EF4-FFF2-40B4-BE49-F238E27FC236}">
                  <a16:creationId xmlns:a16="http://schemas.microsoft.com/office/drawing/2014/main" id="{F2D419D0-1198-497F-8FCB-0E4E01ABEB55}"/>
                </a:ext>
              </a:extLst>
            </p:cNvPr>
            <p:cNvSpPr>
              <a:spLocks noEditPoints="1"/>
            </p:cNvSpPr>
            <p:nvPr userDrawn="1"/>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6" name="Freeform 16">
              <a:extLst>
                <a:ext uri="{FF2B5EF4-FFF2-40B4-BE49-F238E27FC236}">
                  <a16:creationId xmlns:a16="http://schemas.microsoft.com/office/drawing/2014/main" id="{42DA3B58-E508-46A3-B351-BFD7A44A3407}"/>
                </a:ext>
              </a:extLst>
            </p:cNvPr>
            <p:cNvSpPr>
              <a:spLocks noEditPoints="1"/>
            </p:cNvSpPr>
            <p:nvPr userDrawn="1"/>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7" name="Freeform 16">
              <a:extLst>
                <a:ext uri="{FF2B5EF4-FFF2-40B4-BE49-F238E27FC236}">
                  <a16:creationId xmlns:a16="http://schemas.microsoft.com/office/drawing/2014/main" id="{E56F4597-4576-4F1D-9E8B-57D61B7AF97B}"/>
                </a:ext>
              </a:extLst>
            </p:cNvPr>
            <p:cNvSpPr>
              <a:spLocks noEditPoints="1"/>
            </p:cNvSpPr>
            <p:nvPr userDrawn="1"/>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8" name="Freeform 16">
              <a:extLst>
                <a:ext uri="{FF2B5EF4-FFF2-40B4-BE49-F238E27FC236}">
                  <a16:creationId xmlns:a16="http://schemas.microsoft.com/office/drawing/2014/main" id="{C16A7CB5-E8F5-43EC-B4DA-8367563CBA22}"/>
                </a:ext>
              </a:extLst>
            </p:cNvPr>
            <p:cNvSpPr>
              <a:spLocks noEditPoints="1"/>
            </p:cNvSpPr>
            <p:nvPr userDrawn="1"/>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9" name="Freeform 16">
              <a:extLst>
                <a:ext uri="{FF2B5EF4-FFF2-40B4-BE49-F238E27FC236}">
                  <a16:creationId xmlns:a16="http://schemas.microsoft.com/office/drawing/2014/main" id="{B63EEF7E-F8C7-40A7-9EC5-7A2377B3E9AD}"/>
                </a:ext>
              </a:extLst>
            </p:cNvPr>
            <p:cNvSpPr>
              <a:spLocks noEditPoints="1"/>
            </p:cNvSpPr>
            <p:nvPr userDrawn="1"/>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0" name="Freeform 16">
              <a:extLst>
                <a:ext uri="{FF2B5EF4-FFF2-40B4-BE49-F238E27FC236}">
                  <a16:creationId xmlns:a16="http://schemas.microsoft.com/office/drawing/2014/main" id="{18561612-6FBC-464D-9063-754B5DF158DD}"/>
                </a:ext>
              </a:extLst>
            </p:cNvPr>
            <p:cNvSpPr>
              <a:spLocks noEditPoints="1"/>
            </p:cNvSpPr>
            <p:nvPr userDrawn="1"/>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1" name="Freeform 16">
              <a:extLst>
                <a:ext uri="{FF2B5EF4-FFF2-40B4-BE49-F238E27FC236}">
                  <a16:creationId xmlns:a16="http://schemas.microsoft.com/office/drawing/2014/main" id="{9FB80B49-CDD0-491F-B397-AF746CB74515}"/>
                </a:ext>
              </a:extLst>
            </p:cNvPr>
            <p:cNvSpPr>
              <a:spLocks noEditPoints="1"/>
            </p:cNvSpPr>
            <p:nvPr userDrawn="1"/>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2" name="Freeform 16">
              <a:extLst>
                <a:ext uri="{FF2B5EF4-FFF2-40B4-BE49-F238E27FC236}">
                  <a16:creationId xmlns:a16="http://schemas.microsoft.com/office/drawing/2014/main" id="{F04631F3-C493-4A64-AAFD-4686A560F6A4}"/>
                </a:ext>
              </a:extLst>
            </p:cNvPr>
            <p:cNvSpPr>
              <a:spLocks noEditPoints="1"/>
            </p:cNvSpPr>
            <p:nvPr userDrawn="1"/>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3" name="Freeform 16">
              <a:extLst>
                <a:ext uri="{FF2B5EF4-FFF2-40B4-BE49-F238E27FC236}">
                  <a16:creationId xmlns:a16="http://schemas.microsoft.com/office/drawing/2014/main" id="{A457E3A0-7D3B-4D8D-909F-FA0F06B944BC}"/>
                </a:ext>
              </a:extLst>
            </p:cNvPr>
            <p:cNvSpPr>
              <a:spLocks noEditPoints="1"/>
            </p:cNvSpPr>
            <p:nvPr userDrawn="1"/>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4" name="Freeform 16">
              <a:extLst>
                <a:ext uri="{FF2B5EF4-FFF2-40B4-BE49-F238E27FC236}">
                  <a16:creationId xmlns:a16="http://schemas.microsoft.com/office/drawing/2014/main" id="{D8E8EADD-8531-47CC-A9F2-A5B20F7DA151}"/>
                </a:ext>
              </a:extLst>
            </p:cNvPr>
            <p:cNvSpPr>
              <a:spLocks noEditPoints="1"/>
            </p:cNvSpPr>
            <p:nvPr userDrawn="1"/>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5" name="Freeform 16">
              <a:extLst>
                <a:ext uri="{FF2B5EF4-FFF2-40B4-BE49-F238E27FC236}">
                  <a16:creationId xmlns:a16="http://schemas.microsoft.com/office/drawing/2014/main" id="{24D2EADF-B7B9-4986-AEDB-A2D41F636C1C}"/>
                </a:ext>
              </a:extLst>
            </p:cNvPr>
            <p:cNvSpPr>
              <a:spLocks noEditPoints="1"/>
            </p:cNvSpPr>
            <p:nvPr userDrawn="1"/>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6" name="Freeform 16">
              <a:extLst>
                <a:ext uri="{FF2B5EF4-FFF2-40B4-BE49-F238E27FC236}">
                  <a16:creationId xmlns:a16="http://schemas.microsoft.com/office/drawing/2014/main" id="{0683D26A-EB07-4380-8914-B6AECFE4BF3D}"/>
                </a:ext>
              </a:extLst>
            </p:cNvPr>
            <p:cNvSpPr>
              <a:spLocks noEditPoints="1"/>
            </p:cNvSpPr>
            <p:nvPr userDrawn="1"/>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7" name="Freeform 16">
              <a:extLst>
                <a:ext uri="{FF2B5EF4-FFF2-40B4-BE49-F238E27FC236}">
                  <a16:creationId xmlns:a16="http://schemas.microsoft.com/office/drawing/2014/main" id="{78C3AD2F-A184-4332-ADCE-E7FEDE7BA62B}"/>
                </a:ext>
              </a:extLst>
            </p:cNvPr>
            <p:cNvSpPr>
              <a:spLocks noEditPoints="1"/>
            </p:cNvSpPr>
            <p:nvPr userDrawn="1"/>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8" name="Freeform 16">
              <a:extLst>
                <a:ext uri="{FF2B5EF4-FFF2-40B4-BE49-F238E27FC236}">
                  <a16:creationId xmlns:a16="http://schemas.microsoft.com/office/drawing/2014/main" id="{01ACBB54-13C8-4052-B203-3996848511D8}"/>
                </a:ext>
              </a:extLst>
            </p:cNvPr>
            <p:cNvSpPr>
              <a:spLocks noEditPoints="1"/>
            </p:cNvSpPr>
            <p:nvPr userDrawn="1"/>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9" name="Freeform 16">
              <a:extLst>
                <a:ext uri="{FF2B5EF4-FFF2-40B4-BE49-F238E27FC236}">
                  <a16:creationId xmlns:a16="http://schemas.microsoft.com/office/drawing/2014/main" id="{892B4C18-A783-475D-8EEF-F11FBA1A3271}"/>
                </a:ext>
              </a:extLst>
            </p:cNvPr>
            <p:cNvSpPr>
              <a:spLocks noEditPoints="1"/>
            </p:cNvSpPr>
            <p:nvPr userDrawn="1"/>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0" name="Freeform 16">
              <a:extLst>
                <a:ext uri="{FF2B5EF4-FFF2-40B4-BE49-F238E27FC236}">
                  <a16:creationId xmlns:a16="http://schemas.microsoft.com/office/drawing/2014/main" id="{A62353FE-8604-486E-9560-78C474AC8F4C}"/>
                </a:ext>
              </a:extLst>
            </p:cNvPr>
            <p:cNvSpPr>
              <a:spLocks noEditPoints="1"/>
            </p:cNvSpPr>
            <p:nvPr userDrawn="1"/>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1" name="Freeform 16">
              <a:extLst>
                <a:ext uri="{FF2B5EF4-FFF2-40B4-BE49-F238E27FC236}">
                  <a16:creationId xmlns:a16="http://schemas.microsoft.com/office/drawing/2014/main" id="{4A5FC7DA-BB86-43EB-AC23-48D1752A6A68}"/>
                </a:ext>
              </a:extLst>
            </p:cNvPr>
            <p:cNvSpPr>
              <a:spLocks noEditPoints="1"/>
            </p:cNvSpPr>
            <p:nvPr userDrawn="1"/>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2" name="Freeform 16">
              <a:extLst>
                <a:ext uri="{FF2B5EF4-FFF2-40B4-BE49-F238E27FC236}">
                  <a16:creationId xmlns:a16="http://schemas.microsoft.com/office/drawing/2014/main" id="{57B12D9F-3BBD-4FAF-A8AB-5C3268032924}"/>
                </a:ext>
              </a:extLst>
            </p:cNvPr>
            <p:cNvSpPr>
              <a:spLocks noEditPoints="1"/>
            </p:cNvSpPr>
            <p:nvPr userDrawn="1"/>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3" name="Freeform 16">
              <a:extLst>
                <a:ext uri="{FF2B5EF4-FFF2-40B4-BE49-F238E27FC236}">
                  <a16:creationId xmlns:a16="http://schemas.microsoft.com/office/drawing/2014/main" id="{B7B50CA6-941B-4F77-891D-BA2C28D0CABB}"/>
                </a:ext>
              </a:extLst>
            </p:cNvPr>
            <p:cNvSpPr>
              <a:spLocks noEditPoints="1"/>
            </p:cNvSpPr>
            <p:nvPr userDrawn="1"/>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4" name="Freeform 16">
              <a:extLst>
                <a:ext uri="{FF2B5EF4-FFF2-40B4-BE49-F238E27FC236}">
                  <a16:creationId xmlns:a16="http://schemas.microsoft.com/office/drawing/2014/main" id="{0194FC04-B2A1-4C52-B275-3D32DD41DDB9}"/>
                </a:ext>
              </a:extLst>
            </p:cNvPr>
            <p:cNvSpPr>
              <a:spLocks noEditPoints="1"/>
            </p:cNvSpPr>
            <p:nvPr userDrawn="1"/>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5" name="Freeform 16">
              <a:extLst>
                <a:ext uri="{FF2B5EF4-FFF2-40B4-BE49-F238E27FC236}">
                  <a16:creationId xmlns:a16="http://schemas.microsoft.com/office/drawing/2014/main" id="{3055B924-F529-4C4C-A7F1-F0D1B50A73A8}"/>
                </a:ext>
              </a:extLst>
            </p:cNvPr>
            <p:cNvSpPr>
              <a:spLocks noEditPoints="1"/>
            </p:cNvSpPr>
            <p:nvPr userDrawn="1"/>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6" name="Freeform 16">
              <a:extLst>
                <a:ext uri="{FF2B5EF4-FFF2-40B4-BE49-F238E27FC236}">
                  <a16:creationId xmlns:a16="http://schemas.microsoft.com/office/drawing/2014/main" id="{1DCBE022-831C-4DEF-8567-F73AB476C6EB}"/>
                </a:ext>
              </a:extLst>
            </p:cNvPr>
            <p:cNvSpPr>
              <a:spLocks noEditPoints="1"/>
            </p:cNvSpPr>
            <p:nvPr userDrawn="1"/>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7" name="Freeform 16">
              <a:extLst>
                <a:ext uri="{FF2B5EF4-FFF2-40B4-BE49-F238E27FC236}">
                  <a16:creationId xmlns:a16="http://schemas.microsoft.com/office/drawing/2014/main" id="{4677A0E0-1BE9-4AD9-8081-3970B6DE7614}"/>
                </a:ext>
              </a:extLst>
            </p:cNvPr>
            <p:cNvSpPr>
              <a:spLocks noEditPoints="1"/>
            </p:cNvSpPr>
            <p:nvPr userDrawn="1"/>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8" name="Freeform 16">
              <a:extLst>
                <a:ext uri="{FF2B5EF4-FFF2-40B4-BE49-F238E27FC236}">
                  <a16:creationId xmlns:a16="http://schemas.microsoft.com/office/drawing/2014/main" id="{5056D7AA-7E9E-4019-92DE-9258C7BADCAC}"/>
                </a:ext>
              </a:extLst>
            </p:cNvPr>
            <p:cNvSpPr>
              <a:spLocks noEditPoints="1"/>
            </p:cNvSpPr>
            <p:nvPr userDrawn="1"/>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9" name="Freeform 16">
              <a:extLst>
                <a:ext uri="{FF2B5EF4-FFF2-40B4-BE49-F238E27FC236}">
                  <a16:creationId xmlns:a16="http://schemas.microsoft.com/office/drawing/2014/main" id="{B52F2FF3-8B1D-4A44-8280-D43163EC0C72}"/>
                </a:ext>
              </a:extLst>
            </p:cNvPr>
            <p:cNvSpPr>
              <a:spLocks noEditPoints="1"/>
            </p:cNvSpPr>
            <p:nvPr userDrawn="1"/>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0" name="Freeform 16">
              <a:extLst>
                <a:ext uri="{FF2B5EF4-FFF2-40B4-BE49-F238E27FC236}">
                  <a16:creationId xmlns:a16="http://schemas.microsoft.com/office/drawing/2014/main" id="{8B2B15A4-341E-44E2-AA50-1BF44E938792}"/>
                </a:ext>
              </a:extLst>
            </p:cNvPr>
            <p:cNvSpPr>
              <a:spLocks noEditPoints="1"/>
            </p:cNvSpPr>
            <p:nvPr userDrawn="1"/>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1" name="Freeform 16">
              <a:extLst>
                <a:ext uri="{FF2B5EF4-FFF2-40B4-BE49-F238E27FC236}">
                  <a16:creationId xmlns:a16="http://schemas.microsoft.com/office/drawing/2014/main" id="{ACC84E38-6617-4E04-B995-881604F99C4A}"/>
                </a:ext>
              </a:extLst>
            </p:cNvPr>
            <p:cNvSpPr>
              <a:spLocks noEditPoints="1"/>
            </p:cNvSpPr>
            <p:nvPr userDrawn="1"/>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2" name="Freeform 16">
              <a:extLst>
                <a:ext uri="{FF2B5EF4-FFF2-40B4-BE49-F238E27FC236}">
                  <a16:creationId xmlns:a16="http://schemas.microsoft.com/office/drawing/2014/main" id="{C6B285A5-12A2-48AF-893D-59830166139E}"/>
                </a:ext>
              </a:extLst>
            </p:cNvPr>
            <p:cNvSpPr>
              <a:spLocks noEditPoints="1"/>
            </p:cNvSpPr>
            <p:nvPr userDrawn="1"/>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3" name="Freeform 16">
              <a:extLst>
                <a:ext uri="{FF2B5EF4-FFF2-40B4-BE49-F238E27FC236}">
                  <a16:creationId xmlns:a16="http://schemas.microsoft.com/office/drawing/2014/main" id="{47084835-C1A6-434A-A2AB-3E7DA4267BA8}"/>
                </a:ext>
              </a:extLst>
            </p:cNvPr>
            <p:cNvSpPr>
              <a:spLocks noEditPoints="1"/>
            </p:cNvSpPr>
            <p:nvPr userDrawn="1"/>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4" name="Freeform 16">
              <a:extLst>
                <a:ext uri="{FF2B5EF4-FFF2-40B4-BE49-F238E27FC236}">
                  <a16:creationId xmlns:a16="http://schemas.microsoft.com/office/drawing/2014/main" id="{82D26294-EE4F-4381-8B0F-4CE7F3A1A32F}"/>
                </a:ext>
              </a:extLst>
            </p:cNvPr>
            <p:cNvSpPr>
              <a:spLocks noEditPoints="1"/>
            </p:cNvSpPr>
            <p:nvPr userDrawn="1"/>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5" name="Freeform 16">
              <a:extLst>
                <a:ext uri="{FF2B5EF4-FFF2-40B4-BE49-F238E27FC236}">
                  <a16:creationId xmlns:a16="http://schemas.microsoft.com/office/drawing/2014/main" id="{B1EE9A53-A80E-4B20-9E04-100060C781A7}"/>
                </a:ext>
              </a:extLst>
            </p:cNvPr>
            <p:cNvSpPr>
              <a:spLocks noEditPoints="1"/>
            </p:cNvSpPr>
            <p:nvPr userDrawn="1"/>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6" name="Freeform 16">
              <a:extLst>
                <a:ext uri="{FF2B5EF4-FFF2-40B4-BE49-F238E27FC236}">
                  <a16:creationId xmlns:a16="http://schemas.microsoft.com/office/drawing/2014/main" id="{C3C136FE-F981-49F6-8875-8AD586CA8527}"/>
                </a:ext>
              </a:extLst>
            </p:cNvPr>
            <p:cNvSpPr>
              <a:spLocks noEditPoints="1"/>
            </p:cNvSpPr>
            <p:nvPr userDrawn="1"/>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7" name="Freeform 16">
              <a:extLst>
                <a:ext uri="{FF2B5EF4-FFF2-40B4-BE49-F238E27FC236}">
                  <a16:creationId xmlns:a16="http://schemas.microsoft.com/office/drawing/2014/main" id="{FC84C1D9-DA95-4BF6-A71F-86DC6A2FA963}"/>
                </a:ext>
              </a:extLst>
            </p:cNvPr>
            <p:cNvSpPr>
              <a:spLocks noEditPoints="1"/>
            </p:cNvSpPr>
            <p:nvPr userDrawn="1"/>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8" name="Freeform 16">
              <a:extLst>
                <a:ext uri="{FF2B5EF4-FFF2-40B4-BE49-F238E27FC236}">
                  <a16:creationId xmlns:a16="http://schemas.microsoft.com/office/drawing/2014/main" id="{EC336BD7-D0E5-4907-BEDB-AA01C56DDA7F}"/>
                </a:ext>
              </a:extLst>
            </p:cNvPr>
            <p:cNvSpPr>
              <a:spLocks noEditPoints="1"/>
            </p:cNvSpPr>
            <p:nvPr userDrawn="1"/>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9" name="Freeform 16">
              <a:extLst>
                <a:ext uri="{FF2B5EF4-FFF2-40B4-BE49-F238E27FC236}">
                  <a16:creationId xmlns:a16="http://schemas.microsoft.com/office/drawing/2014/main" id="{BAAF41C9-7EAA-475D-83F2-1253B7055B29}"/>
                </a:ext>
              </a:extLst>
            </p:cNvPr>
            <p:cNvSpPr>
              <a:spLocks noEditPoints="1"/>
            </p:cNvSpPr>
            <p:nvPr userDrawn="1"/>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0" name="Freeform 16">
              <a:extLst>
                <a:ext uri="{FF2B5EF4-FFF2-40B4-BE49-F238E27FC236}">
                  <a16:creationId xmlns:a16="http://schemas.microsoft.com/office/drawing/2014/main" id="{C4C84E12-C6BC-4AF0-9151-76A20D031CF8}"/>
                </a:ext>
              </a:extLst>
            </p:cNvPr>
            <p:cNvSpPr>
              <a:spLocks noEditPoints="1"/>
            </p:cNvSpPr>
            <p:nvPr userDrawn="1"/>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1" name="Freeform 16">
              <a:extLst>
                <a:ext uri="{FF2B5EF4-FFF2-40B4-BE49-F238E27FC236}">
                  <a16:creationId xmlns:a16="http://schemas.microsoft.com/office/drawing/2014/main" id="{98FB1073-101D-401C-B499-E80B2DCCDB48}"/>
                </a:ext>
              </a:extLst>
            </p:cNvPr>
            <p:cNvSpPr>
              <a:spLocks noEditPoints="1"/>
            </p:cNvSpPr>
            <p:nvPr userDrawn="1"/>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2" name="Freeform 16">
              <a:extLst>
                <a:ext uri="{FF2B5EF4-FFF2-40B4-BE49-F238E27FC236}">
                  <a16:creationId xmlns:a16="http://schemas.microsoft.com/office/drawing/2014/main" id="{3E52FE15-A88E-4B8E-B23B-7E8107531242}"/>
                </a:ext>
              </a:extLst>
            </p:cNvPr>
            <p:cNvSpPr>
              <a:spLocks noEditPoints="1"/>
            </p:cNvSpPr>
            <p:nvPr userDrawn="1"/>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3" name="Freeform 16">
              <a:extLst>
                <a:ext uri="{FF2B5EF4-FFF2-40B4-BE49-F238E27FC236}">
                  <a16:creationId xmlns:a16="http://schemas.microsoft.com/office/drawing/2014/main" id="{E83FECA9-6276-4B79-96AD-84BED6F80D9C}"/>
                </a:ext>
              </a:extLst>
            </p:cNvPr>
            <p:cNvSpPr>
              <a:spLocks noEditPoints="1"/>
            </p:cNvSpPr>
            <p:nvPr userDrawn="1"/>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4" name="Freeform 16">
              <a:extLst>
                <a:ext uri="{FF2B5EF4-FFF2-40B4-BE49-F238E27FC236}">
                  <a16:creationId xmlns:a16="http://schemas.microsoft.com/office/drawing/2014/main" id="{B18137A3-C9B0-4C35-8A20-53EC5864E5B3}"/>
                </a:ext>
              </a:extLst>
            </p:cNvPr>
            <p:cNvSpPr>
              <a:spLocks noEditPoints="1"/>
            </p:cNvSpPr>
            <p:nvPr userDrawn="1"/>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5" name="Freeform 16">
              <a:extLst>
                <a:ext uri="{FF2B5EF4-FFF2-40B4-BE49-F238E27FC236}">
                  <a16:creationId xmlns:a16="http://schemas.microsoft.com/office/drawing/2014/main" id="{52DE848A-E413-47C4-8173-DB2CA8EEA35D}"/>
                </a:ext>
              </a:extLst>
            </p:cNvPr>
            <p:cNvSpPr>
              <a:spLocks noEditPoints="1"/>
            </p:cNvSpPr>
            <p:nvPr userDrawn="1"/>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6" name="Freeform 16">
              <a:extLst>
                <a:ext uri="{FF2B5EF4-FFF2-40B4-BE49-F238E27FC236}">
                  <a16:creationId xmlns:a16="http://schemas.microsoft.com/office/drawing/2014/main" id="{14D3DEFF-25FB-44EA-876C-8BD7E213C17B}"/>
                </a:ext>
              </a:extLst>
            </p:cNvPr>
            <p:cNvSpPr>
              <a:spLocks noEditPoints="1"/>
            </p:cNvSpPr>
            <p:nvPr userDrawn="1"/>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7" name="Freeform 16">
              <a:extLst>
                <a:ext uri="{FF2B5EF4-FFF2-40B4-BE49-F238E27FC236}">
                  <a16:creationId xmlns:a16="http://schemas.microsoft.com/office/drawing/2014/main" id="{F8DD5E7B-8D6A-46DF-B7B8-0A96095CA77F}"/>
                </a:ext>
              </a:extLst>
            </p:cNvPr>
            <p:cNvSpPr>
              <a:spLocks noEditPoints="1"/>
            </p:cNvSpPr>
            <p:nvPr userDrawn="1"/>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8" name="Freeform 16">
              <a:extLst>
                <a:ext uri="{FF2B5EF4-FFF2-40B4-BE49-F238E27FC236}">
                  <a16:creationId xmlns:a16="http://schemas.microsoft.com/office/drawing/2014/main" id="{140EA7A3-E20E-49A8-B7DF-746F09BE226C}"/>
                </a:ext>
              </a:extLst>
            </p:cNvPr>
            <p:cNvSpPr>
              <a:spLocks noEditPoints="1"/>
            </p:cNvSpPr>
            <p:nvPr userDrawn="1"/>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9" name="Freeform 16">
              <a:extLst>
                <a:ext uri="{FF2B5EF4-FFF2-40B4-BE49-F238E27FC236}">
                  <a16:creationId xmlns:a16="http://schemas.microsoft.com/office/drawing/2014/main" id="{A30FB1C7-E929-4CCD-BEC9-3D5F967B88FD}"/>
                </a:ext>
              </a:extLst>
            </p:cNvPr>
            <p:cNvSpPr>
              <a:spLocks noEditPoints="1"/>
            </p:cNvSpPr>
            <p:nvPr userDrawn="1"/>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0" name="Freeform 16">
              <a:extLst>
                <a:ext uri="{FF2B5EF4-FFF2-40B4-BE49-F238E27FC236}">
                  <a16:creationId xmlns:a16="http://schemas.microsoft.com/office/drawing/2014/main" id="{106589F0-5AFE-476A-B71B-0A4F47482894}"/>
                </a:ext>
              </a:extLst>
            </p:cNvPr>
            <p:cNvSpPr>
              <a:spLocks noEditPoints="1"/>
            </p:cNvSpPr>
            <p:nvPr userDrawn="1"/>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1" name="Freeform 16">
              <a:extLst>
                <a:ext uri="{FF2B5EF4-FFF2-40B4-BE49-F238E27FC236}">
                  <a16:creationId xmlns:a16="http://schemas.microsoft.com/office/drawing/2014/main" id="{852272BE-007F-4591-87D4-4C058623A4E7}"/>
                </a:ext>
              </a:extLst>
            </p:cNvPr>
            <p:cNvSpPr>
              <a:spLocks noEditPoints="1"/>
            </p:cNvSpPr>
            <p:nvPr userDrawn="1"/>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2" name="Freeform 16">
              <a:extLst>
                <a:ext uri="{FF2B5EF4-FFF2-40B4-BE49-F238E27FC236}">
                  <a16:creationId xmlns:a16="http://schemas.microsoft.com/office/drawing/2014/main" id="{2D5A05AC-D4E7-4583-9D07-33F99E8EE145}"/>
                </a:ext>
              </a:extLst>
            </p:cNvPr>
            <p:cNvSpPr>
              <a:spLocks noEditPoints="1"/>
            </p:cNvSpPr>
            <p:nvPr userDrawn="1"/>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3" name="Freeform 16">
              <a:extLst>
                <a:ext uri="{FF2B5EF4-FFF2-40B4-BE49-F238E27FC236}">
                  <a16:creationId xmlns:a16="http://schemas.microsoft.com/office/drawing/2014/main" id="{FA87D9B9-82A6-4511-B55E-096518071AEC}"/>
                </a:ext>
              </a:extLst>
            </p:cNvPr>
            <p:cNvSpPr>
              <a:spLocks noEditPoints="1"/>
            </p:cNvSpPr>
            <p:nvPr userDrawn="1"/>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4" name="Freeform 16">
              <a:extLst>
                <a:ext uri="{FF2B5EF4-FFF2-40B4-BE49-F238E27FC236}">
                  <a16:creationId xmlns:a16="http://schemas.microsoft.com/office/drawing/2014/main" id="{82686F07-3802-48D8-BD5E-CF63B4EBB3CC}"/>
                </a:ext>
              </a:extLst>
            </p:cNvPr>
            <p:cNvSpPr>
              <a:spLocks noEditPoints="1"/>
            </p:cNvSpPr>
            <p:nvPr userDrawn="1"/>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5" name="Freeform 16">
              <a:extLst>
                <a:ext uri="{FF2B5EF4-FFF2-40B4-BE49-F238E27FC236}">
                  <a16:creationId xmlns:a16="http://schemas.microsoft.com/office/drawing/2014/main" id="{F1444EAF-3866-48AD-95F7-91B593B79534}"/>
                </a:ext>
              </a:extLst>
            </p:cNvPr>
            <p:cNvSpPr>
              <a:spLocks noEditPoints="1"/>
            </p:cNvSpPr>
            <p:nvPr userDrawn="1"/>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6" name="Freeform 16">
              <a:extLst>
                <a:ext uri="{FF2B5EF4-FFF2-40B4-BE49-F238E27FC236}">
                  <a16:creationId xmlns:a16="http://schemas.microsoft.com/office/drawing/2014/main" id="{938A681C-25A3-449B-A881-F76613FC964B}"/>
                </a:ext>
              </a:extLst>
            </p:cNvPr>
            <p:cNvSpPr>
              <a:spLocks noEditPoints="1"/>
            </p:cNvSpPr>
            <p:nvPr userDrawn="1"/>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7" name="Freeform 16">
              <a:extLst>
                <a:ext uri="{FF2B5EF4-FFF2-40B4-BE49-F238E27FC236}">
                  <a16:creationId xmlns:a16="http://schemas.microsoft.com/office/drawing/2014/main" id="{98089678-D463-4C4A-9D1A-1FC1390E4B1C}"/>
                </a:ext>
              </a:extLst>
            </p:cNvPr>
            <p:cNvSpPr>
              <a:spLocks noEditPoints="1"/>
            </p:cNvSpPr>
            <p:nvPr userDrawn="1"/>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8" name="Freeform 16">
              <a:extLst>
                <a:ext uri="{FF2B5EF4-FFF2-40B4-BE49-F238E27FC236}">
                  <a16:creationId xmlns:a16="http://schemas.microsoft.com/office/drawing/2014/main" id="{045CD8C6-72C7-424E-8145-FCCA8DA12450}"/>
                </a:ext>
              </a:extLst>
            </p:cNvPr>
            <p:cNvSpPr>
              <a:spLocks noEditPoints="1"/>
            </p:cNvSpPr>
            <p:nvPr userDrawn="1"/>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9" name="Freeform 16">
              <a:extLst>
                <a:ext uri="{FF2B5EF4-FFF2-40B4-BE49-F238E27FC236}">
                  <a16:creationId xmlns:a16="http://schemas.microsoft.com/office/drawing/2014/main" id="{BCBD54C4-E64F-46E5-B0A1-0FBF34779AA3}"/>
                </a:ext>
              </a:extLst>
            </p:cNvPr>
            <p:cNvSpPr>
              <a:spLocks noEditPoints="1"/>
            </p:cNvSpPr>
            <p:nvPr userDrawn="1"/>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0" name="Freeform 16">
              <a:extLst>
                <a:ext uri="{FF2B5EF4-FFF2-40B4-BE49-F238E27FC236}">
                  <a16:creationId xmlns:a16="http://schemas.microsoft.com/office/drawing/2014/main" id="{B158F302-8B95-435F-8FB0-83556B22F47D}"/>
                </a:ext>
              </a:extLst>
            </p:cNvPr>
            <p:cNvSpPr>
              <a:spLocks noEditPoints="1"/>
            </p:cNvSpPr>
            <p:nvPr userDrawn="1"/>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1" name="Freeform 16">
              <a:extLst>
                <a:ext uri="{FF2B5EF4-FFF2-40B4-BE49-F238E27FC236}">
                  <a16:creationId xmlns:a16="http://schemas.microsoft.com/office/drawing/2014/main" id="{169E18F6-73D6-442E-8CB4-23C90D727B13}"/>
                </a:ext>
              </a:extLst>
            </p:cNvPr>
            <p:cNvSpPr>
              <a:spLocks noEditPoints="1"/>
            </p:cNvSpPr>
            <p:nvPr userDrawn="1"/>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2" name="Freeform 16">
              <a:extLst>
                <a:ext uri="{FF2B5EF4-FFF2-40B4-BE49-F238E27FC236}">
                  <a16:creationId xmlns:a16="http://schemas.microsoft.com/office/drawing/2014/main" id="{ABAC07F3-4764-4532-A67C-B8DDA82C539E}"/>
                </a:ext>
              </a:extLst>
            </p:cNvPr>
            <p:cNvSpPr>
              <a:spLocks noEditPoints="1"/>
            </p:cNvSpPr>
            <p:nvPr userDrawn="1"/>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3" name="Freeform 16">
              <a:extLst>
                <a:ext uri="{FF2B5EF4-FFF2-40B4-BE49-F238E27FC236}">
                  <a16:creationId xmlns:a16="http://schemas.microsoft.com/office/drawing/2014/main" id="{3EE3A1D8-3AAF-4FAE-91BD-EE716E1E52EC}"/>
                </a:ext>
              </a:extLst>
            </p:cNvPr>
            <p:cNvSpPr>
              <a:spLocks noEditPoints="1"/>
            </p:cNvSpPr>
            <p:nvPr userDrawn="1"/>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4" name="Freeform 16">
              <a:extLst>
                <a:ext uri="{FF2B5EF4-FFF2-40B4-BE49-F238E27FC236}">
                  <a16:creationId xmlns:a16="http://schemas.microsoft.com/office/drawing/2014/main" id="{78F80FF2-18C9-4DE9-8D2D-648C6F957059}"/>
                </a:ext>
              </a:extLst>
            </p:cNvPr>
            <p:cNvSpPr>
              <a:spLocks noEditPoints="1"/>
            </p:cNvSpPr>
            <p:nvPr userDrawn="1"/>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5" name="Freeform 16">
              <a:extLst>
                <a:ext uri="{FF2B5EF4-FFF2-40B4-BE49-F238E27FC236}">
                  <a16:creationId xmlns:a16="http://schemas.microsoft.com/office/drawing/2014/main" id="{E9B1FC89-6E1D-463F-B7E4-4F62397C5092}"/>
                </a:ext>
              </a:extLst>
            </p:cNvPr>
            <p:cNvSpPr>
              <a:spLocks noEditPoints="1"/>
            </p:cNvSpPr>
            <p:nvPr userDrawn="1"/>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6" name="Freeform 16">
              <a:extLst>
                <a:ext uri="{FF2B5EF4-FFF2-40B4-BE49-F238E27FC236}">
                  <a16:creationId xmlns:a16="http://schemas.microsoft.com/office/drawing/2014/main" id="{1504CF42-A3AD-43AF-BC77-F4293F782154}"/>
                </a:ext>
              </a:extLst>
            </p:cNvPr>
            <p:cNvSpPr>
              <a:spLocks noEditPoints="1"/>
            </p:cNvSpPr>
            <p:nvPr userDrawn="1"/>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7" name="Freeform 16">
              <a:extLst>
                <a:ext uri="{FF2B5EF4-FFF2-40B4-BE49-F238E27FC236}">
                  <a16:creationId xmlns:a16="http://schemas.microsoft.com/office/drawing/2014/main" id="{F0742A4B-B722-474E-833A-AF064D3CD9E5}"/>
                </a:ext>
              </a:extLst>
            </p:cNvPr>
            <p:cNvSpPr>
              <a:spLocks noEditPoints="1"/>
            </p:cNvSpPr>
            <p:nvPr userDrawn="1"/>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8" name="Freeform 16">
              <a:extLst>
                <a:ext uri="{FF2B5EF4-FFF2-40B4-BE49-F238E27FC236}">
                  <a16:creationId xmlns:a16="http://schemas.microsoft.com/office/drawing/2014/main" id="{56AB6434-0B69-41B7-841E-1A9ECDA5F2EF}"/>
                </a:ext>
              </a:extLst>
            </p:cNvPr>
            <p:cNvSpPr>
              <a:spLocks noEditPoints="1"/>
            </p:cNvSpPr>
            <p:nvPr userDrawn="1"/>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9" name="Freeform 16">
              <a:extLst>
                <a:ext uri="{FF2B5EF4-FFF2-40B4-BE49-F238E27FC236}">
                  <a16:creationId xmlns:a16="http://schemas.microsoft.com/office/drawing/2014/main" id="{409BE632-16FF-4B4D-93DE-08E52DEE5ACA}"/>
                </a:ext>
              </a:extLst>
            </p:cNvPr>
            <p:cNvSpPr>
              <a:spLocks noEditPoints="1"/>
            </p:cNvSpPr>
            <p:nvPr userDrawn="1"/>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0" name="Freeform 16">
              <a:extLst>
                <a:ext uri="{FF2B5EF4-FFF2-40B4-BE49-F238E27FC236}">
                  <a16:creationId xmlns:a16="http://schemas.microsoft.com/office/drawing/2014/main" id="{F6D1D24A-DEFB-4B95-9E28-5334F985B979}"/>
                </a:ext>
              </a:extLst>
            </p:cNvPr>
            <p:cNvSpPr>
              <a:spLocks noEditPoints="1"/>
            </p:cNvSpPr>
            <p:nvPr userDrawn="1"/>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1" name="Freeform 16">
              <a:extLst>
                <a:ext uri="{FF2B5EF4-FFF2-40B4-BE49-F238E27FC236}">
                  <a16:creationId xmlns:a16="http://schemas.microsoft.com/office/drawing/2014/main" id="{4D490E6F-B375-40F3-B24C-E712E32AFAF5}"/>
                </a:ext>
              </a:extLst>
            </p:cNvPr>
            <p:cNvSpPr>
              <a:spLocks noEditPoints="1"/>
            </p:cNvSpPr>
            <p:nvPr userDrawn="1"/>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2" name="Freeform 16">
              <a:extLst>
                <a:ext uri="{FF2B5EF4-FFF2-40B4-BE49-F238E27FC236}">
                  <a16:creationId xmlns:a16="http://schemas.microsoft.com/office/drawing/2014/main" id="{B1156AD0-A975-4D2C-B96A-5C2D1D5006E1}"/>
                </a:ext>
              </a:extLst>
            </p:cNvPr>
            <p:cNvSpPr>
              <a:spLocks noEditPoints="1"/>
            </p:cNvSpPr>
            <p:nvPr userDrawn="1"/>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3" name="Freeform 16">
              <a:extLst>
                <a:ext uri="{FF2B5EF4-FFF2-40B4-BE49-F238E27FC236}">
                  <a16:creationId xmlns:a16="http://schemas.microsoft.com/office/drawing/2014/main" id="{8C5C7092-27B9-46A8-A5CB-88DDD889D6D9}"/>
                </a:ext>
              </a:extLst>
            </p:cNvPr>
            <p:cNvSpPr>
              <a:spLocks noEditPoints="1"/>
            </p:cNvSpPr>
            <p:nvPr userDrawn="1"/>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4" name="Freeform 16">
              <a:extLst>
                <a:ext uri="{FF2B5EF4-FFF2-40B4-BE49-F238E27FC236}">
                  <a16:creationId xmlns:a16="http://schemas.microsoft.com/office/drawing/2014/main" id="{BF4DD3C7-5444-4AE1-8656-CFEA1F9643A2}"/>
                </a:ext>
              </a:extLst>
            </p:cNvPr>
            <p:cNvSpPr>
              <a:spLocks noEditPoints="1"/>
            </p:cNvSpPr>
            <p:nvPr userDrawn="1"/>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5" name="Freeform 16">
              <a:extLst>
                <a:ext uri="{FF2B5EF4-FFF2-40B4-BE49-F238E27FC236}">
                  <a16:creationId xmlns:a16="http://schemas.microsoft.com/office/drawing/2014/main" id="{D467BF95-5ED3-4FD4-83F5-8070D7EE77D9}"/>
                </a:ext>
              </a:extLst>
            </p:cNvPr>
            <p:cNvSpPr>
              <a:spLocks noEditPoints="1"/>
            </p:cNvSpPr>
            <p:nvPr userDrawn="1"/>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6" name="Freeform 16">
              <a:extLst>
                <a:ext uri="{FF2B5EF4-FFF2-40B4-BE49-F238E27FC236}">
                  <a16:creationId xmlns:a16="http://schemas.microsoft.com/office/drawing/2014/main" id="{CDB313B9-C607-49FC-BC0F-4BDDB157AFF6}"/>
                </a:ext>
              </a:extLst>
            </p:cNvPr>
            <p:cNvSpPr>
              <a:spLocks noEditPoints="1"/>
            </p:cNvSpPr>
            <p:nvPr userDrawn="1"/>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7" name="Freeform 16">
              <a:extLst>
                <a:ext uri="{FF2B5EF4-FFF2-40B4-BE49-F238E27FC236}">
                  <a16:creationId xmlns:a16="http://schemas.microsoft.com/office/drawing/2014/main" id="{23871273-FB35-489A-824B-B8913F9CC456}"/>
                </a:ext>
              </a:extLst>
            </p:cNvPr>
            <p:cNvSpPr>
              <a:spLocks noEditPoints="1"/>
            </p:cNvSpPr>
            <p:nvPr userDrawn="1"/>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8" name="Freeform 16">
              <a:extLst>
                <a:ext uri="{FF2B5EF4-FFF2-40B4-BE49-F238E27FC236}">
                  <a16:creationId xmlns:a16="http://schemas.microsoft.com/office/drawing/2014/main" id="{6C17C940-E405-42C7-95FF-4654386A8961}"/>
                </a:ext>
              </a:extLst>
            </p:cNvPr>
            <p:cNvSpPr>
              <a:spLocks noEditPoints="1"/>
            </p:cNvSpPr>
            <p:nvPr userDrawn="1"/>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9" name="Freeform 16">
              <a:extLst>
                <a:ext uri="{FF2B5EF4-FFF2-40B4-BE49-F238E27FC236}">
                  <a16:creationId xmlns:a16="http://schemas.microsoft.com/office/drawing/2014/main" id="{F26C33C6-2F43-40B4-BB2D-1DD906A22803}"/>
                </a:ext>
              </a:extLst>
            </p:cNvPr>
            <p:cNvSpPr>
              <a:spLocks noEditPoints="1"/>
            </p:cNvSpPr>
            <p:nvPr userDrawn="1"/>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0" name="Freeform 16">
              <a:extLst>
                <a:ext uri="{FF2B5EF4-FFF2-40B4-BE49-F238E27FC236}">
                  <a16:creationId xmlns:a16="http://schemas.microsoft.com/office/drawing/2014/main" id="{4AF169A6-6482-40AF-85D0-0743C46622D2}"/>
                </a:ext>
              </a:extLst>
            </p:cNvPr>
            <p:cNvSpPr>
              <a:spLocks noEditPoints="1"/>
            </p:cNvSpPr>
            <p:nvPr userDrawn="1"/>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1" name="Freeform 16">
              <a:extLst>
                <a:ext uri="{FF2B5EF4-FFF2-40B4-BE49-F238E27FC236}">
                  <a16:creationId xmlns:a16="http://schemas.microsoft.com/office/drawing/2014/main" id="{E0513C84-01AF-4A9C-9822-98303318D0FD}"/>
                </a:ext>
              </a:extLst>
            </p:cNvPr>
            <p:cNvSpPr>
              <a:spLocks noEditPoints="1"/>
            </p:cNvSpPr>
            <p:nvPr userDrawn="1"/>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2" name="Freeform 16">
              <a:extLst>
                <a:ext uri="{FF2B5EF4-FFF2-40B4-BE49-F238E27FC236}">
                  <a16:creationId xmlns:a16="http://schemas.microsoft.com/office/drawing/2014/main" id="{BC2CD672-1D59-47B2-8BA3-8F1F5D7E660C}"/>
                </a:ext>
              </a:extLst>
            </p:cNvPr>
            <p:cNvSpPr>
              <a:spLocks noEditPoints="1"/>
            </p:cNvSpPr>
            <p:nvPr userDrawn="1"/>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3" name="Freeform 16">
              <a:extLst>
                <a:ext uri="{FF2B5EF4-FFF2-40B4-BE49-F238E27FC236}">
                  <a16:creationId xmlns:a16="http://schemas.microsoft.com/office/drawing/2014/main" id="{5CF49A84-7902-40A6-A48F-B657DB995EB9}"/>
                </a:ext>
              </a:extLst>
            </p:cNvPr>
            <p:cNvSpPr>
              <a:spLocks noEditPoints="1"/>
            </p:cNvSpPr>
            <p:nvPr userDrawn="1"/>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4" name="Freeform 16">
              <a:extLst>
                <a:ext uri="{FF2B5EF4-FFF2-40B4-BE49-F238E27FC236}">
                  <a16:creationId xmlns:a16="http://schemas.microsoft.com/office/drawing/2014/main" id="{0413E21A-6735-49F7-84A0-262341ED4348}"/>
                </a:ext>
              </a:extLst>
            </p:cNvPr>
            <p:cNvSpPr>
              <a:spLocks noEditPoints="1"/>
            </p:cNvSpPr>
            <p:nvPr userDrawn="1"/>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5" name="Freeform 16">
              <a:extLst>
                <a:ext uri="{FF2B5EF4-FFF2-40B4-BE49-F238E27FC236}">
                  <a16:creationId xmlns:a16="http://schemas.microsoft.com/office/drawing/2014/main" id="{B3515FD2-D67D-4964-A1C7-366A2381E295}"/>
                </a:ext>
              </a:extLst>
            </p:cNvPr>
            <p:cNvSpPr>
              <a:spLocks noEditPoints="1"/>
            </p:cNvSpPr>
            <p:nvPr userDrawn="1"/>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6" name="Freeform 16">
              <a:extLst>
                <a:ext uri="{FF2B5EF4-FFF2-40B4-BE49-F238E27FC236}">
                  <a16:creationId xmlns:a16="http://schemas.microsoft.com/office/drawing/2014/main" id="{988F666F-A0C2-4684-BAAE-BF79FEBCB153}"/>
                </a:ext>
              </a:extLst>
            </p:cNvPr>
            <p:cNvSpPr>
              <a:spLocks noEditPoints="1"/>
            </p:cNvSpPr>
            <p:nvPr userDrawn="1"/>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7" name="Freeform 16">
              <a:extLst>
                <a:ext uri="{FF2B5EF4-FFF2-40B4-BE49-F238E27FC236}">
                  <a16:creationId xmlns:a16="http://schemas.microsoft.com/office/drawing/2014/main" id="{D64D2D99-CFE5-40EB-81E4-E29105359993}"/>
                </a:ext>
              </a:extLst>
            </p:cNvPr>
            <p:cNvSpPr>
              <a:spLocks noEditPoints="1"/>
            </p:cNvSpPr>
            <p:nvPr userDrawn="1"/>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8" name="Freeform 16">
              <a:extLst>
                <a:ext uri="{FF2B5EF4-FFF2-40B4-BE49-F238E27FC236}">
                  <a16:creationId xmlns:a16="http://schemas.microsoft.com/office/drawing/2014/main" id="{6F1D8EC0-2F8B-4B55-829F-5D11897D2E63}"/>
                </a:ext>
              </a:extLst>
            </p:cNvPr>
            <p:cNvSpPr>
              <a:spLocks noEditPoints="1"/>
            </p:cNvSpPr>
            <p:nvPr userDrawn="1"/>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9" name="Freeform 16">
              <a:extLst>
                <a:ext uri="{FF2B5EF4-FFF2-40B4-BE49-F238E27FC236}">
                  <a16:creationId xmlns:a16="http://schemas.microsoft.com/office/drawing/2014/main" id="{7612A0CC-BF09-49BF-BA72-D8A716237830}"/>
                </a:ext>
              </a:extLst>
            </p:cNvPr>
            <p:cNvSpPr>
              <a:spLocks noEditPoints="1"/>
            </p:cNvSpPr>
            <p:nvPr userDrawn="1"/>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0" name="Freeform 16">
              <a:extLst>
                <a:ext uri="{FF2B5EF4-FFF2-40B4-BE49-F238E27FC236}">
                  <a16:creationId xmlns:a16="http://schemas.microsoft.com/office/drawing/2014/main" id="{5834C3D7-D7F3-46F0-95B2-22E7990457B3}"/>
                </a:ext>
              </a:extLst>
            </p:cNvPr>
            <p:cNvSpPr>
              <a:spLocks noEditPoints="1"/>
            </p:cNvSpPr>
            <p:nvPr userDrawn="1"/>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1" name="Freeform 16">
              <a:extLst>
                <a:ext uri="{FF2B5EF4-FFF2-40B4-BE49-F238E27FC236}">
                  <a16:creationId xmlns:a16="http://schemas.microsoft.com/office/drawing/2014/main" id="{FD9ABA39-4B6C-4C7A-BFF6-C9192C33F513}"/>
                </a:ext>
              </a:extLst>
            </p:cNvPr>
            <p:cNvSpPr>
              <a:spLocks noEditPoints="1"/>
            </p:cNvSpPr>
            <p:nvPr userDrawn="1"/>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2" name="Freeform 16">
              <a:extLst>
                <a:ext uri="{FF2B5EF4-FFF2-40B4-BE49-F238E27FC236}">
                  <a16:creationId xmlns:a16="http://schemas.microsoft.com/office/drawing/2014/main" id="{7A304270-705C-435B-A170-7613148DB7AE}"/>
                </a:ext>
              </a:extLst>
            </p:cNvPr>
            <p:cNvSpPr>
              <a:spLocks noEditPoints="1"/>
            </p:cNvSpPr>
            <p:nvPr userDrawn="1"/>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3" name="Freeform 16">
              <a:extLst>
                <a:ext uri="{FF2B5EF4-FFF2-40B4-BE49-F238E27FC236}">
                  <a16:creationId xmlns:a16="http://schemas.microsoft.com/office/drawing/2014/main" id="{78BD2E8E-0F2A-497D-A0F8-D0D05765BA64}"/>
                </a:ext>
              </a:extLst>
            </p:cNvPr>
            <p:cNvSpPr>
              <a:spLocks noEditPoints="1"/>
            </p:cNvSpPr>
            <p:nvPr userDrawn="1"/>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4" name="Freeform 16">
              <a:extLst>
                <a:ext uri="{FF2B5EF4-FFF2-40B4-BE49-F238E27FC236}">
                  <a16:creationId xmlns:a16="http://schemas.microsoft.com/office/drawing/2014/main" id="{F8691056-2A9C-4EAE-898B-E8C145A3A09E}"/>
                </a:ext>
              </a:extLst>
            </p:cNvPr>
            <p:cNvSpPr>
              <a:spLocks noEditPoints="1"/>
            </p:cNvSpPr>
            <p:nvPr userDrawn="1"/>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5" name="Freeform 16">
              <a:extLst>
                <a:ext uri="{FF2B5EF4-FFF2-40B4-BE49-F238E27FC236}">
                  <a16:creationId xmlns:a16="http://schemas.microsoft.com/office/drawing/2014/main" id="{7644BFA6-53D3-4200-97D5-A0826C91221C}"/>
                </a:ext>
              </a:extLst>
            </p:cNvPr>
            <p:cNvSpPr>
              <a:spLocks noEditPoints="1"/>
            </p:cNvSpPr>
            <p:nvPr userDrawn="1"/>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6" name="Freeform 16">
              <a:extLst>
                <a:ext uri="{FF2B5EF4-FFF2-40B4-BE49-F238E27FC236}">
                  <a16:creationId xmlns:a16="http://schemas.microsoft.com/office/drawing/2014/main" id="{31DD1366-4AF2-4675-8C09-B16FF18F4AFB}"/>
                </a:ext>
              </a:extLst>
            </p:cNvPr>
            <p:cNvSpPr>
              <a:spLocks noEditPoints="1"/>
            </p:cNvSpPr>
            <p:nvPr userDrawn="1"/>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7" name="Freeform 16">
              <a:extLst>
                <a:ext uri="{FF2B5EF4-FFF2-40B4-BE49-F238E27FC236}">
                  <a16:creationId xmlns:a16="http://schemas.microsoft.com/office/drawing/2014/main" id="{05FAFC32-B238-4EC6-9F94-250901C580A0}"/>
                </a:ext>
              </a:extLst>
            </p:cNvPr>
            <p:cNvSpPr>
              <a:spLocks noEditPoints="1"/>
            </p:cNvSpPr>
            <p:nvPr userDrawn="1"/>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8" name="Freeform 16">
              <a:extLst>
                <a:ext uri="{FF2B5EF4-FFF2-40B4-BE49-F238E27FC236}">
                  <a16:creationId xmlns:a16="http://schemas.microsoft.com/office/drawing/2014/main" id="{94EDFDD1-CC0F-4CE9-A5E1-6F34763C59D7}"/>
                </a:ext>
              </a:extLst>
            </p:cNvPr>
            <p:cNvSpPr>
              <a:spLocks noEditPoints="1"/>
            </p:cNvSpPr>
            <p:nvPr userDrawn="1"/>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9" name="Freeform 16">
              <a:extLst>
                <a:ext uri="{FF2B5EF4-FFF2-40B4-BE49-F238E27FC236}">
                  <a16:creationId xmlns:a16="http://schemas.microsoft.com/office/drawing/2014/main" id="{89391791-3406-405C-A52A-325E0ACEF0EF}"/>
                </a:ext>
              </a:extLst>
            </p:cNvPr>
            <p:cNvSpPr>
              <a:spLocks noEditPoints="1"/>
            </p:cNvSpPr>
            <p:nvPr userDrawn="1"/>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0" name="Freeform 16">
              <a:extLst>
                <a:ext uri="{FF2B5EF4-FFF2-40B4-BE49-F238E27FC236}">
                  <a16:creationId xmlns:a16="http://schemas.microsoft.com/office/drawing/2014/main" id="{C45408BD-5A4C-4B71-9A10-180FFAA3CF67}"/>
                </a:ext>
              </a:extLst>
            </p:cNvPr>
            <p:cNvSpPr>
              <a:spLocks noEditPoints="1"/>
            </p:cNvSpPr>
            <p:nvPr userDrawn="1"/>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1" name="Freeform 16">
              <a:extLst>
                <a:ext uri="{FF2B5EF4-FFF2-40B4-BE49-F238E27FC236}">
                  <a16:creationId xmlns:a16="http://schemas.microsoft.com/office/drawing/2014/main" id="{262DA3C5-1F52-431A-AA77-2EBDF5CD4D0B}"/>
                </a:ext>
              </a:extLst>
            </p:cNvPr>
            <p:cNvSpPr>
              <a:spLocks noEditPoints="1"/>
            </p:cNvSpPr>
            <p:nvPr userDrawn="1"/>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2" name="Freeform 16">
              <a:extLst>
                <a:ext uri="{FF2B5EF4-FFF2-40B4-BE49-F238E27FC236}">
                  <a16:creationId xmlns:a16="http://schemas.microsoft.com/office/drawing/2014/main" id="{158567EE-7ECE-4308-AF7E-DEA507E8E4A9}"/>
                </a:ext>
              </a:extLst>
            </p:cNvPr>
            <p:cNvSpPr>
              <a:spLocks noEditPoints="1"/>
            </p:cNvSpPr>
            <p:nvPr userDrawn="1"/>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3" name="Freeform 16">
              <a:extLst>
                <a:ext uri="{FF2B5EF4-FFF2-40B4-BE49-F238E27FC236}">
                  <a16:creationId xmlns:a16="http://schemas.microsoft.com/office/drawing/2014/main" id="{D2894DDF-45DE-4178-BFC7-4F0B8D8EF9D5}"/>
                </a:ext>
              </a:extLst>
            </p:cNvPr>
            <p:cNvSpPr>
              <a:spLocks noEditPoints="1"/>
            </p:cNvSpPr>
            <p:nvPr userDrawn="1"/>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4" name="Freeform 16">
              <a:extLst>
                <a:ext uri="{FF2B5EF4-FFF2-40B4-BE49-F238E27FC236}">
                  <a16:creationId xmlns:a16="http://schemas.microsoft.com/office/drawing/2014/main" id="{36B1E453-1287-45A9-9339-730E3914F14B}"/>
                </a:ext>
              </a:extLst>
            </p:cNvPr>
            <p:cNvSpPr>
              <a:spLocks noEditPoints="1"/>
            </p:cNvSpPr>
            <p:nvPr userDrawn="1"/>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5" name="Freeform 16">
              <a:extLst>
                <a:ext uri="{FF2B5EF4-FFF2-40B4-BE49-F238E27FC236}">
                  <a16:creationId xmlns:a16="http://schemas.microsoft.com/office/drawing/2014/main" id="{4D1CFF21-2793-4E1D-A631-989F34A2CB26}"/>
                </a:ext>
              </a:extLst>
            </p:cNvPr>
            <p:cNvSpPr>
              <a:spLocks noEditPoints="1"/>
            </p:cNvSpPr>
            <p:nvPr userDrawn="1"/>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6" name="Freeform 16">
              <a:extLst>
                <a:ext uri="{FF2B5EF4-FFF2-40B4-BE49-F238E27FC236}">
                  <a16:creationId xmlns:a16="http://schemas.microsoft.com/office/drawing/2014/main" id="{FFFFE495-6317-4046-8780-509B3F7DE408}"/>
                </a:ext>
              </a:extLst>
            </p:cNvPr>
            <p:cNvSpPr>
              <a:spLocks noEditPoints="1"/>
            </p:cNvSpPr>
            <p:nvPr userDrawn="1"/>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7" name="Freeform 16">
              <a:extLst>
                <a:ext uri="{FF2B5EF4-FFF2-40B4-BE49-F238E27FC236}">
                  <a16:creationId xmlns:a16="http://schemas.microsoft.com/office/drawing/2014/main" id="{07F2B335-6843-4188-BE58-F99705AE7348}"/>
                </a:ext>
              </a:extLst>
            </p:cNvPr>
            <p:cNvSpPr>
              <a:spLocks noEditPoints="1"/>
            </p:cNvSpPr>
            <p:nvPr userDrawn="1"/>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8" name="Freeform 16">
              <a:extLst>
                <a:ext uri="{FF2B5EF4-FFF2-40B4-BE49-F238E27FC236}">
                  <a16:creationId xmlns:a16="http://schemas.microsoft.com/office/drawing/2014/main" id="{6A1AA564-0530-4B23-B215-595CC54E23C4}"/>
                </a:ext>
              </a:extLst>
            </p:cNvPr>
            <p:cNvSpPr>
              <a:spLocks noEditPoints="1"/>
            </p:cNvSpPr>
            <p:nvPr userDrawn="1"/>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9" name="Freeform 16">
              <a:extLst>
                <a:ext uri="{FF2B5EF4-FFF2-40B4-BE49-F238E27FC236}">
                  <a16:creationId xmlns:a16="http://schemas.microsoft.com/office/drawing/2014/main" id="{4876FBCA-0D51-4B33-9375-D3F71918F7FC}"/>
                </a:ext>
              </a:extLst>
            </p:cNvPr>
            <p:cNvSpPr>
              <a:spLocks noEditPoints="1"/>
            </p:cNvSpPr>
            <p:nvPr userDrawn="1"/>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0" name="Freeform 16">
              <a:extLst>
                <a:ext uri="{FF2B5EF4-FFF2-40B4-BE49-F238E27FC236}">
                  <a16:creationId xmlns:a16="http://schemas.microsoft.com/office/drawing/2014/main" id="{B025D520-F3BC-4D3B-BF86-05B537F2482B}"/>
                </a:ext>
              </a:extLst>
            </p:cNvPr>
            <p:cNvSpPr>
              <a:spLocks noEditPoints="1"/>
            </p:cNvSpPr>
            <p:nvPr userDrawn="1"/>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1" name="Freeform 16">
              <a:extLst>
                <a:ext uri="{FF2B5EF4-FFF2-40B4-BE49-F238E27FC236}">
                  <a16:creationId xmlns:a16="http://schemas.microsoft.com/office/drawing/2014/main" id="{24765AAF-1343-40B6-9F77-11BC4F9E47DC}"/>
                </a:ext>
              </a:extLst>
            </p:cNvPr>
            <p:cNvSpPr>
              <a:spLocks noEditPoints="1"/>
            </p:cNvSpPr>
            <p:nvPr userDrawn="1"/>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2" name="Freeform 16">
              <a:extLst>
                <a:ext uri="{FF2B5EF4-FFF2-40B4-BE49-F238E27FC236}">
                  <a16:creationId xmlns:a16="http://schemas.microsoft.com/office/drawing/2014/main" id="{CAE5A3F7-0924-495D-8844-A0BFFEA3F5A6}"/>
                </a:ext>
              </a:extLst>
            </p:cNvPr>
            <p:cNvSpPr>
              <a:spLocks noEditPoints="1"/>
            </p:cNvSpPr>
            <p:nvPr userDrawn="1"/>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3" name="Freeform 16">
              <a:extLst>
                <a:ext uri="{FF2B5EF4-FFF2-40B4-BE49-F238E27FC236}">
                  <a16:creationId xmlns:a16="http://schemas.microsoft.com/office/drawing/2014/main" id="{CFDA1116-035D-4E54-AFBB-4D27A956C253}"/>
                </a:ext>
              </a:extLst>
            </p:cNvPr>
            <p:cNvSpPr>
              <a:spLocks noEditPoints="1"/>
            </p:cNvSpPr>
            <p:nvPr userDrawn="1"/>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4" name="Freeform 16">
              <a:extLst>
                <a:ext uri="{FF2B5EF4-FFF2-40B4-BE49-F238E27FC236}">
                  <a16:creationId xmlns:a16="http://schemas.microsoft.com/office/drawing/2014/main" id="{5F363A19-6283-48F8-85FA-6B7CCCB51846}"/>
                </a:ext>
              </a:extLst>
            </p:cNvPr>
            <p:cNvSpPr>
              <a:spLocks noEditPoints="1"/>
            </p:cNvSpPr>
            <p:nvPr userDrawn="1"/>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5" name="Freeform 16">
              <a:extLst>
                <a:ext uri="{FF2B5EF4-FFF2-40B4-BE49-F238E27FC236}">
                  <a16:creationId xmlns:a16="http://schemas.microsoft.com/office/drawing/2014/main" id="{2A698C8C-4D32-4D3F-9F80-BEC6A13B8458}"/>
                </a:ext>
              </a:extLst>
            </p:cNvPr>
            <p:cNvSpPr>
              <a:spLocks noEditPoints="1"/>
            </p:cNvSpPr>
            <p:nvPr userDrawn="1"/>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6" name="Freeform 16">
              <a:extLst>
                <a:ext uri="{FF2B5EF4-FFF2-40B4-BE49-F238E27FC236}">
                  <a16:creationId xmlns:a16="http://schemas.microsoft.com/office/drawing/2014/main" id="{4570646F-A2EF-470F-BE69-65F48D8F63F9}"/>
                </a:ext>
              </a:extLst>
            </p:cNvPr>
            <p:cNvSpPr>
              <a:spLocks noEditPoints="1"/>
            </p:cNvSpPr>
            <p:nvPr userDrawn="1"/>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7" name="Freeform 16">
              <a:extLst>
                <a:ext uri="{FF2B5EF4-FFF2-40B4-BE49-F238E27FC236}">
                  <a16:creationId xmlns:a16="http://schemas.microsoft.com/office/drawing/2014/main" id="{6076E36D-73D2-4127-BE4A-21CD4864C9DA}"/>
                </a:ext>
              </a:extLst>
            </p:cNvPr>
            <p:cNvSpPr>
              <a:spLocks noEditPoints="1"/>
            </p:cNvSpPr>
            <p:nvPr userDrawn="1"/>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8" name="Freeform 16">
              <a:extLst>
                <a:ext uri="{FF2B5EF4-FFF2-40B4-BE49-F238E27FC236}">
                  <a16:creationId xmlns:a16="http://schemas.microsoft.com/office/drawing/2014/main" id="{7C8BE7DC-9C93-4AE4-849A-1438EF43DADA}"/>
                </a:ext>
              </a:extLst>
            </p:cNvPr>
            <p:cNvSpPr>
              <a:spLocks noEditPoints="1"/>
            </p:cNvSpPr>
            <p:nvPr userDrawn="1"/>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9" name="Freeform 16">
              <a:extLst>
                <a:ext uri="{FF2B5EF4-FFF2-40B4-BE49-F238E27FC236}">
                  <a16:creationId xmlns:a16="http://schemas.microsoft.com/office/drawing/2014/main" id="{7A7E7F5E-396F-402D-87C2-4ECEE23A833E}"/>
                </a:ext>
              </a:extLst>
            </p:cNvPr>
            <p:cNvSpPr>
              <a:spLocks noEditPoints="1"/>
            </p:cNvSpPr>
            <p:nvPr userDrawn="1"/>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0" name="Freeform 16">
              <a:extLst>
                <a:ext uri="{FF2B5EF4-FFF2-40B4-BE49-F238E27FC236}">
                  <a16:creationId xmlns:a16="http://schemas.microsoft.com/office/drawing/2014/main" id="{97EC6D43-68CC-4F32-BFB8-1B15CFBD5927}"/>
                </a:ext>
              </a:extLst>
            </p:cNvPr>
            <p:cNvSpPr>
              <a:spLocks noEditPoints="1"/>
            </p:cNvSpPr>
            <p:nvPr userDrawn="1"/>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1" name="Freeform 16">
              <a:extLst>
                <a:ext uri="{FF2B5EF4-FFF2-40B4-BE49-F238E27FC236}">
                  <a16:creationId xmlns:a16="http://schemas.microsoft.com/office/drawing/2014/main" id="{AA1D0C14-2069-4DE9-A088-6C76A61F20B1}"/>
                </a:ext>
              </a:extLst>
            </p:cNvPr>
            <p:cNvSpPr>
              <a:spLocks noEditPoints="1"/>
            </p:cNvSpPr>
            <p:nvPr userDrawn="1"/>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2" name="Freeform 16">
              <a:extLst>
                <a:ext uri="{FF2B5EF4-FFF2-40B4-BE49-F238E27FC236}">
                  <a16:creationId xmlns:a16="http://schemas.microsoft.com/office/drawing/2014/main" id="{72C3829D-1796-4F37-B8F1-5C9A26E28C99}"/>
                </a:ext>
              </a:extLst>
            </p:cNvPr>
            <p:cNvSpPr>
              <a:spLocks noEditPoints="1"/>
            </p:cNvSpPr>
            <p:nvPr userDrawn="1"/>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3" name="Freeform 16">
              <a:extLst>
                <a:ext uri="{FF2B5EF4-FFF2-40B4-BE49-F238E27FC236}">
                  <a16:creationId xmlns:a16="http://schemas.microsoft.com/office/drawing/2014/main" id="{F74CEB28-F72C-46BF-955A-1DFBE9110A11}"/>
                </a:ext>
              </a:extLst>
            </p:cNvPr>
            <p:cNvSpPr>
              <a:spLocks noEditPoints="1"/>
            </p:cNvSpPr>
            <p:nvPr userDrawn="1"/>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4" name="Freeform 16">
              <a:extLst>
                <a:ext uri="{FF2B5EF4-FFF2-40B4-BE49-F238E27FC236}">
                  <a16:creationId xmlns:a16="http://schemas.microsoft.com/office/drawing/2014/main" id="{7052B90E-88FE-46F1-B64B-F574689D491B}"/>
                </a:ext>
              </a:extLst>
            </p:cNvPr>
            <p:cNvSpPr>
              <a:spLocks noEditPoints="1"/>
            </p:cNvSpPr>
            <p:nvPr userDrawn="1"/>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5" name="Freeform 16">
              <a:extLst>
                <a:ext uri="{FF2B5EF4-FFF2-40B4-BE49-F238E27FC236}">
                  <a16:creationId xmlns:a16="http://schemas.microsoft.com/office/drawing/2014/main" id="{F8F128E0-3AD1-4260-A7E5-19E8751009D9}"/>
                </a:ext>
              </a:extLst>
            </p:cNvPr>
            <p:cNvSpPr>
              <a:spLocks noEditPoints="1"/>
            </p:cNvSpPr>
            <p:nvPr userDrawn="1"/>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6" name="Freeform 16">
              <a:extLst>
                <a:ext uri="{FF2B5EF4-FFF2-40B4-BE49-F238E27FC236}">
                  <a16:creationId xmlns:a16="http://schemas.microsoft.com/office/drawing/2014/main" id="{969B39FA-8605-4E46-98D4-7C699D24F4C4}"/>
                </a:ext>
              </a:extLst>
            </p:cNvPr>
            <p:cNvSpPr>
              <a:spLocks noEditPoints="1"/>
            </p:cNvSpPr>
            <p:nvPr userDrawn="1"/>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7" name="Freeform 16">
              <a:extLst>
                <a:ext uri="{FF2B5EF4-FFF2-40B4-BE49-F238E27FC236}">
                  <a16:creationId xmlns:a16="http://schemas.microsoft.com/office/drawing/2014/main" id="{DD141AA4-FDDD-4DF1-A51F-34017775CB16}"/>
                </a:ext>
              </a:extLst>
            </p:cNvPr>
            <p:cNvSpPr>
              <a:spLocks noEditPoints="1"/>
            </p:cNvSpPr>
            <p:nvPr userDrawn="1"/>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8" name="Freeform 16">
              <a:extLst>
                <a:ext uri="{FF2B5EF4-FFF2-40B4-BE49-F238E27FC236}">
                  <a16:creationId xmlns:a16="http://schemas.microsoft.com/office/drawing/2014/main" id="{855CBA53-E52B-4687-96C6-EBA404B23D4F}"/>
                </a:ext>
              </a:extLst>
            </p:cNvPr>
            <p:cNvSpPr>
              <a:spLocks noEditPoints="1"/>
            </p:cNvSpPr>
            <p:nvPr userDrawn="1"/>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9" name="Freeform 16">
              <a:extLst>
                <a:ext uri="{FF2B5EF4-FFF2-40B4-BE49-F238E27FC236}">
                  <a16:creationId xmlns:a16="http://schemas.microsoft.com/office/drawing/2014/main" id="{BA45AD96-F5AF-4075-86DE-27366EF2792C}"/>
                </a:ext>
              </a:extLst>
            </p:cNvPr>
            <p:cNvSpPr>
              <a:spLocks noEditPoints="1"/>
            </p:cNvSpPr>
            <p:nvPr userDrawn="1"/>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0" name="Freeform 16">
              <a:extLst>
                <a:ext uri="{FF2B5EF4-FFF2-40B4-BE49-F238E27FC236}">
                  <a16:creationId xmlns:a16="http://schemas.microsoft.com/office/drawing/2014/main" id="{BB34F054-D296-4BA7-A495-E174D9BE84D6}"/>
                </a:ext>
              </a:extLst>
            </p:cNvPr>
            <p:cNvSpPr>
              <a:spLocks noEditPoints="1"/>
            </p:cNvSpPr>
            <p:nvPr userDrawn="1"/>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1" name="Freeform 16">
              <a:extLst>
                <a:ext uri="{FF2B5EF4-FFF2-40B4-BE49-F238E27FC236}">
                  <a16:creationId xmlns:a16="http://schemas.microsoft.com/office/drawing/2014/main" id="{F429DE27-C226-4AA5-9816-E6376A4E2A9C}"/>
                </a:ext>
              </a:extLst>
            </p:cNvPr>
            <p:cNvSpPr>
              <a:spLocks noEditPoints="1"/>
            </p:cNvSpPr>
            <p:nvPr userDrawn="1"/>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2" name="Freeform 16">
              <a:extLst>
                <a:ext uri="{FF2B5EF4-FFF2-40B4-BE49-F238E27FC236}">
                  <a16:creationId xmlns:a16="http://schemas.microsoft.com/office/drawing/2014/main" id="{EE6506CD-9CC1-4BC6-BC32-DFD6FB136AF1}"/>
                </a:ext>
              </a:extLst>
            </p:cNvPr>
            <p:cNvSpPr>
              <a:spLocks noEditPoints="1"/>
            </p:cNvSpPr>
            <p:nvPr userDrawn="1"/>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3" name="Freeform 16">
              <a:extLst>
                <a:ext uri="{FF2B5EF4-FFF2-40B4-BE49-F238E27FC236}">
                  <a16:creationId xmlns:a16="http://schemas.microsoft.com/office/drawing/2014/main" id="{B3A7E91D-34EB-4744-A1A0-13EC637748C3}"/>
                </a:ext>
              </a:extLst>
            </p:cNvPr>
            <p:cNvSpPr>
              <a:spLocks noEditPoints="1"/>
            </p:cNvSpPr>
            <p:nvPr userDrawn="1"/>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4" name="Freeform 16">
              <a:extLst>
                <a:ext uri="{FF2B5EF4-FFF2-40B4-BE49-F238E27FC236}">
                  <a16:creationId xmlns:a16="http://schemas.microsoft.com/office/drawing/2014/main" id="{65A23728-E731-4707-AC6B-35FB937AE7A4}"/>
                </a:ext>
              </a:extLst>
            </p:cNvPr>
            <p:cNvSpPr>
              <a:spLocks noEditPoints="1"/>
            </p:cNvSpPr>
            <p:nvPr userDrawn="1"/>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5" name="Freeform 16">
              <a:extLst>
                <a:ext uri="{FF2B5EF4-FFF2-40B4-BE49-F238E27FC236}">
                  <a16:creationId xmlns:a16="http://schemas.microsoft.com/office/drawing/2014/main" id="{D8983A2E-8721-4A78-B55C-FD0940B28E97}"/>
                </a:ext>
              </a:extLst>
            </p:cNvPr>
            <p:cNvSpPr>
              <a:spLocks noEditPoints="1"/>
            </p:cNvSpPr>
            <p:nvPr userDrawn="1"/>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6" name="Freeform 16">
              <a:extLst>
                <a:ext uri="{FF2B5EF4-FFF2-40B4-BE49-F238E27FC236}">
                  <a16:creationId xmlns:a16="http://schemas.microsoft.com/office/drawing/2014/main" id="{FD4BBBB1-537D-4BF3-9BCC-DB166F1B91EF}"/>
                </a:ext>
              </a:extLst>
            </p:cNvPr>
            <p:cNvSpPr>
              <a:spLocks noEditPoints="1"/>
            </p:cNvSpPr>
            <p:nvPr userDrawn="1"/>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7" name="Freeform 16">
              <a:extLst>
                <a:ext uri="{FF2B5EF4-FFF2-40B4-BE49-F238E27FC236}">
                  <a16:creationId xmlns:a16="http://schemas.microsoft.com/office/drawing/2014/main" id="{AB55ADFF-1418-463B-9F69-0448C6BC5598}"/>
                </a:ext>
              </a:extLst>
            </p:cNvPr>
            <p:cNvSpPr>
              <a:spLocks noEditPoints="1"/>
            </p:cNvSpPr>
            <p:nvPr userDrawn="1"/>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8" name="Freeform 16">
              <a:extLst>
                <a:ext uri="{FF2B5EF4-FFF2-40B4-BE49-F238E27FC236}">
                  <a16:creationId xmlns:a16="http://schemas.microsoft.com/office/drawing/2014/main" id="{7DB31205-26C8-4B40-84B2-A21E042869C4}"/>
                </a:ext>
              </a:extLst>
            </p:cNvPr>
            <p:cNvSpPr>
              <a:spLocks noEditPoints="1"/>
            </p:cNvSpPr>
            <p:nvPr userDrawn="1"/>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9" name="Freeform 16">
              <a:extLst>
                <a:ext uri="{FF2B5EF4-FFF2-40B4-BE49-F238E27FC236}">
                  <a16:creationId xmlns:a16="http://schemas.microsoft.com/office/drawing/2014/main" id="{A55615A4-EA9A-41B6-9F9B-5608693927A9}"/>
                </a:ext>
              </a:extLst>
            </p:cNvPr>
            <p:cNvSpPr>
              <a:spLocks noEditPoints="1"/>
            </p:cNvSpPr>
            <p:nvPr userDrawn="1"/>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0" name="Freeform 16">
              <a:extLst>
                <a:ext uri="{FF2B5EF4-FFF2-40B4-BE49-F238E27FC236}">
                  <a16:creationId xmlns:a16="http://schemas.microsoft.com/office/drawing/2014/main" id="{A66AFF9B-47A8-431E-A764-E6AFD677715E}"/>
                </a:ext>
              </a:extLst>
            </p:cNvPr>
            <p:cNvSpPr>
              <a:spLocks noEditPoints="1"/>
            </p:cNvSpPr>
            <p:nvPr userDrawn="1"/>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1" name="Freeform 16">
              <a:extLst>
                <a:ext uri="{FF2B5EF4-FFF2-40B4-BE49-F238E27FC236}">
                  <a16:creationId xmlns:a16="http://schemas.microsoft.com/office/drawing/2014/main" id="{BB50F388-4C4F-4B03-AD18-01111D1C59A1}"/>
                </a:ext>
              </a:extLst>
            </p:cNvPr>
            <p:cNvSpPr>
              <a:spLocks noEditPoints="1"/>
            </p:cNvSpPr>
            <p:nvPr userDrawn="1"/>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2" name="Freeform 16">
              <a:extLst>
                <a:ext uri="{FF2B5EF4-FFF2-40B4-BE49-F238E27FC236}">
                  <a16:creationId xmlns:a16="http://schemas.microsoft.com/office/drawing/2014/main" id="{CF3FB584-0B0E-423F-925C-1180324EBD34}"/>
                </a:ext>
              </a:extLst>
            </p:cNvPr>
            <p:cNvSpPr>
              <a:spLocks noEditPoints="1"/>
            </p:cNvSpPr>
            <p:nvPr userDrawn="1"/>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3" name="Freeform 16">
              <a:extLst>
                <a:ext uri="{FF2B5EF4-FFF2-40B4-BE49-F238E27FC236}">
                  <a16:creationId xmlns:a16="http://schemas.microsoft.com/office/drawing/2014/main" id="{ED4EC88C-3F33-4DC1-85B0-07C4415BBD45}"/>
                </a:ext>
              </a:extLst>
            </p:cNvPr>
            <p:cNvSpPr>
              <a:spLocks noEditPoints="1"/>
            </p:cNvSpPr>
            <p:nvPr userDrawn="1"/>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4" name="Freeform 16">
              <a:extLst>
                <a:ext uri="{FF2B5EF4-FFF2-40B4-BE49-F238E27FC236}">
                  <a16:creationId xmlns:a16="http://schemas.microsoft.com/office/drawing/2014/main" id="{1C4B329A-FB4F-44FB-B230-B1047E59B394}"/>
                </a:ext>
              </a:extLst>
            </p:cNvPr>
            <p:cNvSpPr>
              <a:spLocks noEditPoints="1"/>
            </p:cNvSpPr>
            <p:nvPr userDrawn="1"/>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5" name="Freeform 16">
              <a:extLst>
                <a:ext uri="{FF2B5EF4-FFF2-40B4-BE49-F238E27FC236}">
                  <a16:creationId xmlns:a16="http://schemas.microsoft.com/office/drawing/2014/main" id="{BE396084-F429-410A-AF78-35CDD96AF6BE}"/>
                </a:ext>
              </a:extLst>
            </p:cNvPr>
            <p:cNvSpPr>
              <a:spLocks noEditPoints="1"/>
            </p:cNvSpPr>
            <p:nvPr userDrawn="1"/>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6" name="Freeform 16">
              <a:extLst>
                <a:ext uri="{FF2B5EF4-FFF2-40B4-BE49-F238E27FC236}">
                  <a16:creationId xmlns:a16="http://schemas.microsoft.com/office/drawing/2014/main" id="{6F0A9973-4361-4CB5-876A-37B001931E15}"/>
                </a:ext>
              </a:extLst>
            </p:cNvPr>
            <p:cNvSpPr>
              <a:spLocks noEditPoints="1"/>
            </p:cNvSpPr>
            <p:nvPr userDrawn="1"/>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7" name="Freeform 16">
              <a:extLst>
                <a:ext uri="{FF2B5EF4-FFF2-40B4-BE49-F238E27FC236}">
                  <a16:creationId xmlns:a16="http://schemas.microsoft.com/office/drawing/2014/main" id="{1F716BE4-ED9D-4AFC-8882-00791784384A}"/>
                </a:ext>
              </a:extLst>
            </p:cNvPr>
            <p:cNvSpPr>
              <a:spLocks noEditPoints="1"/>
            </p:cNvSpPr>
            <p:nvPr userDrawn="1"/>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8" name="Freeform 16">
              <a:extLst>
                <a:ext uri="{FF2B5EF4-FFF2-40B4-BE49-F238E27FC236}">
                  <a16:creationId xmlns:a16="http://schemas.microsoft.com/office/drawing/2014/main" id="{A3188B9A-07AD-4D67-9017-92061B138A3F}"/>
                </a:ext>
              </a:extLst>
            </p:cNvPr>
            <p:cNvSpPr>
              <a:spLocks noEditPoints="1"/>
            </p:cNvSpPr>
            <p:nvPr userDrawn="1"/>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9" name="Freeform 16">
              <a:extLst>
                <a:ext uri="{FF2B5EF4-FFF2-40B4-BE49-F238E27FC236}">
                  <a16:creationId xmlns:a16="http://schemas.microsoft.com/office/drawing/2014/main" id="{DE8AD78A-ABB9-4B8E-A0F9-F7CCA2E2EF8F}"/>
                </a:ext>
              </a:extLst>
            </p:cNvPr>
            <p:cNvSpPr>
              <a:spLocks noEditPoints="1"/>
            </p:cNvSpPr>
            <p:nvPr userDrawn="1"/>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0" name="Freeform 16">
              <a:extLst>
                <a:ext uri="{FF2B5EF4-FFF2-40B4-BE49-F238E27FC236}">
                  <a16:creationId xmlns:a16="http://schemas.microsoft.com/office/drawing/2014/main" id="{02865DC5-04F0-4328-8C93-50994C40E460}"/>
                </a:ext>
              </a:extLst>
            </p:cNvPr>
            <p:cNvSpPr>
              <a:spLocks noEditPoints="1"/>
            </p:cNvSpPr>
            <p:nvPr userDrawn="1"/>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1" name="Freeform 16">
              <a:extLst>
                <a:ext uri="{FF2B5EF4-FFF2-40B4-BE49-F238E27FC236}">
                  <a16:creationId xmlns:a16="http://schemas.microsoft.com/office/drawing/2014/main" id="{541DB8F0-C031-42C1-A57D-729DA2CFF352}"/>
                </a:ext>
              </a:extLst>
            </p:cNvPr>
            <p:cNvSpPr>
              <a:spLocks noEditPoints="1"/>
            </p:cNvSpPr>
            <p:nvPr userDrawn="1"/>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2" name="Freeform 16">
              <a:extLst>
                <a:ext uri="{FF2B5EF4-FFF2-40B4-BE49-F238E27FC236}">
                  <a16:creationId xmlns:a16="http://schemas.microsoft.com/office/drawing/2014/main" id="{E74F6813-CEDF-4C90-9515-18F2D2808D82}"/>
                </a:ext>
              </a:extLst>
            </p:cNvPr>
            <p:cNvSpPr>
              <a:spLocks noEditPoints="1"/>
            </p:cNvSpPr>
            <p:nvPr userDrawn="1"/>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3" name="Freeform 16">
              <a:extLst>
                <a:ext uri="{FF2B5EF4-FFF2-40B4-BE49-F238E27FC236}">
                  <a16:creationId xmlns:a16="http://schemas.microsoft.com/office/drawing/2014/main" id="{178439D5-98F9-4547-AA18-8F0D15FA5033}"/>
                </a:ext>
              </a:extLst>
            </p:cNvPr>
            <p:cNvSpPr>
              <a:spLocks noEditPoints="1"/>
            </p:cNvSpPr>
            <p:nvPr userDrawn="1"/>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4" name="Freeform 16">
              <a:extLst>
                <a:ext uri="{FF2B5EF4-FFF2-40B4-BE49-F238E27FC236}">
                  <a16:creationId xmlns:a16="http://schemas.microsoft.com/office/drawing/2014/main" id="{FF65ACCA-B29A-4B23-99DF-9E8988FE7762}"/>
                </a:ext>
              </a:extLst>
            </p:cNvPr>
            <p:cNvSpPr>
              <a:spLocks noEditPoints="1"/>
            </p:cNvSpPr>
            <p:nvPr userDrawn="1"/>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5" name="Freeform 16">
              <a:extLst>
                <a:ext uri="{FF2B5EF4-FFF2-40B4-BE49-F238E27FC236}">
                  <a16:creationId xmlns:a16="http://schemas.microsoft.com/office/drawing/2014/main" id="{08202144-2699-405E-B70E-10ACB625045A}"/>
                </a:ext>
              </a:extLst>
            </p:cNvPr>
            <p:cNvSpPr>
              <a:spLocks noEditPoints="1"/>
            </p:cNvSpPr>
            <p:nvPr userDrawn="1"/>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6" name="Freeform 16">
              <a:extLst>
                <a:ext uri="{FF2B5EF4-FFF2-40B4-BE49-F238E27FC236}">
                  <a16:creationId xmlns:a16="http://schemas.microsoft.com/office/drawing/2014/main" id="{8F59B94B-2422-4834-BD86-CFE3D8A53F90}"/>
                </a:ext>
              </a:extLst>
            </p:cNvPr>
            <p:cNvSpPr>
              <a:spLocks noEditPoints="1"/>
            </p:cNvSpPr>
            <p:nvPr userDrawn="1"/>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7" name="Freeform 16">
              <a:extLst>
                <a:ext uri="{FF2B5EF4-FFF2-40B4-BE49-F238E27FC236}">
                  <a16:creationId xmlns:a16="http://schemas.microsoft.com/office/drawing/2014/main" id="{C5893D12-2CAA-4072-80FB-D3E997100566}"/>
                </a:ext>
              </a:extLst>
            </p:cNvPr>
            <p:cNvSpPr>
              <a:spLocks noEditPoints="1"/>
            </p:cNvSpPr>
            <p:nvPr userDrawn="1"/>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8" name="Freeform 16">
              <a:extLst>
                <a:ext uri="{FF2B5EF4-FFF2-40B4-BE49-F238E27FC236}">
                  <a16:creationId xmlns:a16="http://schemas.microsoft.com/office/drawing/2014/main" id="{C5D33650-F7DF-4640-8624-E4A406586BE1}"/>
                </a:ext>
              </a:extLst>
            </p:cNvPr>
            <p:cNvSpPr>
              <a:spLocks noEditPoints="1"/>
            </p:cNvSpPr>
            <p:nvPr userDrawn="1"/>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9" name="Freeform 16">
              <a:extLst>
                <a:ext uri="{FF2B5EF4-FFF2-40B4-BE49-F238E27FC236}">
                  <a16:creationId xmlns:a16="http://schemas.microsoft.com/office/drawing/2014/main" id="{D8E569D6-7F89-4731-A6B8-6AFEB4544E17}"/>
                </a:ext>
              </a:extLst>
            </p:cNvPr>
            <p:cNvSpPr>
              <a:spLocks noEditPoints="1"/>
            </p:cNvSpPr>
            <p:nvPr userDrawn="1"/>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0" name="Freeform 16">
              <a:extLst>
                <a:ext uri="{FF2B5EF4-FFF2-40B4-BE49-F238E27FC236}">
                  <a16:creationId xmlns:a16="http://schemas.microsoft.com/office/drawing/2014/main" id="{80CEE136-CAF7-4993-84B3-67A0917C53FB}"/>
                </a:ext>
              </a:extLst>
            </p:cNvPr>
            <p:cNvSpPr>
              <a:spLocks noEditPoints="1"/>
            </p:cNvSpPr>
            <p:nvPr userDrawn="1"/>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1" name="Freeform 16">
              <a:extLst>
                <a:ext uri="{FF2B5EF4-FFF2-40B4-BE49-F238E27FC236}">
                  <a16:creationId xmlns:a16="http://schemas.microsoft.com/office/drawing/2014/main" id="{FFDB2B08-42EF-46F1-9397-9A855C1A24CA}"/>
                </a:ext>
              </a:extLst>
            </p:cNvPr>
            <p:cNvSpPr>
              <a:spLocks noEditPoints="1"/>
            </p:cNvSpPr>
            <p:nvPr userDrawn="1"/>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2" name="Freeform 16">
              <a:extLst>
                <a:ext uri="{FF2B5EF4-FFF2-40B4-BE49-F238E27FC236}">
                  <a16:creationId xmlns:a16="http://schemas.microsoft.com/office/drawing/2014/main" id="{AB77A349-A09C-4B90-9A2C-EA856A8D86D5}"/>
                </a:ext>
              </a:extLst>
            </p:cNvPr>
            <p:cNvSpPr>
              <a:spLocks noEditPoints="1"/>
            </p:cNvSpPr>
            <p:nvPr userDrawn="1"/>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3" name="Freeform 16">
              <a:extLst>
                <a:ext uri="{FF2B5EF4-FFF2-40B4-BE49-F238E27FC236}">
                  <a16:creationId xmlns:a16="http://schemas.microsoft.com/office/drawing/2014/main" id="{48608721-EE4A-426A-91C2-C463004F9706}"/>
                </a:ext>
              </a:extLst>
            </p:cNvPr>
            <p:cNvSpPr>
              <a:spLocks noEditPoints="1"/>
            </p:cNvSpPr>
            <p:nvPr userDrawn="1"/>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4" name="Freeform 16">
              <a:extLst>
                <a:ext uri="{FF2B5EF4-FFF2-40B4-BE49-F238E27FC236}">
                  <a16:creationId xmlns:a16="http://schemas.microsoft.com/office/drawing/2014/main" id="{B927CE31-5623-45C2-9E5E-6EF014536534}"/>
                </a:ext>
              </a:extLst>
            </p:cNvPr>
            <p:cNvSpPr>
              <a:spLocks noEditPoints="1"/>
            </p:cNvSpPr>
            <p:nvPr userDrawn="1"/>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5" name="Freeform 16">
              <a:extLst>
                <a:ext uri="{FF2B5EF4-FFF2-40B4-BE49-F238E27FC236}">
                  <a16:creationId xmlns:a16="http://schemas.microsoft.com/office/drawing/2014/main" id="{664A9588-E7C2-4376-869E-12661D073ADF}"/>
                </a:ext>
              </a:extLst>
            </p:cNvPr>
            <p:cNvSpPr>
              <a:spLocks noEditPoints="1"/>
            </p:cNvSpPr>
            <p:nvPr userDrawn="1"/>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6" name="Freeform 16">
              <a:extLst>
                <a:ext uri="{FF2B5EF4-FFF2-40B4-BE49-F238E27FC236}">
                  <a16:creationId xmlns:a16="http://schemas.microsoft.com/office/drawing/2014/main" id="{C07EBDA9-99B9-4FEA-8E61-CF7766C803D2}"/>
                </a:ext>
              </a:extLst>
            </p:cNvPr>
            <p:cNvSpPr>
              <a:spLocks noEditPoints="1"/>
            </p:cNvSpPr>
            <p:nvPr userDrawn="1"/>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7" name="Freeform 16">
              <a:extLst>
                <a:ext uri="{FF2B5EF4-FFF2-40B4-BE49-F238E27FC236}">
                  <a16:creationId xmlns:a16="http://schemas.microsoft.com/office/drawing/2014/main" id="{E44A3FF9-F9CA-4868-B495-9C7AAE9DDF96}"/>
                </a:ext>
              </a:extLst>
            </p:cNvPr>
            <p:cNvSpPr>
              <a:spLocks noEditPoints="1"/>
            </p:cNvSpPr>
            <p:nvPr userDrawn="1"/>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8" name="Freeform 16">
              <a:extLst>
                <a:ext uri="{FF2B5EF4-FFF2-40B4-BE49-F238E27FC236}">
                  <a16:creationId xmlns:a16="http://schemas.microsoft.com/office/drawing/2014/main" id="{CCF5D671-0529-4209-8A7C-1149C280118B}"/>
                </a:ext>
              </a:extLst>
            </p:cNvPr>
            <p:cNvSpPr>
              <a:spLocks noEditPoints="1"/>
            </p:cNvSpPr>
            <p:nvPr userDrawn="1"/>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9" name="Freeform 16">
              <a:extLst>
                <a:ext uri="{FF2B5EF4-FFF2-40B4-BE49-F238E27FC236}">
                  <a16:creationId xmlns:a16="http://schemas.microsoft.com/office/drawing/2014/main" id="{DCA290DC-6B1F-40EB-A9F0-F96F5851B398}"/>
                </a:ext>
              </a:extLst>
            </p:cNvPr>
            <p:cNvSpPr>
              <a:spLocks noEditPoints="1"/>
            </p:cNvSpPr>
            <p:nvPr userDrawn="1"/>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0" name="Freeform 16">
              <a:extLst>
                <a:ext uri="{FF2B5EF4-FFF2-40B4-BE49-F238E27FC236}">
                  <a16:creationId xmlns:a16="http://schemas.microsoft.com/office/drawing/2014/main" id="{36C813C9-8C14-4372-801A-DBB3E037EEFE}"/>
                </a:ext>
              </a:extLst>
            </p:cNvPr>
            <p:cNvSpPr>
              <a:spLocks noEditPoints="1"/>
            </p:cNvSpPr>
            <p:nvPr userDrawn="1"/>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1" name="Freeform 16">
              <a:extLst>
                <a:ext uri="{FF2B5EF4-FFF2-40B4-BE49-F238E27FC236}">
                  <a16:creationId xmlns:a16="http://schemas.microsoft.com/office/drawing/2014/main" id="{F253EC72-B338-4BBF-9042-C191E60067EF}"/>
                </a:ext>
              </a:extLst>
            </p:cNvPr>
            <p:cNvSpPr>
              <a:spLocks noEditPoints="1"/>
            </p:cNvSpPr>
            <p:nvPr userDrawn="1"/>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2" name="Freeform 16">
              <a:extLst>
                <a:ext uri="{FF2B5EF4-FFF2-40B4-BE49-F238E27FC236}">
                  <a16:creationId xmlns:a16="http://schemas.microsoft.com/office/drawing/2014/main" id="{7B28B5DF-2DA6-4E8F-817A-C1902DCD4552}"/>
                </a:ext>
              </a:extLst>
            </p:cNvPr>
            <p:cNvSpPr>
              <a:spLocks noEditPoints="1"/>
            </p:cNvSpPr>
            <p:nvPr userDrawn="1"/>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3" name="Freeform 16">
              <a:extLst>
                <a:ext uri="{FF2B5EF4-FFF2-40B4-BE49-F238E27FC236}">
                  <a16:creationId xmlns:a16="http://schemas.microsoft.com/office/drawing/2014/main" id="{09D7394F-F75D-4FED-8923-575F140FA2B8}"/>
                </a:ext>
              </a:extLst>
            </p:cNvPr>
            <p:cNvSpPr>
              <a:spLocks noEditPoints="1"/>
            </p:cNvSpPr>
            <p:nvPr userDrawn="1"/>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4" name="Freeform 16">
              <a:extLst>
                <a:ext uri="{FF2B5EF4-FFF2-40B4-BE49-F238E27FC236}">
                  <a16:creationId xmlns:a16="http://schemas.microsoft.com/office/drawing/2014/main" id="{F172134A-6C32-4752-97D8-E661E6A26310}"/>
                </a:ext>
              </a:extLst>
            </p:cNvPr>
            <p:cNvSpPr>
              <a:spLocks noEditPoints="1"/>
            </p:cNvSpPr>
            <p:nvPr userDrawn="1"/>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5" name="Freeform 16">
              <a:extLst>
                <a:ext uri="{FF2B5EF4-FFF2-40B4-BE49-F238E27FC236}">
                  <a16:creationId xmlns:a16="http://schemas.microsoft.com/office/drawing/2014/main" id="{6CAB8EBC-D1A2-4B27-9297-ADFA1B5C1AF7}"/>
                </a:ext>
              </a:extLst>
            </p:cNvPr>
            <p:cNvSpPr>
              <a:spLocks noEditPoints="1"/>
            </p:cNvSpPr>
            <p:nvPr userDrawn="1"/>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6" name="Freeform 16">
              <a:extLst>
                <a:ext uri="{FF2B5EF4-FFF2-40B4-BE49-F238E27FC236}">
                  <a16:creationId xmlns:a16="http://schemas.microsoft.com/office/drawing/2014/main" id="{6E5A44D5-4DED-4075-8C18-C4EE1E61AB39}"/>
                </a:ext>
              </a:extLst>
            </p:cNvPr>
            <p:cNvSpPr>
              <a:spLocks noEditPoints="1"/>
            </p:cNvSpPr>
            <p:nvPr userDrawn="1"/>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7" name="Freeform 16">
              <a:extLst>
                <a:ext uri="{FF2B5EF4-FFF2-40B4-BE49-F238E27FC236}">
                  <a16:creationId xmlns:a16="http://schemas.microsoft.com/office/drawing/2014/main" id="{47E67357-8F43-4716-AF36-C4D3FAD5776D}"/>
                </a:ext>
              </a:extLst>
            </p:cNvPr>
            <p:cNvSpPr>
              <a:spLocks noEditPoints="1"/>
            </p:cNvSpPr>
            <p:nvPr userDrawn="1"/>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8" name="Freeform 16">
              <a:extLst>
                <a:ext uri="{FF2B5EF4-FFF2-40B4-BE49-F238E27FC236}">
                  <a16:creationId xmlns:a16="http://schemas.microsoft.com/office/drawing/2014/main" id="{CDB9D3D1-A9FF-4CC6-B6AD-51D73FCAE1D4}"/>
                </a:ext>
              </a:extLst>
            </p:cNvPr>
            <p:cNvSpPr>
              <a:spLocks noEditPoints="1"/>
            </p:cNvSpPr>
            <p:nvPr userDrawn="1"/>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9" name="Freeform 16">
              <a:extLst>
                <a:ext uri="{FF2B5EF4-FFF2-40B4-BE49-F238E27FC236}">
                  <a16:creationId xmlns:a16="http://schemas.microsoft.com/office/drawing/2014/main" id="{B1C55A0F-DE6D-4BE9-B90E-685770171078}"/>
                </a:ext>
              </a:extLst>
            </p:cNvPr>
            <p:cNvSpPr>
              <a:spLocks noEditPoints="1"/>
            </p:cNvSpPr>
            <p:nvPr userDrawn="1"/>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0" name="Freeform 16">
              <a:extLst>
                <a:ext uri="{FF2B5EF4-FFF2-40B4-BE49-F238E27FC236}">
                  <a16:creationId xmlns:a16="http://schemas.microsoft.com/office/drawing/2014/main" id="{6627EE65-8BCE-41D8-BE30-34A95B942473}"/>
                </a:ext>
              </a:extLst>
            </p:cNvPr>
            <p:cNvSpPr>
              <a:spLocks noEditPoints="1"/>
            </p:cNvSpPr>
            <p:nvPr userDrawn="1"/>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1" name="Freeform 16">
              <a:extLst>
                <a:ext uri="{FF2B5EF4-FFF2-40B4-BE49-F238E27FC236}">
                  <a16:creationId xmlns:a16="http://schemas.microsoft.com/office/drawing/2014/main" id="{FA999AE1-300A-4580-A684-3752E1FB0EF1}"/>
                </a:ext>
              </a:extLst>
            </p:cNvPr>
            <p:cNvSpPr>
              <a:spLocks noEditPoints="1"/>
            </p:cNvSpPr>
            <p:nvPr userDrawn="1"/>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2" name="Freeform 16">
              <a:extLst>
                <a:ext uri="{FF2B5EF4-FFF2-40B4-BE49-F238E27FC236}">
                  <a16:creationId xmlns:a16="http://schemas.microsoft.com/office/drawing/2014/main" id="{9BB492A4-E274-4551-A97A-AD8A2538EB6E}"/>
                </a:ext>
              </a:extLst>
            </p:cNvPr>
            <p:cNvSpPr>
              <a:spLocks noEditPoints="1"/>
            </p:cNvSpPr>
            <p:nvPr userDrawn="1"/>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3" name="Freeform 16">
              <a:extLst>
                <a:ext uri="{FF2B5EF4-FFF2-40B4-BE49-F238E27FC236}">
                  <a16:creationId xmlns:a16="http://schemas.microsoft.com/office/drawing/2014/main" id="{CBF53111-DF01-47C3-8596-B57862E0C31E}"/>
                </a:ext>
              </a:extLst>
            </p:cNvPr>
            <p:cNvSpPr>
              <a:spLocks noEditPoints="1"/>
            </p:cNvSpPr>
            <p:nvPr userDrawn="1"/>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4" name="Freeform 16">
              <a:extLst>
                <a:ext uri="{FF2B5EF4-FFF2-40B4-BE49-F238E27FC236}">
                  <a16:creationId xmlns:a16="http://schemas.microsoft.com/office/drawing/2014/main" id="{C53F7DDB-439E-47C6-90BD-B22EA9B7CDF3}"/>
                </a:ext>
              </a:extLst>
            </p:cNvPr>
            <p:cNvSpPr>
              <a:spLocks noEditPoints="1"/>
            </p:cNvSpPr>
            <p:nvPr userDrawn="1"/>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5" name="Freeform 16">
              <a:extLst>
                <a:ext uri="{FF2B5EF4-FFF2-40B4-BE49-F238E27FC236}">
                  <a16:creationId xmlns:a16="http://schemas.microsoft.com/office/drawing/2014/main" id="{81E7F6E6-2542-47E1-AE43-9B182D375826}"/>
                </a:ext>
              </a:extLst>
            </p:cNvPr>
            <p:cNvSpPr>
              <a:spLocks noEditPoints="1"/>
            </p:cNvSpPr>
            <p:nvPr userDrawn="1"/>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6" name="Freeform 16">
              <a:extLst>
                <a:ext uri="{FF2B5EF4-FFF2-40B4-BE49-F238E27FC236}">
                  <a16:creationId xmlns:a16="http://schemas.microsoft.com/office/drawing/2014/main" id="{E777532A-71A5-494B-820C-48C05EC74CA0}"/>
                </a:ext>
              </a:extLst>
            </p:cNvPr>
            <p:cNvSpPr>
              <a:spLocks noEditPoints="1"/>
            </p:cNvSpPr>
            <p:nvPr userDrawn="1"/>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7" name="Freeform 16">
              <a:extLst>
                <a:ext uri="{FF2B5EF4-FFF2-40B4-BE49-F238E27FC236}">
                  <a16:creationId xmlns:a16="http://schemas.microsoft.com/office/drawing/2014/main" id="{70329985-9DF6-417E-8BE0-92923294554F}"/>
                </a:ext>
              </a:extLst>
            </p:cNvPr>
            <p:cNvSpPr>
              <a:spLocks noEditPoints="1"/>
            </p:cNvSpPr>
            <p:nvPr userDrawn="1"/>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8" name="Freeform 16">
              <a:extLst>
                <a:ext uri="{FF2B5EF4-FFF2-40B4-BE49-F238E27FC236}">
                  <a16:creationId xmlns:a16="http://schemas.microsoft.com/office/drawing/2014/main" id="{00252936-908A-4F1A-B1D6-E291EDBA6E00}"/>
                </a:ext>
              </a:extLst>
            </p:cNvPr>
            <p:cNvSpPr>
              <a:spLocks noEditPoints="1"/>
            </p:cNvSpPr>
            <p:nvPr userDrawn="1"/>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9" name="Freeform 16">
              <a:extLst>
                <a:ext uri="{FF2B5EF4-FFF2-40B4-BE49-F238E27FC236}">
                  <a16:creationId xmlns:a16="http://schemas.microsoft.com/office/drawing/2014/main" id="{1614E059-CFCA-409A-8521-5A7B0CD0E428}"/>
                </a:ext>
              </a:extLst>
            </p:cNvPr>
            <p:cNvSpPr>
              <a:spLocks noEditPoints="1"/>
            </p:cNvSpPr>
            <p:nvPr userDrawn="1"/>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0" name="Freeform 16">
              <a:extLst>
                <a:ext uri="{FF2B5EF4-FFF2-40B4-BE49-F238E27FC236}">
                  <a16:creationId xmlns:a16="http://schemas.microsoft.com/office/drawing/2014/main" id="{D67A4711-AC1A-4F94-B614-DDA70F4AB3ED}"/>
                </a:ext>
              </a:extLst>
            </p:cNvPr>
            <p:cNvSpPr>
              <a:spLocks noEditPoints="1"/>
            </p:cNvSpPr>
            <p:nvPr userDrawn="1"/>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1" name="Freeform 16">
              <a:extLst>
                <a:ext uri="{FF2B5EF4-FFF2-40B4-BE49-F238E27FC236}">
                  <a16:creationId xmlns:a16="http://schemas.microsoft.com/office/drawing/2014/main" id="{7AC93D6D-B965-4CFB-82B3-C2F8189DD772}"/>
                </a:ext>
              </a:extLst>
            </p:cNvPr>
            <p:cNvSpPr>
              <a:spLocks noEditPoints="1"/>
            </p:cNvSpPr>
            <p:nvPr userDrawn="1"/>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2" name="Freeform 16">
              <a:extLst>
                <a:ext uri="{FF2B5EF4-FFF2-40B4-BE49-F238E27FC236}">
                  <a16:creationId xmlns:a16="http://schemas.microsoft.com/office/drawing/2014/main" id="{00CA144B-A572-487C-B67D-E0784F6971CB}"/>
                </a:ext>
              </a:extLst>
            </p:cNvPr>
            <p:cNvSpPr>
              <a:spLocks noEditPoints="1"/>
            </p:cNvSpPr>
            <p:nvPr userDrawn="1"/>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3" name="Freeform 16">
              <a:extLst>
                <a:ext uri="{FF2B5EF4-FFF2-40B4-BE49-F238E27FC236}">
                  <a16:creationId xmlns:a16="http://schemas.microsoft.com/office/drawing/2014/main" id="{E1487B58-3826-42D4-A325-3E4E04785B12}"/>
                </a:ext>
              </a:extLst>
            </p:cNvPr>
            <p:cNvSpPr>
              <a:spLocks noEditPoints="1"/>
            </p:cNvSpPr>
            <p:nvPr userDrawn="1"/>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4" name="Freeform 16">
              <a:extLst>
                <a:ext uri="{FF2B5EF4-FFF2-40B4-BE49-F238E27FC236}">
                  <a16:creationId xmlns:a16="http://schemas.microsoft.com/office/drawing/2014/main" id="{3C65D50D-4B63-4F19-93C9-926E0DA6253B}"/>
                </a:ext>
              </a:extLst>
            </p:cNvPr>
            <p:cNvSpPr>
              <a:spLocks noEditPoints="1"/>
            </p:cNvSpPr>
            <p:nvPr userDrawn="1"/>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5" name="Freeform 16">
              <a:extLst>
                <a:ext uri="{FF2B5EF4-FFF2-40B4-BE49-F238E27FC236}">
                  <a16:creationId xmlns:a16="http://schemas.microsoft.com/office/drawing/2014/main" id="{91A9FD33-BBFB-4EB4-B633-06A023CB6087}"/>
                </a:ext>
              </a:extLst>
            </p:cNvPr>
            <p:cNvSpPr>
              <a:spLocks noEditPoints="1"/>
            </p:cNvSpPr>
            <p:nvPr userDrawn="1"/>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6" name="Freeform 16">
              <a:extLst>
                <a:ext uri="{FF2B5EF4-FFF2-40B4-BE49-F238E27FC236}">
                  <a16:creationId xmlns:a16="http://schemas.microsoft.com/office/drawing/2014/main" id="{8A25449F-C96E-43A9-BE7E-8415CB8CA956}"/>
                </a:ext>
              </a:extLst>
            </p:cNvPr>
            <p:cNvSpPr>
              <a:spLocks noEditPoints="1"/>
            </p:cNvSpPr>
            <p:nvPr userDrawn="1"/>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7" name="Freeform 16">
              <a:extLst>
                <a:ext uri="{FF2B5EF4-FFF2-40B4-BE49-F238E27FC236}">
                  <a16:creationId xmlns:a16="http://schemas.microsoft.com/office/drawing/2014/main" id="{E852D294-5AE3-4C12-AE2F-1361C06DF29D}"/>
                </a:ext>
              </a:extLst>
            </p:cNvPr>
            <p:cNvSpPr>
              <a:spLocks noEditPoints="1"/>
            </p:cNvSpPr>
            <p:nvPr userDrawn="1"/>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8" name="Freeform 16">
              <a:extLst>
                <a:ext uri="{FF2B5EF4-FFF2-40B4-BE49-F238E27FC236}">
                  <a16:creationId xmlns:a16="http://schemas.microsoft.com/office/drawing/2014/main" id="{D75B22CF-07E7-4A6F-B17D-758BBE553840}"/>
                </a:ext>
              </a:extLst>
            </p:cNvPr>
            <p:cNvSpPr>
              <a:spLocks noEditPoints="1"/>
            </p:cNvSpPr>
            <p:nvPr userDrawn="1"/>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9" name="Freeform 16">
              <a:extLst>
                <a:ext uri="{FF2B5EF4-FFF2-40B4-BE49-F238E27FC236}">
                  <a16:creationId xmlns:a16="http://schemas.microsoft.com/office/drawing/2014/main" id="{45BB4DE2-44BF-43BF-9C16-259FA3450315}"/>
                </a:ext>
              </a:extLst>
            </p:cNvPr>
            <p:cNvSpPr>
              <a:spLocks noEditPoints="1"/>
            </p:cNvSpPr>
            <p:nvPr userDrawn="1"/>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0" name="Freeform 16">
              <a:extLst>
                <a:ext uri="{FF2B5EF4-FFF2-40B4-BE49-F238E27FC236}">
                  <a16:creationId xmlns:a16="http://schemas.microsoft.com/office/drawing/2014/main" id="{9082519B-328F-4D85-9648-AA99F35AF427}"/>
                </a:ext>
              </a:extLst>
            </p:cNvPr>
            <p:cNvSpPr>
              <a:spLocks noEditPoints="1"/>
            </p:cNvSpPr>
            <p:nvPr userDrawn="1"/>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1" name="Freeform 16">
              <a:extLst>
                <a:ext uri="{FF2B5EF4-FFF2-40B4-BE49-F238E27FC236}">
                  <a16:creationId xmlns:a16="http://schemas.microsoft.com/office/drawing/2014/main" id="{D9C1B58C-398E-452F-88B1-1E2D056BC39E}"/>
                </a:ext>
              </a:extLst>
            </p:cNvPr>
            <p:cNvSpPr>
              <a:spLocks noEditPoints="1"/>
            </p:cNvSpPr>
            <p:nvPr userDrawn="1"/>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2" name="Freeform 16">
              <a:extLst>
                <a:ext uri="{FF2B5EF4-FFF2-40B4-BE49-F238E27FC236}">
                  <a16:creationId xmlns:a16="http://schemas.microsoft.com/office/drawing/2014/main" id="{1215C438-62B6-48E8-93BD-2400CE7DCBC7}"/>
                </a:ext>
              </a:extLst>
            </p:cNvPr>
            <p:cNvSpPr>
              <a:spLocks noEditPoints="1"/>
            </p:cNvSpPr>
            <p:nvPr userDrawn="1"/>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3" name="Freeform 16">
              <a:extLst>
                <a:ext uri="{FF2B5EF4-FFF2-40B4-BE49-F238E27FC236}">
                  <a16:creationId xmlns:a16="http://schemas.microsoft.com/office/drawing/2014/main" id="{74287A1C-61DC-4764-AD91-0D8AE5D32FD9}"/>
                </a:ext>
              </a:extLst>
            </p:cNvPr>
            <p:cNvSpPr>
              <a:spLocks noEditPoints="1"/>
            </p:cNvSpPr>
            <p:nvPr userDrawn="1"/>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4" name="Freeform 16">
              <a:extLst>
                <a:ext uri="{FF2B5EF4-FFF2-40B4-BE49-F238E27FC236}">
                  <a16:creationId xmlns:a16="http://schemas.microsoft.com/office/drawing/2014/main" id="{935F5F69-3B06-47EE-8A58-9EFC1B83EC69}"/>
                </a:ext>
              </a:extLst>
            </p:cNvPr>
            <p:cNvSpPr>
              <a:spLocks noEditPoints="1"/>
            </p:cNvSpPr>
            <p:nvPr userDrawn="1"/>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5" name="Freeform 16">
              <a:extLst>
                <a:ext uri="{FF2B5EF4-FFF2-40B4-BE49-F238E27FC236}">
                  <a16:creationId xmlns:a16="http://schemas.microsoft.com/office/drawing/2014/main" id="{1101FFF9-CF37-4721-8186-544775DE501D}"/>
                </a:ext>
              </a:extLst>
            </p:cNvPr>
            <p:cNvSpPr>
              <a:spLocks noEditPoints="1"/>
            </p:cNvSpPr>
            <p:nvPr userDrawn="1"/>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6" name="Freeform 16">
              <a:extLst>
                <a:ext uri="{FF2B5EF4-FFF2-40B4-BE49-F238E27FC236}">
                  <a16:creationId xmlns:a16="http://schemas.microsoft.com/office/drawing/2014/main" id="{DA07B02B-AB92-4E6D-BE68-38C0C55A704F}"/>
                </a:ext>
              </a:extLst>
            </p:cNvPr>
            <p:cNvSpPr>
              <a:spLocks noEditPoints="1"/>
            </p:cNvSpPr>
            <p:nvPr userDrawn="1"/>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7" name="Freeform 16">
              <a:extLst>
                <a:ext uri="{FF2B5EF4-FFF2-40B4-BE49-F238E27FC236}">
                  <a16:creationId xmlns:a16="http://schemas.microsoft.com/office/drawing/2014/main" id="{5C7F6697-9CF8-4C52-8134-856F37E69B55}"/>
                </a:ext>
              </a:extLst>
            </p:cNvPr>
            <p:cNvSpPr>
              <a:spLocks noEditPoints="1"/>
            </p:cNvSpPr>
            <p:nvPr userDrawn="1"/>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8" name="Freeform 16">
              <a:extLst>
                <a:ext uri="{FF2B5EF4-FFF2-40B4-BE49-F238E27FC236}">
                  <a16:creationId xmlns:a16="http://schemas.microsoft.com/office/drawing/2014/main" id="{71AE8640-CA8D-45ED-B293-E41C04107BB9}"/>
                </a:ext>
              </a:extLst>
            </p:cNvPr>
            <p:cNvSpPr>
              <a:spLocks noEditPoints="1"/>
            </p:cNvSpPr>
            <p:nvPr userDrawn="1"/>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9" name="Freeform 16">
              <a:extLst>
                <a:ext uri="{FF2B5EF4-FFF2-40B4-BE49-F238E27FC236}">
                  <a16:creationId xmlns:a16="http://schemas.microsoft.com/office/drawing/2014/main" id="{63C196AF-4D4C-4362-BDBF-EC89D3AF7E17}"/>
                </a:ext>
              </a:extLst>
            </p:cNvPr>
            <p:cNvSpPr>
              <a:spLocks noEditPoints="1"/>
            </p:cNvSpPr>
            <p:nvPr userDrawn="1"/>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0" name="Freeform 16">
              <a:extLst>
                <a:ext uri="{FF2B5EF4-FFF2-40B4-BE49-F238E27FC236}">
                  <a16:creationId xmlns:a16="http://schemas.microsoft.com/office/drawing/2014/main" id="{ACA5D87D-1923-4B8B-9B95-C833F20B3FCA}"/>
                </a:ext>
              </a:extLst>
            </p:cNvPr>
            <p:cNvSpPr>
              <a:spLocks noEditPoints="1"/>
            </p:cNvSpPr>
            <p:nvPr userDrawn="1"/>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1" name="Freeform 16">
              <a:extLst>
                <a:ext uri="{FF2B5EF4-FFF2-40B4-BE49-F238E27FC236}">
                  <a16:creationId xmlns:a16="http://schemas.microsoft.com/office/drawing/2014/main" id="{5168EF6E-C030-46F7-940B-B2259B19D5DB}"/>
                </a:ext>
              </a:extLst>
            </p:cNvPr>
            <p:cNvSpPr>
              <a:spLocks noEditPoints="1"/>
            </p:cNvSpPr>
            <p:nvPr userDrawn="1"/>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2" name="Freeform 16">
              <a:extLst>
                <a:ext uri="{FF2B5EF4-FFF2-40B4-BE49-F238E27FC236}">
                  <a16:creationId xmlns:a16="http://schemas.microsoft.com/office/drawing/2014/main" id="{A141EFDE-9FF6-4BED-B3E7-F887DDD96035}"/>
                </a:ext>
              </a:extLst>
            </p:cNvPr>
            <p:cNvSpPr>
              <a:spLocks noEditPoints="1"/>
            </p:cNvSpPr>
            <p:nvPr userDrawn="1"/>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3" name="Freeform 16">
              <a:extLst>
                <a:ext uri="{FF2B5EF4-FFF2-40B4-BE49-F238E27FC236}">
                  <a16:creationId xmlns:a16="http://schemas.microsoft.com/office/drawing/2014/main" id="{F1BD7350-6598-41F6-9255-7CC3E3138875}"/>
                </a:ext>
              </a:extLst>
            </p:cNvPr>
            <p:cNvSpPr>
              <a:spLocks noEditPoints="1"/>
            </p:cNvSpPr>
            <p:nvPr userDrawn="1"/>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4" name="Freeform 16">
              <a:extLst>
                <a:ext uri="{FF2B5EF4-FFF2-40B4-BE49-F238E27FC236}">
                  <a16:creationId xmlns:a16="http://schemas.microsoft.com/office/drawing/2014/main" id="{22AC9D57-87D8-4EB4-9431-D6A909D9B344}"/>
                </a:ext>
              </a:extLst>
            </p:cNvPr>
            <p:cNvSpPr>
              <a:spLocks noEditPoints="1"/>
            </p:cNvSpPr>
            <p:nvPr userDrawn="1"/>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5" name="Freeform 16">
              <a:extLst>
                <a:ext uri="{FF2B5EF4-FFF2-40B4-BE49-F238E27FC236}">
                  <a16:creationId xmlns:a16="http://schemas.microsoft.com/office/drawing/2014/main" id="{5E5F28C9-581C-4582-AFD5-64DAF5C058C8}"/>
                </a:ext>
              </a:extLst>
            </p:cNvPr>
            <p:cNvSpPr>
              <a:spLocks noEditPoints="1"/>
            </p:cNvSpPr>
            <p:nvPr userDrawn="1"/>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6" name="Freeform 16">
              <a:extLst>
                <a:ext uri="{FF2B5EF4-FFF2-40B4-BE49-F238E27FC236}">
                  <a16:creationId xmlns:a16="http://schemas.microsoft.com/office/drawing/2014/main" id="{A3946BBE-EEEB-45AB-8953-28E740687DEF}"/>
                </a:ext>
              </a:extLst>
            </p:cNvPr>
            <p:cNvSpPr>
              <a:spLocks noEditPoints="1"/>
            </p:cNvSpPr>
            <p:nvPr userDrawn="1"/>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7" name="Freeform 16">
              <a:extLst>
                <a:ext uri="{FF2B5EF4-FFF2-40B4-BE49-F238E27FC236}">
                  <a16:creationId xmlns:a16="http://schemas.microsoft.com/office/drawing/2014/main" id="{6CBC4E02-AAC1-4F30-A6A1-640557D976C5}"/>
                </a:ext>
              </a:extLst>
            </p:cNvPr>
            <p:cNvSpPr>
              <a:spLocks noEditPoints="1"/>
            </p:cNvSpPr>
            <p:nvPr userDrawn="1"/>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8" name="Freeform 16">
              <a:extLst>
                <a:ext uri="{FF2B5EF4-FFF2-40B4-BE49-F238E27FC236}">
                  <a16:creationId xmlns:a16="http://schemas.microsoft.com/office/drawing/2014/main" id="{B048D2CD-AC09-4285-A6D5-6EA03B390362}"/>
                </a:ext>
              </a:extLst>
            </p:cNvPr>
            <p:cNvSpPr>
              <a:spLocks noEditPoints="1"/>
            </p:cNvSpPr>
            <p:nvPr userDrawn="1"/>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9" name="Freeform 16">
              <a:extLst>
                <a:ext uri="{FF2B5EF4-FFF2-40B4-BE49-F238E27FC236}">
                  <a16:creationId xmlns:a16="http://schemas.microsoft.com/office/drawing/2014/main" id="{15EF59CC-EAE4-472E-9711-C258CA656229}"/>
                </a:ext>
              </a:extLst>
            </p:cNvPr>
            <p:cNvSpPr>
              <a:spLocks noEditPoints="1"/>
            </p:cNvSpPr>
            <p:nvPr userDrawn="1"/>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0" name="Freeform 16">
              <a:extLst>
                <a:ext uri="{FF2B5EF4-FFF2-40B4-BE49-F238E27FC236}">
                  <a16:creationId xmlns:a16="http://schemas.microsoft.com/office/drawing/2014/main" id="{0C37583E-F9BD-44A9-BE2D-5885FBF11A0D}"/>
                </a:ext>
              </a:extLst>
            </p:cNvPr>
            <p:cNvSpPr>
              <a:spLocks noEditPoints="1"/>
            </p:cNvSpPr>
            <p:nvPr userDrawn="1"/>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1" name="Freeform 16">
              <a:extLst>
                <a:ext uri="{FF2B5EF4-FFF2-40B4-BE49-F238E27FC236}">
                  <a16:creationId xmlns:a16="http://schemas.microsoft.com/office/drawing/2014/main" id="{C8F816AA-7759-4D40-8B9F-93CE389699BC}"/>
                </a:ext>
              </a:extLst>
            </p:cNvPr>
            <p:cNvSpPr>
              <a:spLocks noEditPoints="1"/>
            </p:cNvSpPr>
            <p:nvPr userDrawn="1"/>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2" name="Freeform 16">
              <a:extLst>
                <a:ext uri="{FF2B5EF4-FFF2-40B4-BE49-F238E27FC236}">
                  <a16:creationId xmlns:a16="http://schemas.microsoft.com/office/drawing/2014/main" id="{B65B9489-7839-490A-B77D-E0E3DFA52E40}"/>
                </a:ext>
              </a:extLst>
            </p:cNvPr>
            <p:cNvSpPr>
              <a:spLocks noEditPoints="1"/>
            </p:cNvSpPr>
            <p:nvPr userDrawn="1"/>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3" name="Freeform 16">
              <a:extLst>
                <a:ext uri="{FF2B5EF4-FFF2-40B4-BE49-F238E27FC236}">
                  <a16:creationId xmlns:a16="http://schemas.microsoft.com/office/drawing/2014/main" id="{BECB7B9E-23EE-46B4-90EA-B68B9533FE1F}"/>
                </a:ext>
              </a:extLst>
            </p:cNvPr>
            <p:cNvSpPr>
              <a:spLocks noEditPoints="1"/>
            </p:cNvSpPr>
            <p:nvPr userDrawn="1"/>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4" name="Freeform 16">
              <a:extLst>
                <a:ext uri="{FF2B5EF4-FFF2-40B4-BE49-F238E27FC236}">
                  <a16:creationId xmlns:a16="http://schemas.microsoft.com/office/drawing/2014/main" id="{37F81689-425B-4586-BA28-A52EA6461BD3}"/>
                </a:ext>
              </a:extLst>
            </p:cNvPr>
            <p:cNvSpPr>
              <a:spLocks noEditPoints="1"/>
            </p:cNvSpPr>
            <p:nvPr userDrawn="1"/>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5" name="Freeform 16">
              <a:extLst>
                <a:ext uri="{FF2B5EF4-FFF2-40B4-BE49-F238E27FC236}">
                  <a16:creationId xmlns:a16="http://schemas.microsoft.com/office/drawing/2014/main" id="{F4E46C55-E55C-4DB9-84CB-12BA4E8360B2}"/>
                </a:ext>
              </a:extLst>
            </p:cNvPr>
            <p:cNvSpPr>
              <a:spLocks noEditPoints="1"/>
            </p:cNvSpPr>
            <p:nvPr userDrawn="1"/>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userDrawn="1"/>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6000"/>
            </a:p>
          </p:txBody>
        </p:sp>
        <p:grpSp>
          <p:nvGrpSpPr>
            <p:cNvPr id="267" name="Group 266">
              <a:extLst>
                <a:ext uri="{FF2B5EF4-FFF2-40B4-BE49-F238E27FC236}">
                  <a16:creationId xmlns:a16="http://schemas.microsoft.com/office/drawing/2014/main" id="{B79D6001-5C23-4D4D-89FC-00A862D67E58}"/>
                </a:ext>
              </a:extLst>
            </p:cNvPr>
            <p:cNvGrpSpPr/>
            <p:nvPr userDrawn="1"/>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userDrawn="1"/>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sp>
            <p:nvSpPr>
              <p:cNvPr id="273" name="Freeform 11">
                <a:extLst>
                  <a:ext uri="{FF2B5EF4-FFF2-40B4-BE49-F238E27FC236}">
                    <a16:creationId xmlns:a16="http://schemas.microsoft.com/office/drawing/2014/main" id="{9622CA32-E887-4015-BE52-CE59C58A50BC}"/>
                  </a:ext>
                </a:extLst>
              </p:cNvPr>
              <p:cNvSpPr>
                <a:spLocks/>
              </p:cNvSpPr>
              <p:nvPr userDrawn="1"/>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6000"/>
              </a:p>
            </p:txBody>
          </p:sp>
          <p:sp>
            <p:nvSpPr>
              <p:cNvPr id="274" name="Freeform 12">
                <a:extLst>
                  <a:ext uri="{FF2B5EF4-FFF2-40B4-BE49-F238E27FC236}">
                    <a16:creationId xmlns:a16="http://schemas.microsoft.com/office/drawing/2014/main" id="{15857072-129D-4B83-AEDA-E98AD3A5AEF2}"/>
                  </a:ext>
                </a:extLst>
              </p:cNvPr>
              <p:cNvSpPr>
                <a:spLocks/>
              </p:cNvSpPr>
              <p:nvPr userDrawn="1"/>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grpSp>
        <p:sp>
          <p:nvSpPr>
            <p:cNvPr id="268" name="Rectangle 267">
              <a:extLst>
                <a:ext uri="{FF2B5EF4-FFF2-40B4-BE49-F238E27FC236}">
                  <a16:creationId xmlns:a16="http://schemas.microsoft.com/office/drawing/2014/main" id="{395FD607-A9EB-4369-8C8B-71A1A9564207}"/>
                </a:ext>
              </a:extLst>
            </p:cNvPr>
            <p:cNvSpPr/>
            <p:nvPr userDrawn="1"/>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69" name="Rectangle 268">
              <a:extLst>
                <a:ext uri="{FF2B5EF4-FFF2-40B4-BE49-F238E27FC236}">
                  <a16:creationId xmlns:a16="http://schemas.microsoft.com/office/drawing/2014/main" id="{5CCAC69A-2B74-4981-825D-C3244AD95072}"/>
                </a:ext>
              </a:extLst>
            </p:cNvPr>
            <p:cNvSpPr/>
            <p:nvPr userDrawn="1"/>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0" name="Rectangle 269">
              <a:extLst>
                <a:ext uri="{FF2B5EF4-FFF2-40B4-BE49-F238E27FC236}">
                  <a16:creationId xmlns:a16="http://schemas.microsoft.com/office/drawing/2014/main" id="{660DB5A1-D3C7-4B82-A883-81AAAD318502}"/>
                </a:ext>
              </a:extLst>
            </p:cNvPr>
            <p:cNvSpPr/>
            <p:nvPr userDrawn="1"/>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1" name="Rectangle 270">
              <a:extLst>
                <a:ext uri="{FF2B5EF4-FFF2-40B4-BE49-F238E27FC236}">
                  <a16:creationId xmlns:a16="http://schemas.microsoft.com/office/drawing/2014/main" id="{02F05F0F-A34E-4FE9-AFF6-B23AF6C59A1F}"/>
                </a:ext>
              </a:extLst>
            </p:cNvPr>
            <p:cNvSpPr/>
            <p:nvPr userDrawn="1"/>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grpSp>
      <p:sp>
        <p:nvSpPr>
          <p:cNvPr id="2" name="Title 1"/>
          <p:cNvSpPr>
            <a:spLocks noGrp="1"/>
          </p:cNvSpPr>
          <p:nvPr>
            <p:ph type="title"/>
          </p:nvPr>
        </p:nvSpPr>
        <p:spPr>
          <a:xfrm>
            <a:off x="9540240" y="12557762"/>
            <a:ext cx="24871680" cy="1969770"/>
          </a:xfrm>
        </p:spPr>
        <p:txBody>
          <a:bodyPr/>
          <a:lstStyle>
            <a:lvl1pPr algn="l">
              <a:defRPr sz="9333">
                <a:solidFill>
                  <a:schemeClr val="tx1"/>
                </a:solidFill>
              </a:defRPr>
            </a:lvl1pPr>
          </a:lstStyle>
          <a:p>
            <a:r>
              <a:rPr lang="en-US" dirty="0"/>
              <a:t>Click to edit Master title style</a:t>
            </a:r>
          </a:p>
        </p:txBody>
      </p:sp>
      <p:sp>
        <p:nvSpPr>
          <p:cNvPr id="5" name="Text Placeholder 4"/>
          <p:cNvSpPr>
            <a:spLocks noGrp="1"/>
          </p:cNvSpPr>
          <p:nvPr>
            <p:ph type="body" sz="quarter" idx="10"/>
          </p:nvPr>
        </p:nvSpPr>
        <p:spPr>
          <a:xfrm>
            <a:off x="9540240" y="14538962"/>
            <a:ext cx="24871680" cy="1751543"/>
          </a:xfrm>
        </p:spPr>
        <p:txBody>
          <a:bodyPr/>
          <a:lstStyle>
            <a:lvl1pPr marL="0" indent="0" algn="l">
              <a:buFontTx/>
              <a:buNone/>
              <a:defRPr sz="8000" b="0">
                <a:solidFill>
                  <a:schemeClr val="tx1"/>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4116870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903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36576000" cy="186597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724617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36576000" cy="190166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231579"/>
            <a:ext cx="33253680" cy="1785103"/>
          </a:xfrm>
        </p:spPr>
        <p:txBody>
          <a:bodyPr anchor="ctr"/>
          <a:lstStyle>
            <a:lvl1pPr algn="ctr">
              <a:defRPr sz="9333">
                <a:solidFill>
                  <a:schemeClr val="bg1"/>
                </a:solidFill>
              </a:defRPr>
            </a:lvl1pPr>
          </a:lstStyle>
          <a:p>
            <a:r>
              <a:rPr lang="en-US" dirty="0"/>
              <a:t>Click to edit Master title style</a:t>
            </a:r>
          </a:p>
        </p:txBody>
      </p:sp>
      <p:sp>
        <p:nvSpPr>
          <p:cNvPr id="5" name="Rectangle 4">
            <a:extLst>
              <a:ext uri="{FF2B5EF4-FFF2-40B4-BE49-F238E27FC236}">
                <a16:creationId xmlns:a16="http://schemas.microsoft.com/office/drawing/2014/main" id="{6800CFF9-E316-4985-8903-66B8EB381F9C}"/>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254704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10;&#10;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3967262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1661160" y="2204088"/>
            <a:ext cx="33253680" cy="196977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120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9pPr>
          </a:lstStyle>
          <a:p>
            <a:endParaRPr/>
          </a:p>
        </p:txBody>
      </p:sp>
      <p:sp>
        <p:nvSpPr>
          <p:cNvPr id="30" name="Google Shape;30;p4"/>
          <p:cNvSpPr txBox="1">
            <a:spLocks noGrp="1"/>
          </p:cNvSpPr>
          <p:nvPr>
            <p:ph type="body" idx="1"/>
          </p:nvPr>
        </p:nvSpPr>
        <p:spPr>
          <a:xfrm>
            <a:off x="1722500" y="7010120"/>
            <a:ext cx="33253680" cy="11989287"/>
          </a:xfrm>
          <a:prstGeom prst="rect">
            <a:avLst/>
          </a:prstGeom>
          <a:noFill/>
          <a:ln>
            <a:noFill/>
          </a:ln>
        </p:spPr>
        <p:txBody>
          <a:bodyPr spcFirstLastPara="1" wrap="square" lIns="91425" tIns="91425" rIns="91425" bIns="91425" anchor="t" anchorCtr="0"/>
          <a:lstStyle>
            <a:lvl1pPr marL="1523985" marR="0" lvl="0" indent="-1185321" algn="l" rtl="0">
              <a:lnSpc>
                <a:spcPct val="90000"/>
              </a:lnSpc>
              <a:spcBef>
                <a:spcPts val="3000"/>
              </a:spcBef>
              <a:spcAft>
                <a:spcPts val="0"/>
              </a:spcAft>
              <a:buClr>
                <a:schemeClr val="dk1"/>
              </a:buClr>
              <a:buSzPts val="2000"/>
              <a:buFont typeface="Trebuchet MS"/>
              <a:buChar char="—"/>
              <a:defRPr sz="6667" b="0" i="0" u="none" strike="noStrike" cap="none">
                <a:solidFill>
                  <a:schemeClr val="dk2"/>
                </a:solidFill>
                <a:latin typeface="Trebuchet MS"/>
                <a:ea typeface="Trebuchet MS"/>
                <a:cs typeface="Trebuchet MS"/>
                <a:sym typeface="Trebuchet MS"/>
              </a:defRPr>
            </a:lvl1pPr>
            <a:lvl2pPr marL="3047970" marR="0" lvl="1" indent="-1142989" algn="l" rtl="0">
              <a:lnSpc>
                <a:spcPct val="90000"/>
              </a:lnSpc>
              <a:spcBef>
                <a:spcPts val="3000"/>
              </a:spcBef>
              <a:spcAft>
                <a:spcPts val="0"/>
              </a:spcAft>
              <a:buClr>
                <a:schemeClr val="dk1"/>
              </a:buClr>
              <a:buSzPts val="1800"/>
              <a:buFont typeface="Trebuchet MS"/>
              <a:buChar char="—"/>
              <a:defRPr sz="6000" b="0" i="0" u="none" strike="noStrike" cap="none">
                <a:solidFill>
                  <a:schemeClr val="dk2"/>
                </a:solidFill>
                <a:latin typeface="Trebuchet MS"/>
                <a:ea typeface="Trebuchet MS"/>
                <a:cs typeface="Trebuchet MS"/>
                <a:sym typeface="Trebuchet MS"/>
              </a:defRPr>
            </a:lvl2pPr>
            <a:lvl3pPr marL="4571954" marR="0" lvl="2" indent="-1100656" algn="l" rtl="0">
              <a:lnSpc>
                <a:spcPct val="90000"/>
              </a:lnSpc>
              <a:spcBef>
                <a:spcPts val="3000"/>
              </a:spcBef>
              <a:spcAft>
                <a:spcPts val="0"/>
              </a:spcAft>
              <a:buClr>
                <a:schemeClr val="dk1"/>
              </a:buClr>
              <a:buSzPts val="1600"/>
              <a:buFont typeface="Trebuchet MS"/>
              <a:buChar char="—"/>
              <a:defRPr sz="5333" b="0" i="0" u="none" strike="noStrike" cap="none">
                <a:solidFill>
                  <a:schemeClr val="dk2"/>
                </a:solidFill>
                <a:latin typeface="Trebuchet MS"/>
                <a:ea typeface="Trebuchet MS"/>
                <a:cs typeface="Trebuchet MS"/>
                <a:sym typeface="Trebuchet MS"/>
              </a:defRPr>
            </a:lvl3pPr>
            <a:lvl4pPr marL="6095939" marR="0" lvl="3" indent="-1142989" algn="l" rtl="0">
              <a:lnSpc>
                <a:spcPct val="100000"/>
              </a:lnSpc>
              <a:spcBef>
                <a:spcPts val="3000"/>
              </a:spcBef>
              <a:spcAft>
                <a:spcPts val="0"/>
              </a:spcAft>
              <a:buClr>
                <a:schemeClr val="dk1"/>
              </a:buClr>
              <a:buSzPts val="1800"/>
              <a:buFont typeface="Noto Sans Symbols"/>
              <a:buChar char="▪"/>
              <a:defRPr sz="6000" b="0" i="0" u="none" strike="noStrike" cap="none">
                <a:solidFill>
                  <a:schemeClr val="lt1"/>
                </a:solidFill>
                <a:latin typeface="Trebuchet MS"/>
                <a:ea typeface="Trebuchet MS"/>
                <a:cs typeface="Trebuchet MS"/>
                <a:sym typeface="Trebuchet MS"/>
              </a:defRPr>
            </a:lvl4pPr>
            <a:lvl5pPr marL="7619924" marR="0" lvl="4" indent="-1185321" algn="l" rtl="0">
              <a:lnSpc>
                <a:spcPct val="100000"/>
              </a:lnSpc>
              <a:spcBef>
                <a:spcPts val="1333"/>
              </a:spcBef>
              <a:spcAft>
                <a:spcPts val="0"/>
              </a:spcAft>
              <a:buClr>
                <a:schemeClr val="dk1"/>
              </a:buClr>
              <a:buSzPts val="2000"/>
              <a:buFont typeface="Noto Sans Symbols"/>
              <a:buChar char="▪"/>
              <a:defRPr sz="6667" b="0" i="0" u="none" strike="noStrike" cap="none">
                <a:solidFill>
                  <a:schemeClr val="lt1"/>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1" name="Google Shape;31;p4"/>
          <p:cNvSpPr txBox="1">
            <a:spLocks noGrp="1"/>
          </p:cNvSpPr>
          <p:nvPr>
            <p:ph type="body" idx="2"/>
          </p:nvPr>
        </p:nvSpPr>
        <p:spPr>
          <a:xfrm>
            <a:off x="1661160" y="3944445"/>
            <a:ext cx="33253680" cy="1751543"/>
          </a:xfrm>
          <a:prstGeom prst="rect">
            <a:avLst/>
          </a:prstGeom>
          <a:noFill/>
          <a:ln>
            <a:noFill/>
          </a:ln>
        </p:spPr>
        <p:txBody>
          <a:bodyPr spcFirstLastPara="1" wrap="square" lIns="91425" tIns="91425" rIns="91425" bIns="91425" anchor="t" anchorCtr="0"/>
          <a:lstStyle>
            <a:lvl1pPr marL="1523985" marR="0" lvl="0" indent="-761992" algn="ctr" rtl="0">
              <a:lnSpc>
                <a:spcPct val="90000"/>
              </a:lnSpc>
              <a:spcBef>
                <a:spcPts val="3000"/>
              </a:spcBef>
              <a:spcAft>
                <a:spcPts val="0"/>
              </a:spcAft>
              <a:buClr>
                <a:schemeClr val="dk1"/>
              </a:buClr>
              <a:buSzPts val="1400"/>
              <a:buFont typeface="Trebuchet MS"/>
              <a:buNone/>
              <a:defRPr sz="8000" b="0" i="0" u="none" strike="noStrike" cap="none">
                <a:solidFill>
                  <a:schemeClr val="lt2"/>
                </a:solidFill>
                <a:latin typeface="Trebuchet MS"/>
                <a:ea typeface="Trebuchet MS"/>
                <a:cs typeface="Trebuchet MS"/>
                <a:sym typeface="Trebuchet MS"/>
              </a:defRPr>
            </a:lvl1pPr>
            <a:lvl2pPr marL="3047970" marR="0" lvl="1"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2pPr>
            <a:lvl3pPr marL="4571954" marR="0" lvl="2"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3pPr>
            <a:lvl4pPr marL="6095939" marR="0" lvl="3" indent="-761992" algn="ctr" rtl="0">
              <a:lnSpc>
                <a:spcPct val="100000"/>
              </a:lnSpc>
              <a:spcBef>
                <a:spcPts val="3000"/>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4pPr>
            <a:lvl5pPr marL="7619924" marR="0" lvl="4" indent="-761992" algn="ctr" rtl="0">
              <a:lnSpc>
                <a:spcPct val="100000"/>
              </a:lnSpc>
              <a:spcBef>
                <a:spcPts val="1867"/>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2" name="Google Shape;32;p4"/>
          <p:cNvSpPr txBox="1">
            <a:spLocks noGrp="1"/>
          </p:cNvSpPr>
          <p:nvPr>
            <p:ph type="sldNum" idx="12"/>
          </p:nvPr>
        </p:nvSpPr>
        <p:spPr>
          <a:xfrm>
            <a:off x="34227137" y="18999403"/>
            <a:ext cx="2195000" cy="157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2482514134"/>
      </p:ext>
    </p:extLst>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0_Title Slide - Imag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029133" y="8827502"/>
            <a:ext cx="6719760" cy="2354503"/>
          </a:xfrm>
          <a:prstGeom prst="rect">
            <a:avLst/>
          </a:prstGeom>
        </p:spPr>
      </p:pic>
      <p:sp>
        <p:nvSpPr>
          <p:cNvPr id="11" name="Rectangle 4"/>
          <p:cNvSpPr>
            <a:spLocks noGrp="1" noChangeArrowheads="1"/>
          </p:cNvSpPr>
          <p:nvPr userDrawn="1">
            <p:ph type="subTitle" idx="1"/>
          </p:nvPr>
        </p:nvSpPr>
        <p:spPr>
          <a:xfrm>
            <a:off x="1736167" y="5956990"/>
            <a:ext cx="29002353" cy="923330"/>
          </a:xfrm>
        </p:spPr>
        <p:txBody>
          <a:bodyPr wrap="square" anchor="t">
            <a:spAutoFit/>
          </a:bodyPr>
          <a:lstStyle>
            <a:lvl1pPr marL="0" indent="0" algn="l">
              <a:lnSpc>
                <a:spcPct val="90000"/>
              </a:lnSpc>
              <a:spcBef>
                <a:spcPts val="2000"/>
              </a:spcBef>
              <a:spcAft>
                <a:spcPts val="1000"/>
              </a:spcAft>
              <a:buFontTx/>
              <a:buNone/>
              <a:defRPr sz="60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1605540" y="2797622"/>
            <a:ext cx="29131133" cy="3276183"/>
          </a:xfrm>
        </p:spPr>
        <p:txBody>
          <a:bodyPr anchor="b">
            <a:noAutofit/>
          </a:bodyPr>
          <a:lstStyle>
            <a:lvl1pPr algn="l">
              <a:lnSpc>
                <a:spcPct val="90000"/>
              </a:lnSpc>
              <a:spcBef>
                <a:spcPts val="0"/>
              </a:spcBef>
              <a:defRPr sz="15333"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1771764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28B2A9-89D6-4CF3-BBAF-1CA0E88E14C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9E96A302-1F38-4275-8241-37FF3CB49A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91498" y="6321550"/>
            <a:ext cx="5338650" cy="4328760"/>
          </a:xfrm>
          <a:prstGeom prst="rect">
            <a:avLst/>
          </a:prstGeom>
        </p:spPr>
      </p:pic>
      <p:sp>
        <p:nvSpPr>
          <p:cNvPr id="11" name="Rectangle 4"/>
          <p:cNvSpPr>
            <a:spLocks noGrp="1" noChangeArrowheads="1"/>
          </p:cNvSpPr>
          <p:nvPr>
            <p:ph type="subTitle" idx="1"/>
          </p:nvPr>
        </p:nvSpPr>
        <p:spPr>
          <a:xfrm>
            <a:off x="2286000" y="16581120"/>
            <a:ext cx="19385280" cy="954107"/>
          </a:xfrm>
        </p:spPr>
        <p:txBody>
          <a:bodyPr wrap="square" anchor="t">
            <a:noAutofit/>
          </a:bodyPr>
          <a:lstStyle>
            <a:lvl1pPr marL="0" indent="0" algn="l">
              <a:lnSpc>
                <a:spcPct val="90000"/>
              </a:lnSpc>
              <a:spcBef>
                <a:spcPts val="2000"/>
              </a:spcBef>
              <a:spcAft>
                <a:spcPts val="1000"/>
              </a:spcAft>
              <a:buFontTx/>
              <a:buNone/>
              <a:defRPr sz="4667" b="0">
                <a:solidFill>
                  <a:schemeClr val="tx2"/>
                </a:solidFill>
                <a:latin typeface="Trebuchet MS" pitchFamily="34" charset="0"/>
              </a:defRPr>
            </a:lvl1pPr>
          </a:lstStyle>
          <a:p>
            <a:r>
              <a:rPr lang="en-US" dirty="0"/>
              <a:t>Click to edit Master subtitle style</a:t>
            </a:r>
          </a:p>
        </p:txBody>
      </p:sp>
      <p:sp>
        <p:nvSpPr>
          <p:cNvPr id="305" name="Title 304"/>
          <p:cNvSpPr>
            <a:spLocks noGrp="1"/>
          </p:cNvSpPr>
          <p:nvPr>
            <p:ph type="title" hasCustomPrompt="1"/>
          </p:nvPr>
        </p:nvSpPr>
        <p:spPr>
          <a:xfrm>
            <a:off x="2286000" y="13411202"/>
            <a:ext cx="19385280" cy="3276183"/>
          </a:xfrm>
        </p:spPr>
        <p:txBody>
          <a:bodyPr anchor="b">
            <a:noAutofit/>
          </a:bodyPr>
          <a:lstStyle>
            <a:lvl1pPr algn="l">
              <a:lnSpc>
                <a:spcPct val="90000"/>
              </a:lnSpc>
              <a:spcBef>
                <a:spcPts val="0"/>
              </a:spcBef>
              <a:defRPr sz="120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pic>
        <p:nvPicPr>
          <p:cNvPr id="6" name="Graphic 5">
            <a:extLst>
              <a:ext uri="{FF2B5EF4-FFF2-40B4-BE49-F238E27FC236}">
                <a16:creationId xmlns:a16="http://schemas.microsoft.com/office/drawing/2014/main" id="{887DABAD-3709-40C3-9EFD-BF1A6B6A2044}"/>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6656437" y="6605240"/>
            <a:ext cx="6705600" cy="3681760"/>
          </a:xfrm>
          <a:prstGeom prst="rect">
            <a:avLst/>
          </a:prstGeom>
        </p:spPr>
      </p:pic>
    </p:spTree>
    <p:extLst>
      <p:ext uri="{BB962C8B-B14F-4D97-AF65-F5344CB8AC3E}">
        <p14:creationId xmlns:p14="http://schemas.microsoft.com/office/powerpoint/2010/main" val="110970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10;&#10;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531752" y="14722667"/>
            <a:ext cx="5338650" cy="4328760"/>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29106757" y="15046167"/>
            <a:ext cx="6705600" cy="3681760"/>
          </a:xfrm>
          <a:prstGeom prst="rect">
            <a:avLst/>
          </a:prstGeom>
        </p:spPr>
      </p:pic>
    </p:spTree>
    <p:extLst>
      <p:ext uri="{BB962C8B-B14F-4D97-AF65-F5344CB8AC3E}">
        <p14:creationId xmlns:p14="http://schemas.microsoft.com/office/powerpoint/2010/main" val="2854655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855630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767286" indent="-767286">
              <a:buClr>
                <a:schemeClr val="bg2"/>
              </a:buClr>
              <a:buSzPct val="75000"/>
              <a:buFontTx/>
              <a:buBlip>
                <a:blip r:embed="rId2"/>
              </a:buBlip>
              <a:defRPr sz="4667">
                <a:solidFill>
                  <a:schemeClr val="accent4"/>
                </a:solidFill>
              </a:defRPr>
            </a:lvl1pPr>
            <a:lvl2pPr marL="2666973" indent="-761992">
              <a:buClr>
                <a:schemeClr val="bg2"/>
              </a:buClr>
              <a:buSzPct val="75000"/>
              <a:buFontTx/>
              <a:buBlip>
                <a:blip r:embed="rId2"/>
              </a:buBlip>
              <a:defRPr sz="4000">
                <a:solidFill>
                  <a:schemeClr val="accent4"/>
                </a:solidFill>
              </a:defRPr>
            </a:lvl2pPr>
            <a:lvl3pPr marL="4196251" indent="-566204">
              <a:buClr>
                <a:schemeClr val="bg2"/>
              </a:buClr>
              <a:buSzPct val="75000"/>
              <a:buFontTx/>
              <a:buBlip>
                <a:blip r:embed="rId2"/>
              </a:buBlip>
              <a:defRPr sz="3667">
                <a:solidFill>
                  <a:schemeClr val="accent4"/>
                </a:solidFill>
              </a:defRPr>
            </a:lvl3pPr>
            <a:lvl4pPr marL="5916024" indent="-761992">
              <a:buClr>
                <a:schemeClr val="bg2"/>
              </a:buClr>
              <a:buSzPct val="75000"/>
              <a:buFontTx/>
              <a:buBlip>
                <a:blip r:embed="rId2"/>
              </a:buBlip>
              <a:defRPr sz="3333">
                <a:solidFill>
                  <a:schemeClr val="accent4"/>
                </a:solidFill>
                <a:latin typeface="Trebuchet MS" panose="020B0603020202020204" pitchFamily="34" charset="0"/>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8494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
        <p:nvSpPr>
          <p:cNvPr id="7" name="Rectangle 6"/>
          <p:cNvSpPr/>
          <p:nvPr/>
        </p:nvSpPr>
        <p:spPr>
          <a:xfrm>
            <a:off x="560944" y="19252850"/>
            <a:ext cx="9209553" cy="827140"/>
          </a:xfrm>
          <a:prstGeom prst="rect">
            <a:avLst/>
          </a:prstGeom>
          <a:noFill/>
          <a:ln w="25400" cap="flat" cmpd="sng" algn="ctr">
            <a:noFill/>
            <a:prstDash val="solid"/>
          </a:ln>
          <a:effectLst/>
        </p:spPr>
        <p:txBody>
          <a:bodyPr rtlCol="0" anchor="b"/>
          <a:lstStyle/>
          <a:p>
            <a:pPr marL="0" marR="0" lvl="0" indent="0" algn="l" defTabSz="1523985" eaLnBrk="1" fontAlgn="auto" latinLnBrk="0" hangingPunct="1">
              <a:lnSpc>
                <a:spcPct val="90000"/>
              </a:lnSpc>
              <a:spcBef>
                <a:spcPts val="0"/>
              </a:spcBef>
              <a:spcAft>
                <a:spcPts val="0"/>
              </a:spcAft>
              <a:buClrTx/>
              <a:buSzTx/>
              <a:buFontTx/>
              <a:buNone/>
              <a:tabLst/>
              <a:defRPr/>
            </a:pPr>
            <a:r>
              <a:rPr lang="en-US" sz="2333"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121098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06880" y="7010119"/>
            <a:ext cx="33207960" cy="11826523"/>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4000">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09406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1730774" y="5995302"/>
            <a:ext cx="14014673"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30772" y="10238598"/>
            <a:ext cx="13976137"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730774" y="7827992"/>
            <a:ext cx="14014673"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14970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16611600" y="5995302"/>
            <a:ext cx="18135600"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6611600" y="9723122"/>
            <a:ext cx="18105120"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0" y="7894322"/>
            <a:ext cx="18135600"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833799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104292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2" y="0"/>
            <a:ext cx="35758243" cy="18836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191145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2" name="Title 1"/>
          <p:cNvSpPr>
            <a:spLocks noGrp="1"/>
          </p:cNvSpPr>
          <p:nvPr>
            <p:ph type="title"/>
          </p:nvPr>
        </p:nvSpPr>
        <p:spPr>
          <a:xfrm>
            <a:off x="16581120" y="14081762"/>
            <a:ext cx="17922240" cy="4579797"/>
          </a:xfrm>
        </p:spPr>
        <p:txBody>
          <a:bodyPr anchor="b"/>
          <a:lstStyle>
            <a:lvl1pPr algn="ctr">
              <a:defRPr sz="11333">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188543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4424358" y="-1349553"/>
            <a:ext cx="45422230" cy="23277753"/>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userDrawn="1"/>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userDrawn="1"/>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 name="Freeform 16">
              <a:extLst>
                <a:ext uri="{FF2B5EF4-FFF2-40B4-BE49-F238E27FC236}">
                  <a16:creationId xmlns:a16="http://schemas.microsoft.com/office/drawing/2014/main" id="{4856087B-5738-47BA-B257-0AE16578FE0D}"/>
                </a:ext>
              </a:extLst>
            </p:cNvPr>
            <p:cNvSpPr>
              <a:spLocks noEditPoints="1"/>
            </p:cNvSpPr>
            <p:nvPr userDrawn="1"/>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 name="Freeform 16">
              <a:extLst>
                <a:ext uri="{FF2B5EF4-FFF2-40B4-BE49-F238E27FC236}">
                  <a16:creationId xmlns:a16="http://schemas.microsoft.com/office/drawing/2014/main" id="{30EA3BC0-CA75-4A9F-844C-9DF7651395F9}"/>
                </a:ext>
              </a:extLst>
            </p:cNvPr>
            <p:cNvSpPr>
              <a:spLocks noEditPoints="1"/>
            </p:cNvSpPr>
            <p:nvPr userDrawn="1"/>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 name="Freeform 16">
              <a:extLst>
                <a:ext uri="{FF2B5EF4-FFF2-40B4-BE49-F238E27FC236}">
                  <a16:creationId xmlns:a16="http://schemas.microsoft.com/office/drawing/2014/main" id="{09D9D0DC-416F-4D02-AE51-DC94179FE30F}"/>
                </a:ext>
              </a:extLst>
            </p:cNvPr>
            <p:cNvSpPr>
              <a:spLocks noEditPoints="1"/>
            </p:cNvSpPr>
            <p:nvPr userDrawn="1"/>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 name="Freeform 16">
              <a:extLst>
                <a:ext uri="{FF2B5EF4-FFF2-40B4-BE49-F238E27FC236}">
                  <a16:creationId xmlns:a16="http://schemas.microsoft.com/office/drawing/2014/main" id="{B3F11494-DD54-4DA3-999D-60884617ABD4}"/>
                </a:ext>
              </a:extLst>
            </p:cNvPr>
            <p:cNvSpPr>
              <a:spLocks noEditPoints="1"/>
            </p:cNvSpPr>
            <p:nvPr userDrawn="1"/>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 name="Freeform 16">
              <a:extLst>
                <a:ext uri="{FF2B5EF4-FFF2-40B4-BE49-F238E27FC236}">
                  <a16:creationId xmlns:a16="http://schemas.microsoft.com/office/drawing/2014/main" id="{B8DA5A4A-C129-4A6A-8590-D776A55A56C4}"/>
                </a:ext>
              </a:extLst>
            </p:cNvPr>
            <p:cNvSpPr>
              <a:spLocks noEditPoints="1"/>
            </p:cNvSpPr>
            <p:nvPr userDrawn="1"/>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 name="Freeform 16">
              <a:extLst>
                <a:ext uri="{FF2B5EF4-FFF2-40B4-BE49-F238E27FC236}">
                  <a16:creationId xmlns:a16="http://schemas.microsoft.com/office/drawing/2014/main" id="{AA72853C-EBAC-4426-B8F7-4D7FF7CE7610}"/>
                </a:ext>
              </a:extLst>
            </p:cNvPr>
            <p:cNvSpPr>
              <a:spLocks noEditPoints="1"/>
            </p:cNvSpPr>
            <p:nvPr userDrawn="1"/>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 name="Freeform 16">
              <a:extLst>
                <a:ext uri="{FF2B5EF4-FFF2-40B4-BE49-F238E27FC236}">
                  <a16:creationId xmlns:a16="http://schemas.microsoft.com/office/drawing/2014/main" id="{0AA148D7-A843-4289-9E59-D4B56EBE964F}"/>
                </a:ext>
              </a:extLst>
            </p:cNvPr>
            <p:cNvSpPr>
              <a:spLocks noEditPoints="1"/>
            </p:cNvSpPr>
            <p:nvPr userDrawn="1"/>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 name="Freeform 16">
              <a:extLst>
                <a:ext uri="{FF2B5EF4-FFF2-40B4-BE49-F238E27FC236}">
                  <a16:creationId xmlns:a16="http://schemas.microsoft.com/office/drawing/2014/main" id="{3DFDAB2E-4FBE-4EA1-9068-98D2A1969CAD}"/>
                </a:ext>
              </a:extLst>
            </p:cNvPr>
            <p:cNvSpPr>
              <a:spLocks noEditPoints="1"/>
            </p:cNvSpPr>
            <p:nvPr userDrawn="1"/>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 name="Freeform 16">
              <a:extLst>
                <a:ext uri="{FF2B5EF4-FFF2-40B4-BE49-F238E27FC236}">
                  <a16:creationId xmlns:a16="http://schemas.microsoft.com/office/drawing/2014/main" id="{1CB7337C-1F1B-4024-8C1B-114529041011}"/>
                </a:ext>
              </a:extLst>
            </p:cNvPr>
            <p:cNvSpPr>
              <a:spLocks noEditPoints="1"/>
            </p:cNvSpPr>
            <p:nvPr userDrawn="1"/>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 name="Freeform 16">
              <a:extLst>
                <a:ext uri="{FF2B5EF4-FFF2-40B4-BE49-F238E27FC236}">
                  <a16:creationId xmlns:a16="http://schemas.microsoft.com/office/drawing/2014/main" id="{3AC71E65-025E-4CD8-9C62-5C672876AB2A}"/>
                </a:ext>
              </a:extLst>
            </p:cNvPr>
            <p:cNvSpPr>
              <a:spLocks noEditPoints="1"/>
            </p:cNvSpPr>
            <p:nvPr userDrawn="1"/>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 name="Freeform 16">
              <a:extLst>
                <a:ext uri="{FF2B5EF4-FFF2-40B4-BE49-F238E27FC236}">
                  <a16:creationId xmlns:a16="http://schemas.microsoft.com/office/drawing/2014/main" id="{CC69994B-2A96-4E6B-90E0-7C6012E4388B}"/>
                </a:ext>
              </a:extLst>
            </p:cNvPr>
            <p:cNvSpPr>
              <a:spLocks noEditPoints="1"/>
            </p:cNvSpPr>
            <p:nvPr userDrawn="1"/>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 name="Freeform 16">
              <a:extLst>
                <a:ext uri="{FF2B5EF4-FFF2-40B4-BE49-F238E27FC236}">
                  <a16:creationId xmlns:a16="http://schemas.microsoft.com/office/drawing/2014/main" id="{95DA46AF-2C01-438F-ABE1-131B508F707C}"/>
                </a:ext>
              </a:extLst>
            </p:cNvPr>
            <p:cNvSpPr>
              <a:spLocks noEditPoints="1"/>
            </p:cNvSpPr>
            <p:nvPr userDrawn="1"/>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 name="Freeform 16">
              <a:extLst>
                <a:ext uri="{FF2B5EF4-FFF2-40B4-BE49-F238E27FC236}">
                  <a16:creationId xmlns:a16="http://schemas.microsoft.com/office/drawing/2014/main" id="{AD1F7F7D-46C6-41FC-9A05-60CDDDABC9B8}"/>
                </a:ext>
              </a:extLst>
            </p:cNvPr>
            <p:cNvSpPr>
              <a:spLocks noEditPoints="1"/>
            </p:cNvSpPr>
            <p:nvPr userDrawn="1"/>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 name="Freeform 16">
              <a:extLst>
                <a:ext uri="{FF2B5EF4-FFF2-40B4-BE49-F238E27FC236}">
                  <a16:creationId xmlns:a16="http://schemas.microsoft.com/office/drawing/2014/main" id="{E6044945-DD35-4A1F-B666-67B79DB3B9E2}"/>
                </a:ext>
              </a:extLst>
            </p:cNvPr>
            <p:cNvSpPr>
              <a:spLocks noEditPoints="1"/>
            </p:cNvSpPr>
            <p:nvPr userDrawn="1"/>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 name="Freeform 16">
              <a:extLst>
                <a:ext uri="{FF2B5EF4-FFF2-40B4-BE49-F238E27FC236}">
                  <a16:creationId xmlns:a16="http://schemas.microsoft.com/office/drawing/2014/main" id="{B6707B12-7E15-44BA-A75C-D231A0BD9DDF}"/>
                </a:ext>
              </a:extLst>
            </p:cNvPr>
            <p:cNvSpPr>
              <a:spLocks noEditPoints="1"/>
            </p:cNvSpPr>
            <p:nvPr userDrawn="1"/>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 name="Freeform 16">
              <a:extLst>
                <a:ext uri="{FF2B5EF4-FFF2-40B4-BE49-F238E27FC236}">
                  <a16:creationId xmlns:a16="http://schemas.microsoft.com/office/drawing/2014/main" id="{C9CA6F74-E612-4E07-826D-3714EA654BEB}"/>
                </a:ext>
              </a:extLst>
            </p:cNvPr>
            <p:cNvSpPr>
              <a:spLocks noEditPoints="1"/>
            </p:cNvSpPr>
            <p:nvPr userDrawn="1"/>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7" name="Freeform 16">
              <a:extLst>
                <a:ext uri="{FF2B5EF4-FFF2-40B4-BE49-F238E27FC236}">
                  <a16:creationId xmlns:a16="http://schemas.microsoft.com/office/drawing/2014/main" id="{9C232950-AF88-4D8C-98A2-58E2906C02B8}"/>
                </a:ext>
              </a:extLst>
            </p:cNvPr>
            <p:cNvSpPr>
              <a:spLocks noEditPoints="1"/>
            </p:cNvSpPr>
            <p:nvPr userDrawn="1"/>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8" name="Freeform 16">
              <a:extLst>
                <a:ext uri="{FF2B5EF4-FFF2-40B4-BE49-F238E27FC236}">
                  <a16:creationId xmlns:a16="http://schemas.microsoft.com/office/drawing/2014/main" id="{577A18B0-195A-44F8-8045-DEE9F4805CFE}"/>
                </a:ext>
              </a:extLst>
            </p:cNvPr>
            <p:cNvSpPr>
              <a:spLocks noEditPoints="1"/>
            </p:cNvSpPr>
            <p:nvPr userDrawn="1"/>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9" name="Freeform 16">
              <a:extLst>
                <a:ext uri="{FF2B5EF4-FFF2-40B4-BE49-F238E27FC236}">
                  <a16:creationId xmlns:a16="http://schemas.microsoft.com/office/drawing/2014/main" id="{C57DA582-5E40-4087-915C-A8AFB763CE7F}"/>
                </a:ext>
              </a:extLst>
            </p:cNvPr>
            <p:cNvSpPr>
              <a:spLocks noEditPoints="1"/>
            </p:cNvSpPr>
            <p:nvPr userDrawn="1"/>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0" name="Freeform 16">
              <a:extLst>
                <a:ext uri="{FF2B5EF4-FFF2-40B4-BE49-F238E27FC236}">
                  <a16:creationId xmlns:a16="http://schemas.microsoft.com/office/drawing/2014/main" id="{6B9446B2-AA95-41F1-8CE9-9C293FF2FFB9}"/>
                </a:ext>
              </a:extLst>
            </p:cNvPr>
            <p:cNvSpPr>
              <a:spLocks noEditPoints="1"/>
            </p:cNvSpPr>
            <p:nvPr userDrawn="1"/>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1" name="Freeform 16">
              <a:extLst>
                <a:ext uri="{FF2B5EF4-FFF2-40B4-BE49-F238E27FC236}">
                  <a16:creationId xmlns:a16="http://schemas.microsoft.com/office/drawing/2014/main" id="{09C2F6DB-63BE-4BEF-BD50-8E85A06AF348}"/>
                </a:ext>
              </a:extLst>
            </p:cNvPr>
            <p:cNvSpPr>
              <a:spLocks noEditPoints="1"/>
            </p:cNvSpPr>
            <p:nvPr userDrawn="1"/>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2" name="Freeform 16">
              <a:extLst>
                <a:ext uri="{FF2B5EF4-FFF2-40B4-BE49-F238E27FC236}">
                  <a16:creationId xmlns:a16="http://schemas.microsoft.com/office/drawing/2014/main" id="{AB269B44-FFE3-44F5-9547-2D6656916371}"/>
                </a:ext>
              </a:extLst>
            </p:cNvPr>
            <p:cNvSpPr>
              <a:spLocks noEditPoints="1"/>
            </p:cNvSpPr>
            <p:nvPr userDrawn="1"/>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3" name="Freeform 16">
              <a:extLst>
                <a:ext uri="{FF2B5EF4-FFF2-40B4-BE49-F238E27FC236}">
                  <a16:creationId xmlns:a16="http://schemas.microsoft.com/office/drawing/2014/main" id="{D7B33E0B-D54D-4AD0-93EB-2D85D95AA705}"/>
                </a:ext>
              </a:extLst>
            </p:cNvPr>
            <p:cNvSpPr>
              <a:spLocks noEditPoints="1"/>
            </p:cNvSpPr>
            <p:nvPr userDrawn="1"/>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4" name="Freeform 16">
              <a:extLst>
                <a:ext uri="{FF2B5EF4-FFF2-40B4-BE49-F238E27FC236}">
                  <a16:creationId xmlns:a16="http://schemas.microsoft.com/office/drawing/2014/main" id="{C82CDED5-DC3C-4291-8FB5-4FBECACC0932}"/>
                </a:ext>
              </a:extLst>
            </p:cNvPr>
            <p:cNvSpPr>
              <a:spLocks noEditPoints="1"/>
            </p:cNvSpPr>
            <p:nvPr userDrawn="1"/>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5" name="Freeform 16">
              <a:extLst>
                <a:ext uri="{FF2B5EF4-FFF2-40B4-BE49-F238E27FC236}">
                  <a16:creationId xmlns:a16="http://schemas.microsoft.com/office/drawing/2014/main" id="{38B0CFAC-4CC8-4BD7-9602-D3F62B41114E}"/>
                </a:ext>
              </a:extLst>
            </p:cNvPr>
            <p:cNvSpPr>
              <a:spLocks noEditPoints="1"/>
            </p:cNvSpPr>
            <p:nvPr userDrawn="1"/>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6" name="Freeform 16">
              <a:extLst>
                <a:ext uri="{FF2B5EF4-FFF2-40B4-BE49-F238E27FC236}">
                  <a16:creationId xmlns:a16="http://schemas.microsoft.com/office/drawing/2014/main" id="{9D7BB7E2-49CE-405B-BBC3-0D3235E735E9}"/>
                </a:ext>
              </a:extLst>
            </p:cNvPr>
            <p:cNvSpPr>
              <a:spLocks noEditPoints="1"/>
            </p:cNvSpPr>
            <p:nvPr userDrawn="1"/>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7" name="Freeform 16">
              <a:extLst>
                <a:ext uri="{FF2B5EF4-FFF2-40B4-BE49-F238E27FC236}">
                  <a16:creationId xmlns:a16="http://schemas.microsoft.com/office/drawing/2014/main" id="{D724979D-D321-46A4-8BFB-4BE56A78EDC3}"/>
                </a:ext>
              </a:extLst>
            </p:cNvPr>
            <p:cNvSpPr>
              <a:spLocks noEditPoints="1"/>
            </p:cNvSpPr>
            <p:nvPr userDrawn="1"/>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8" name="Freeform 16">
              <a:extLst>
                <a:ext uri="{FF2B5EF4-FFF2-40B4-BE49-F238E27FC236}">
                  <a16:creationId xmlns:a16="http://schemas.microsoft.com/office/drawing/2014/main" id="{A90ECEE1-1C0E-48A4-8212-4FDF80E34007}"/>
                </a:ext>
              </a:extLst>
            </p:cNvPr>
            <p:cNvSpPr>
              <a:spLocks noEditPoints="1"/>
            </p:cNvSpPr>
            <p:nvPr userDrawn="1"/>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9" name="Freeform 16">
              <a:extLst>
                <a:ext uri="{FF2B5EF4-FFF2-40B4-BE49-F238E27FC236}">
                  <a16:creationId xmlns:a16="http://schemas.microsoft.com/office/drawing/2014/main" id="{6A4F312E-AC0E-438F-85DE-734894B59F55}"/>
                </a:ext>
              </a:extLst>
            </p:cNvPr>
            <p:cNvSpPr>
              <a:spLocks noEditPoints="1"/>
            </p:cNvSpPr>
            <p:nvPr userDrawn="1"/>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0" name="Freeform 16">
              <a:extLst>
                <a:ext uri="{FF2B5EF4-FFF2-40B4-BE49-F238E27FC236}">
                  <a16:creationId xmlns:a16="http://schemas.microsoft.com/office/drawing/2014/main" id="{1143C46B-BB0E-42E1-91DB-CF7866DEF0A7}"/>
                </a:ext>
              </a:extLst>
            </p:cNvPr>
            <p:cNvSpPr>
              <a:spLocks noEditPoints="1"/>
            </p:cNvSpPr>
            <p:nvPr userDrawn="1"/>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1" name="Freeform 16">
              <a:extLst>
                <a:ext uri="{FF2B5EF4-FFF2-40B4-BE49-F238E27FC236}">
                  <a16:creationId xmlns:a16="http://schemas.microsoft.com/office/drawing/2014/main" id="{8789D5ED-08F4-45B7-96D5-9DB37E826F7A}"/>
                </a:ext>
              </a:extLst>
            </p:cNvPr>
            <p:cNvSpPr>
              <a:spLocks noEditPoints="1"/>
            </p:cNvSpPr>
            <p:nvPr userDrawn="1"/>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2" name="Freeform 16">
              <a:extLst>
                <a:ext uri="{FF2B5EF4-FFF2-40B4-BE49-F238E27FC236}">
                  <a16:creationId xmlns:a16="http://schemas.microsoft.com/office/drawing/2014/main" id="{C71D4383-262D-49BE-8F2A-35EABE4CA514}"/>
                </a:ext>
              </a:extLst>
            </p:cNvPr>
            <p:cNvSpPr>
              <a:spLocks noEditPoints="1"/>
            </p:cNvSpPr>
            <p:nvPr userDrawn="1"/>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3" name="Freeform 16">
              <a:extLst>
                <a:ext uri="{FF2B5EF4-FFF2-40B4-BE49-F238E27FC236}">
                  <a16:creationId xmlns:a16="http://schemas.microsoft.com/office/drawing/2014/main" id="{B2D051A4-B41D-49C5-BCBA-B200CE92746B}"/>
                </a:ext>
              </a:extLst>
            </p:cNvPr>
            <p:cNvSpPr>
              <a:spLocks noEditPoints="1"/>
            </p:cNvSpPr>
            <p:nvPr userDrawn="1"/>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4" name="Freeform 16">
              <a:extLst>
                <a:ext uri="{FF2B5EF4-FFF2-40B4-BE49-F238E27FC236}">
                  <a16:creationId xmlns:a16="http://schemas.microsoft.com/office/drawing/2014/main" id="{EA204CAE-8CAD-4182-AFDF-6D71A5318AFE}"/>
                </a:ext>
              </a:extLst>
            </p:cNvPr>
            <p:cNvSpPr>
              <a:spLocks noEditPoints="1"/>
            </p:cNvSpPr>
            <p:nvPr userDrawn="1"/>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5" name="Freeform 16">
              <a:extLst>
                <a:ext uri="{FF2B5EF4-FFF2-40B4-BE49-F238E27FC236}">
                  <a16:creationId xmlns:a16="http://schemas.microsoft.com/office/drawing/2014/main" id="{F2D419D0-1198-497F-8FCB-0E4E01ABEB55}"/>
                </a:ext>
              </a:extLst>
            </p:cNvPr>
            <p:cNvSpPr>
              <a:spLocks noEditPoints="1"/>
            </p:cNvSpPr>
            <p:nvPr userDrawn="1"/>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6" name="Freeform 16">
              <a:extLst>
                <a:ext uri="{FF2B5EF4-FFF2-40B4-BE49-F238E27FC236}">
                  <a16:creationId xmlns:a16="http://schemas.microsoft.com/office/drawing/2014/main" id="{42DA3B58-E508-46A3-B351-BFD7A44A3407}"/>
                </a:ext>
              </a:extLst>
            </p:cNvPr>
            <p:cNvSpPr>
              <a:spLocks noEditPoints="1"/>
            </p:cNvSpPr>
            <p:nvPr userDrawn="1"/>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7" name="Freeform 16">
              <a:extLst>
                <a:ext uri="{FF2B5EF4-FFF2-40B4-BE49-F238E27FC236}">
                  <a16:creationId xmlns:a16="http://schemas.microsoft.com/office/drawing/2014/main" id="{E56F4597-4576-4F1D-9E8B-57D61B7AF97B}"/>
                </a:ext>
              </a:extLst>
            </p:cNvPr>
            <p:cNvSpPr>
              <a:spLocks noEditPoints="1"/>
            </p:cNvSpPr>
            <p:nvPr userDrawn="1"/>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8" name="Freeform 16">
              <a:extLst>
                <a:ext uri="{FF2B5EF4-FFF2-40B4-BE49-F238E27FC236}">
                  <a16:creationId xmlns:a16="http://schemas.microsoft.com/office/drawing/2014/main" id="{C16A7CB5-E8F5-43EC-B4DA-8367563CBA22}"/>
                </a:ext>
              </a:extLst>
            </p:cNvPr>
            <p:cNvSpPr>
              <a:spLocks noEditPoints="1"/>
            </p:cNvSpPr>
            <p:nvPr userDrawn="1"/>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9" name="Freeform 16">
              <a:extLst>
                <a:ext uri="{FF2B5EF4-FFF2-40B4-BE49-F238E27FC236}">
                  <a16:creationId xmlns:a16="http://schemas.microsoft.com/office/drawing/2014/main" id="{B63EEF7E-F8C7-40A7-9EC5-7A2377B3E9AD}"/>
                </a:ext>
              </a:extLst>
            </p:cNvPr>
            <p:cNvSpPr>
              <a:spLocks noEditPoints="1"/>
            </p:cNvSpPr>
            <p:nvPr userDrawn="1"/>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0" name="Freeform 16">
              <a:extLst>
                <a:ext uri="{FF2B5EF4-FFF2-40B4-BE49-F238E27FC236}">
                  <a16:creationId xmlns:a16="http://schemas.microsoft.com/office/drawing/2014/main" id="{18561612-6FBC-464D-9063-754B5DF158DD}"/>
                </a:ext>
              </a:extLst>
            </p:cNvPr>
            <p:cNvSpPr>
              <a:spLocks noEditPoints="1"/>
            </p:cNvSpPr>
            <p:nvPr userDrawn="1"/>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1" name="Freeform 16">
              <a:extLst>
                <a:ext uri="{FF2B5EF4-FFF2-40B4-BE49-F238E27FC236}">
                  <a16:creationId xmlns:a16="http://schemas.microsoft.com/office/drawing/2014/main" id="{9FB80B49-CDD0-491F-B397-AF746CB74515}"/>
                </a:ext>
              </a:extLst>
            </p:cNvPr>
            <p:cNvSpPr>
              <a:spLocks noEditPoints="1"/>
            </p:cNvSpPr>
            <p:nvPr userDrawn="1"/>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2" name="Freeform 16">
              <a:extLst>
                <a:ext uri="{FF2B5EF4-FFF2-40B4-BE49-F238E27FC236}">
                  <a16:creationId xmlns:a16="http://schemas.microsoft.com/office/drawing/2014/main" id="{F04631F3-C493-4A64-AAFD-4686A560F6A4}"/>
                </a:ext>
              </a:extLst>
            </p:cNvPr>
            <p:cNvSpPr>
              <a:spLocks noEditPoints="1"/>
            </p:cNvSpPr>
            <p:nvPr userDrawn="1"/>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3" name="Freeform 16">
              <a:extLst>
                <a:ext uri="{FF2B5EF4-FFF2-40B4-BE49-F238E27FC236}">
                  <a16:creationId xmlns:a16="http://schemas.microsoft.com/office/drawing/2014/main" id="{A457E3A0-7D3B-4D8D-909F-FA0F06B944BC}"/>
                </a:ext>
              </a:extLst>
            </p:cNvPr>
            <p:cNvSpPr>
              <a:spLocks noEditPoints="1"/>
            </p:cNvSpPr>
            <p:nvPr userDrawn="1"/>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4" name="Freeform 16">
              <a:extLst>
                <a:ext uri="{FF2B5EF4-FFF2-40B4-BE49-F238E27FC236}">
                  <a16:creationId xmlns:a16="http://schemas.microsoft.com/office/drawing/2014/main" id="{D8E8EADD-8531-47CC-A9F2-A5B20F7DA151}"/>
                </a:ext>
              </a:extLst>
            </p:cNvPr>
            <p:cNvSpPr>
              <a:spLocks noEditPoints="1"/>
            </p:cNvSpPr>
            <p:nvPr userDrawn="1"/>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5" name="Freeform 16">
              <a:extLst>
                <a:ext uri="{FF2B5EF4-FFF2-40B4-BE49-F238E27FC236}">
                  <a16:creationId xmlns:a16="http://schemas.microsoft.com/office/drawing/2014/main" id="{24D2EADF-B7B9-4986-AEDB-A2D41F636C1C}"/>
                </a:ext>
              </a:extLst>
            </p:cNvPr>
            <p:cNvSpPr>
              <a:spLocks noEditPoints="1"/>
            </p:cNvSpPr>
            <p:nvPr userDrawn="1"/>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6" name="Freeform 16">
              <a:extLst>
                <a:ext uri="{FF2B5EF4-FFF2-40B4-BE49-F238E27FC236}">
                  <a16:creationId xmlns:a16="http://schemas.microsoft.com/office/drawing/2014/main" id="{0683D26A-EB07-4380-8914-B6AECFE4BF3D}"/>
                </a:ext>
              </a:extLst>
            </p:cNvPr>
            <p:cNvSpPr>
              <a:spLocks noEditPoints="1"/>
            </p:cNvSpPr>
            <p:nvPr userDrawn="1"/>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7" name="Freeform 16">
              <a:extLst>
                <a:ext uri="{FF2B5EF4-FFF2-40B4-BE49-F238E27FC236}">
                  <a16:creationId xmlns:a16="http://schemas.microsoft.com/office/drawing/2014/main" id="{78C3AD2F-A184-4332-ADCE-E7FEDE7BA62B}"/>
                </a:ext>
              </a:extLst>
            </p:cNvPr>
            <p:cNvSpPr>
              <a:spLocks noEditPoints="1"/>
            </p:cNvSpPr>
            <p:nvPr userDrawn="1"/>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8" name="Freeform 16">
              <a:extLst>
                <a:ext uri="{FF2B5EF4-FFF2-40B4-BE49-F238E27FC236}">
                  <a16:creationId xmlns:a16="http://schemas.microsoft.com/office/drawing/2014/main" id="{01ACBB54-13C8-4052-B203-3996848511D8}"/>
                </a:ext>
              </a:extLst>
            </p:cNvPr>
            <p:cNvSpPr>
              <a:spLocks noEditPoints="1"/>
            </p:cNvSpPr>
            <p:nvPr userDrawn="1"/>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9" name="Freeform 16">
              <a:extLst>
                <a:ext uri="{FF2B5EF4-FFF2-40B4-BE49-F238E27FC236}">
                  <a16:creationId xmlns:a16="http://schemas.microsoft.com/office/drawing/2014/main" id="{892B4C18-A783-475D-8EEF-F11FBA1A3271}"/>
                </a:ext>
              </a:extLst>
            </p:cNvPr>
            <p:cNvSpPr>
              <a:spLocks noEditPoints="1"/>
            </p:cNvSpPr>
            <p:nvPr userDrawn="1"/>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0" name="Freeform 16">
              <a:extLst>
                <a:ext uri="{FF2B5EF4-FFF2-40B4-BE49-F238E27FC236}">
                  <a16:creationId xmlns:a16="http://schemas.microsoft.com/office/drawing/2014/main" id="{A62353FE-8604-486E-9560-78C474AC8F4C}"/>
                </a:ext>
              </a:extLst>
            </p:cNvPr>
            <p:cNvSpPr>
              <a:spLocks noEditPoints="1"/>
            </p:cNvSpPr>
            <p:nvPr userDrawn="1"/>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1" name="Freeform 16">
              <a:extLst>
                <a:ext uri="{FF2B5EF4-FFF2-40B4-BE49-F238E27FC236}">
                  <a16:creationId xmlns:a16="http://schemas.microsoft.com/office/drawing/2014/main" id="{4A5FC7DA-BB86-43EB-AC23-48D1752A6A68}"/>
                </a:ext>
              </a:extLst>
            </p:cNvPr>
            <p:cNvSpPr>
              <a:spLocks noEditPoints="1"/>
            </p:cNvSpPr>
            <p:nvPr userDrawn="1"/>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2" name="Freeform 16">
              <a:extLst>
                <a:ext uri="{FF2B5EF4-FFF2-40B4-BE49-F238E27FC236}">
                  <a16:creationId xmlns:a16="http://schemas.microsoft.com/office/drawing/2014/main" id="{57B12D9F-3BBD-4FAF-A8AB-5C3268032924}"/>
                </a:ext>
              </a:extLst>
            </p:cNvPr>
            <p:cNvSpPr>
              <a:spLocks noEditPoints="1"/>
            </p:cNvSpPr>
            <p:nvPr userDrawn="1"/>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3" name="Freeform 16">
              <a:extLst>
                <a:ext uri="{FF2B5EF4-FFF2-40B4-BE49-F238E27FC236}">
                  <a16:creationId xmlns:a16="http://schemas.microsoft.com/office/drawing/2014/main" id="{B7B50CA6-941B-4F77-891D-BA2C28D0CABB}"/>
                </a:ext>
              </a:extLst>
            </p:cNvPr>
            <p:cNvSpPr>
              <a:spLocks noEditPoints="1"/>
            </p:cNvSpPr>
            <p:nvPr userDrawn="1"/>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4" name="Freeform 16">
              <a:extLst>
                <a:ext uri="{FF2B5EF4-FFF2-40B4-BE49-F238E27FC236}">
                  <a16:creationId xmlns:a16="http://schemas.microsoft.com/office/drawing/2014/main" id="{0194FC04-B2A1-4C52-B275-3D32DD41DDB9}"/>
                </a:ext>
              </a:extLst>
            </p:cNvPr>
            <p:cNvSpPr>
              <a:spLocks noEditPoints="1"/>
            </p:cNvSpPr>
            <p:nvPr userDrawn="1"/>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5" name="Freeform 16">
              <a:extLst>
                <a:ext uri="{FF2B5EF4-FFF2-40B4-BE49-F238E27FC236}">
                  <a16:creationId xmlns:a16="http://schemas.microsoft.com/office/drawing/2014/main" id="{3055B924-F529-4C4C-A7F1-F0D1B50A73A8}"/>
                </a:ext>
              </a:extLst>
            </p:cNvPr>
            <p:cNvSpPr>
              <a:spLocks noEditPoints="1"/>
            </p:cNvSpPr>
            <p:nvPr userDrawn="1"/>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6" name="Freeform 16">
              <a:extLst>
                <a:ext uri="{FF2B5EF4-FFF2-40B4-BE49-F238E27FC236}">
                  <a16:creationId xmlns:a16="http://schemas.microsoft.com/office/drawing/2014/main" id="{1DCBE022-831C-4DEF-8567-F73AB476C6EB}"/>
                </a:ext>
              </a:extLst>
            </p:cNvPr>
            <p:cNvSpPr>
              <a:spLocks noEditPoints="1"/>
            </p:cNvSpPr>
            <p:nvPr userDrawn="1"/>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7" name="Freeform 16">
              <a:extLst>
                <a:ext uri="{FF2B5EF4-FFF2-40B4-BE49-F238E27FC236}">
                  <a16:creationId xmlns:a16="http://schemas.microsoft.com/office/drawing/2014/main" id="{4677A0E0-1BE9-4AD9-8081-3970B6DE7614}"/>
                </a:ext>
              </a:extLst>
            </p:cNvPr>
            <p:cNvSpPr>
              <a:spLocks noEditPoints="1"/>
            </p:cNvSpPr>
            <p:nvPr userDrawn="1"/>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8" name="Freeform 16">
              <a:extLst>
                <a:ext uri="{FF2B5EF4-FFF2-40B4-BE49-F238E27FC236}">
                  <a16:creationId xmlns:a16="http://schemas.microsoft.com/office/drawing/2014/main" id="{5056D7AA-7E9E-4019-92DE-9258C7BADCAC}"/>
                </a:ext>
              </a:extLst>
            </p:cNvPr>
            <p:cNvSpPr>
              <a:spLocks noEditPoints="1"/>
            </p:cNvSpPr>
            <p:nvPr userDrawn="1"/>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9" name="Freeform 16">
              <a:extLst>
                <a:ext uri="{FF2B5EF4-FFF2-40B4-BE49-F238E27FC236}">
                  <a16:creationId xmlns:a16="http://schemas.microsoft.com/office/drawing/2014/main" id="{B52F2FF3-8B1D-4A44-8280-D43163EC0C72}"/>
                </a:ext>
              </a:extLst>
            </p:cNvPr>
            <p:cNvSpPr>
              <a:spLocks noEditPoints="1"/>
            </p:cNvSpPr>
            <p:nvPr userDrawn="1"/>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0" name="Freeform 16">
              <a:extLst>
                <a:ext uri="{FF2B5EF4-FFF2-40B4-BE49-F238E27FC236}">
                  <a16:creationId xmlns:a16="http://schemas.microsoft.com/office/drawing/2014/main" id="{8B2B15A4-341E-44E2-AA50-1BF44E938792}"/>
                </a:ext>
              </a:extLst>
            </p:cNvPr>
            <p:cNvSpPr>
              <a:spLocks noEditPoints="1"/>
            </p:cNvSpPr>
            <p:nvPr userDrawn="1"/>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1" name="Freeform 16">
              <a:extLst>
                <a:ext uri="{FF2B5EF4-FFF2-40B4-BE49-F238E27FC236}">
                  <a16:creationId xmlns:a16="http://schemas.microsoft.com/office/drawing/2014/main" id="{ACC84E38-6617-4E04-B995-881604F99C4A}"/>
                </a:ext>
              </a:extLst>
            </p:cNvPr>
            <p:cNvSpPr>
              <a:spLocks noEditPoints="1"/>
            </p:cNvSpPr>
            <p:nvPr userDrawn="1"/>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2" name="Freeform 16">
              <a:extLst>
                <a:ext uri="{FF2B5EF4-FFF2-40B4-BE49-F238E27FC236}">
                  <a16:creationId xmlns:a16="http://schemas.microsoft.com/office/drawing/2014/main" id="{C6B285A5-12A2-48AF-893D-59830166139E}"/>
                </a:ext>
              </a:extLst>
            </p:cNvPr>
            <p:cNvSpPr>
              <a:spLocks noEditPoints="1"/>
            </p:cNvSpPr>
            <p:nvPr userDrawn="1"/>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3" name="Freeform 16">
              <a:extLst>
                <a:ext uri="{FF2B5EF4-FFF2-40B4-BE49-F238E27FC236}">
                  <a16:creationId xmlns:a16="http://schemas.microsoft.com/office/drawing/2014/main" id="{47084835-C1A6-434A-A2AB-3E7DA4267BA8}"/>
                </a:ext>
              </a:extLst>
            </p:cNvPr>
            <p:cNvSpPr>
              <a:spLocks noEditPoints="1"/>
            </p:cNvSpPr>
            <p:nvPr userDrawn="1"/>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4" name="Freeform 16">
              <a:extLst>
                <a:ext uri="{FF2B5EF4-FFF2-40B4-BE49-F238E27FC236}">
                  <a16:creationId xmlns:a16="http://schemas.microsoft.com/office/drawing/2014/main" id="{82D26294-EE4F-4381-8B0F-4CE7F3A1A32F}"/>
                </a:ext>
              </a:extLst>
            </p:cNvPr>
            <p:cNvSpPr>
              <a:spLocks noEditPoints="1"/>
            </p:cNvSpPr>
            <p:nvPr userDrawn="1"/>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5" name="Freeform 16">
              <a:extLst>
                <a:ext uri="{FF2B5EF4-FFF2-40B4-BE49-F238E27FC236}">
                  <a16:creationId xmlns:a16="http://schemas.microsoft.com/office/drawing/2014/main" id="{B1EE9A53-A80E-4B20-9E04-100060C781A7}"/>
                </a:ext>
              </a:extLst>
            </p:cNvPr>
            <p:cNvSpPr>
              <a:spLocks noEditPoints="1"/>
            </p:cNvSpPr>
            <p:nvPr userDrawn="1"/>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6" name="Freeform 16">
              <a:extLst>
                <a:ext uri="{FF2B5EF4-FFF2-40B4-BE49-F238E27FC236}">
                  <a16:creationId xmlns:a16="http://schemas.microsoft.com/office/drawing/2014/main" id="{C3C136FE-F981-49F6-8875-8AD586CA8527}"/>
                </a:ext>
              </a:extLst>
            </p:cNvPr>
            <p:cNvSpPr>
              <a:spLocks noEditPoints="1"/>
            </p:cNvSpPr>
            <p:nvPr userDrawn="1"/>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7" name="Freeform 16">
              <a:extLst>
                <a:ext uri="{FF2B5EF4-FFF2-40B4-BE49-F238E27FC236}">
                  <a16:creationId xmlns:a16="http://schemas.microsoft.com/office/drawing/2014/main" id="{FC84C1D9-DA95-4BF6-A71F-86DC6A2FA963}"/>
                </a:ext>
              </a:extLst>
            </p:cNvPr>
            <p:cNvSpPr>
              <a:spLocks noEditPoints="1"/>
            </p:cNvSpPr>
            <p:nvPr userDrawn="1"/>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8" name="Freeform 16">
              <a:extLst>
                <a:ext uri="{FF2B5EF4-FFF2-40B4-BE49-F238E27FC236}">
                  <a16:creationId xmlns:a16="http://schemas.microsoft.com/office/drawing/2014/main" id="{EC336BD7-D0E5-4907-BEDB-AA01C56DDA7F}"/>
                </a:ext>
              </a:extLst>
            </p:cNvPr>
            <p:cNvSpPr>
              <a:spLocks noEditPoints="1"/>
            </p:cNvSpPr>
            <p:nvPr userDrawn="1"/>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9" name="Freeform 16">
              <a:extLst>
                <a:ext uri="{FF2B5EF4-FFF2-40B4-BE49-F238E27FC236}">
                  <a16:creationId xmlns:a16="http://schemas.microsoft.com/office/drawing/2014/main" id="{BAAF41C9-7EAA-475D-83F2-1253B7055B29}"/>
                </a:ext>
              </a:extLst>
            </p:cNvPr>
            <p:cNvSpPr>
              <a:spLocks noEditPoints="1"/>
            </p:cNvSpPr>
            <p:nvPr userDrawn="1"/>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0" name="Freeform 16">
              <a:extLst>
                <a:ext uri="{FF2B5EF4-FFF2-40B4-BE49-F238E27FC236}">
                  <a16:creationId xmlns:a16="http://schemas.microsoft.com/office/drawing/2014/main" id="{C4C84E12-C6BC-4AF0-9151-76A20D031CF8}"/>
                </a:ext>
              </a:extLst>
            </p:cNvPr>
            <p:cNvSpPr>
              <a:spLocks noEditPoints="1"/>
            </p:cNvSpPr>
            <p:nvPr userDrawn="1"/>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1" name="Freeform 16">
              <a:extLst>
                <a:ext uri="{FF2B5EF4-FFF2-40B4-BE49-F238E27FC236}">
                  <a16:creationId xmlns:a16="http://schemas.microsoft.com/office/drawing/2014/main" id="{98FB1073-101D-401C-B499-E80B2DCCDB48}"/>
                </a:ext>
              </a:extLst>
            </p:cNvPr>
            <p:cNvSpPr>
              <a:spLocks noEditPoints="1"/>
            </p:cNvSpPr>
            <p:nvPr userDrawn="1"/>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2" name="Freeform 16">
              <a:extLst>
                <a:ext uri="{FF2B5EF4-FFF2-40B4-BE49-F238E27FC236}">
                  <a16:creationId xmlns:a16="http://schemas.microsoft.com/office/drawing/2014/main" id="{3E52FE15-A88E-4B8E-B23B-7E8107531242}"/>
                </a:ext>
              </a:extLst>
            </p:cNvPr>
            <p:cNvSpPr>
              <a:spLocks noEditPoints="1"/>
            </p:cNvSpPr>
            <p:nvPr userDrawn="1"/>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3" name="Freeform 16">
              <a:extLst>
                <a:ext uri="{FF2B5EF4-FFF2-40B4-BE49-F238E27FC236}">
                  <a16:creationId xmlns:a16="http://schemas.microsoft.com/office/drawing/2014/main" id="{E83FECA9-6276-4B79-96AD-84BED6F80D9C}"/>
                </a:ext>
              </a:extLst>
            </p:cNvPr>
            <p:cNvSpPr>
              <a:spLocks noEditPoints="1"/>
            </p:cNvSpPr>
            <p:nvPr userDrawn="1"/>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4" name="Freeform 16">
              <a:extLst>
                <a:ext uri="{FF2B5EF4-FFF2-40B4-BE49-F238E27FC236}">
                  <a16:creationId xmlns:a16="http://schemas.microsoft.com/office/drawing/2014/main" id="{B18137A3-C9B0-4C35-8A20-53EC5864E5B3}"/>
                </a:ext>
              </a:extLst>
            </p:cNvPr>
            <p:cNvSpPr>
              <a:spLocks noEditPoints="1"/>
            </p:cNvSpPr>
            <p:nvPr userDrawn="1"/>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5" name="Freeform 16">
              <a:extLst>
                <a:ext uri="{FF2B5EF4-FFF2-40B4-BE49-F238E27FC236}">
                  <a16:creationId xmlns:a16="http://schemas.microsoft.com/office/drawing/2014/main" id="{52DE848A-E413-47C4-8173-DB2CA8EEA35D}"/>
                </a:ext>
              </a:extLst>
            </p:cNvPr>
            <p:cNvSpPr>
              <a:spLocks noEditPoints="1"/>
            </p:cNvSpPr>
            <p:nvPr userDrawn="1"/>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6" name="Freeform 16">
              <a:extLst>
                <a:ext uri="{FF2B5EF4-FFF2-40B4-BE49-F238E27FC236}">
                  <a16:creationId xmlns:a16="http://schemas.microsoft.com/office/drawing/2014/main" id="{14D3DEFF-25FB-44EA-876C-8BD7E213C17B}"/>
                </a:ext>
              </a:extLst>
            </p:cNvPr>
            <p:cNvSpPr>
              <a:spLocks noEditPoints="1"/>
            </p:cNvSpPr>
            <p:nvPr userDrawn="1"/>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7" name="Freeform 16">
              <a:extLst>
                <a:ext uri="{FF2B5EF4-FFF2-40B4-BE49-F238E27FC236}">
                  <a16:creationId xmlns:a16="http://schemas.microsoft.com/office/drawing/2014/main" id="{F8DD5E7B-8D6A-46DF-B7B8-0A96095CA77F}"/>
                </a:ext>
              </a:extLst>
            </p:cNvPr>
            <p:cNvSpPr>
              <a:spLocks noEditPoints="1"/>
            </p:cNvSpPr>
            <p:nvPr userDrawn="1"/>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8" name="Freeform 16">
              <a:extLst>
                <a:ext uri="{FF2B5EF4-FFF2-40B4-BE49-F238E27FC236}">
                  <a16:creationId xmlns:a16="http://schemas.microsoft.com/office/drawing/2014/main" id="{140EA7A3-E20E-49A8-B7DF-746F09BE226C}"/>
                </a:ext>
              </a:extLst>
            </p:cNvPr>
            <p:cNvSpPr>
              <a:spLocks noEditPoints="1"/>
            </p:cNvSpPr>
            <p:nvPr userDrawn="1"/>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9" name="Freeform 16">
              <a:extLst>
                <a:ext uri="{FF2B5EF4-FFF2-40B4-BE49-F238E27FC236}">
                  <a16:creationId xmlns:a16="http://schemas.microsoft.com/office/drawing/2014/main" id="{A30FB1C7-E929-4CCD-BEC9-3D5F967B88FD}"/>
                </a:ext>
              </a:extLst>
            </p:cNvPr>
            <p:cNvSpPr>
              <a:spLocks noEditPoints="1"/>
            </p:cNvSpPr>
            <p:nvPr userDrawn="1"/>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0" name="Freeform 16">
              <a:extLst>
                <a:ext uri="{FF2B5EF4-FFF2-40B4-BE49-F238E27FC236}">
                  <a16:creationId xmlns:a16="http://schemas.microsoft.com/office/drawing/2014/main" id="{106589F0-5AFE-476A-B71B-0A4F47482894}"/>
                </a:ext>
              </a:extLst>
            </p:cNvPr>
            <p:cNvSpPr>
              <a:spLocks noEditPoints="1"/>
            </p:cNvSpPr>
            <p:nvPr userDrawn="1"/>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1" name="Freeform 16">
              <a:extLst>
                <a:ext uri="{FF2B5EF4-FFF2-40B4-BE49-F238E27FC236}">
                  <a16:creationId xmlns:a16="http://schemas.microsoft.com/office/drawing/2014/main" id="{852272BE-007F-4591-87D4-4C058623A4E7}"/>
                </a:ext>
              </a:extLst>
            </p:cNvPr>
            <p:cNvSpPr>
              <a:spLocks noEditPoints="1"/>
            </p:cNvSpPr>
            <p:nvPr userDrawn="1"/>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2" name="Freeform 16">
              <a:extLst>
                <a:ext uri="{FF2B5EF4-FFF2-40B4-BE49-F238E27FC236}">
                  <a16:creationId xmlns:a16="http://schemas.microsoft.com/office/drawing/2014/main" id="{2D5A05AC-D4E7-4583-9D07-33F99E8EE145}"/>
                </a:ext>
              </a:extLst>
            </p:cNvPr>
            <p:cNvSpPr>
              <a:spLocks noEditPoints="1"/>
            </p:cNvSpPr>
            <p:nvPr userDrawn="1"/>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3" name="Freeform 16">
              <a:extLst>
                <a:ext uri="{FF2B5EF4-FFF2-40B4-BE49-F238E27FC236}">
                  <a16:creationId xmlns:a16="http://schemas.microsoft.com/office/drawing/2014/main" id="{FA87D9B9-82A6-4511-B55E-096518071AEC}"/>
                </a:ext>
              </a:extLst>
            </p:cNvPr>
            <p:cNvSpPr>
              <a:spLocks noEditPoints="1"/>
            </p:cNvSpPr>
            <p:nvPr userDrawn="1"/>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4" name="Freeform 16">
              <a:extLst>
                <a:ext uri="{FF2B5EF4-FFF2-40B4-BE49-F238E27FC236}">
                  <a16:creationId xmlns:a16="http://schemas.microsoft.com/office/drawing/2014/main" id="{82686F07-3802-48D8-BD5E-CF63B4EBB3CC}"/>
                </a:ext>
              </a:extLst>
            </p:cNvPr>
            <p:cNvSpPr>
              <a:spLocks noEditPoints="1"/>
            </p:cNvSpPr>
            <p:nvPr userDrawn="1"/>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5" name="Freeform 16">
              <a:extLst>
                <a:ext uri="{FF2B5EF4-FFF2-40B4-BE49-F238E27FC236}">
                  <a16:creationId xmlns:a16="http://schemas.microsoft.com/office/drawing/2014/main" id="{F1444EAF-3866-48AD-95F7-91B593B79534}"/>
                </a:ext>
              </a:extLst>
            </p:cNvPr>
            <p:cNvSpPr>
              <a:spLocks noEditPoints="1"/>
            </p:cNvSpPr>
            <p:nvPr userDrawn="1"/>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6" name="Freeform 16">
              <a:extLst>
                <a:ext uri="{FF2B5EF4-FFF2-40B4-BE49-F238E27FC236}">
                  <a16:creationId xmlns:a16="http://schemas.microsoft.com/office/drawing/2014/main" id="{938A681C-25A3-449B-A881-F76613FC964B}"/>
                </a:ext>
              </a:extLst>
            </p:cNvPr>
            <p:cNvSpPr>
              <a:spLocks noEditPoints="1"/>
            </p:cNvSpPr>
            <p:nvPr userDrawn="1"/>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7" name="Freeform 16">
              <a:extLst>
                <a:ext uri="{FF2B5EF4-FFF2-40B4-BE49-F238E27FC236}">
                  <a16:creationId xmlns:a16="http://schemas.microsoft.com/office/drawing/2014/main" id="{98089678-D463-4C4A-9D1A-1FC1390E4B1C}"/>
                </a:ext>
              </a:extLst>
            </p:cNvPr>
            <p:cNvSpPr>
              <a:spLocks noEditPoints="1"/>
            </p:cNvSpPr>
            <p:nvPr userDrawn="1"/>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8" name="Freeform 16">
              <a:extLst>
                <a:ext uri="{FF2B5EF4-FFF2-40B4-BE49-F238E27FC236}">
                  <a16:creationId xmlns:a16="http://schemas.microsoft.com/office/drawing/2014/main" id="{045CD8C6-72C7-424E-8145-FCCA8DA12450}"/>
                </a:ext>
              </a:extLst>
            </p:cNvPr>
            <p:cNvSpPr>
              <a:spLocks noEditPoints="1"/>
            </p:cNvSpPr>
            <p:nvPr userDrawn="1"/>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9" name="Freeform 16">
              <a:extLst>
                <a:ext uri="{FF2B5EF4-FFF2-40B4-BE49-F238E27FC236}">
                  <a16:creationId xmlns:a16="http://schemas.microsoft.com/office/drawing/2014/main" id="{BCBD54C4-E64F-46E5-B0A1-0FBF34779AA3}"/>
                </a:ext>
              </a:extLst>
            </p:cNvPr>
            <p:cNvSpPr>
              <a:spLocks noEditPoints="1"/>
            </p:cNvSpPr>
            <p:nvPr userDrawn="1"/>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0" name="Freeform 16">
              <a:extLst>
                <a:ext uri="{FF2B5EF4-FFF2-40B4-BE49-F238E27FC236}">
                  <a16:creationId xmlns:a16="http://schemas.microsoft.com/office/drawing/2014/main" id="{B158F302-8B95-435F-8FB0-83556B22F47D}"/>
                </a:ext>
              </a:extLst>
            </p:cNvPr>
            <p:cNvSpPr>
              <a:spLocks noEditPoints="1"/>
            </p:cNvSpPr>
            <p:nvPr userDrawn="1"/>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1" name="Freeform 16">
              <a:extLst>
                <a:ext uri="{FF2B5EF4-FFF2-40B4-BE49-F238E27FC236}">
                  <a16:creationId xmlns:a16="http://schemas.microsoft.com/office/drawing/2014/main" id="{169E18F6-73D6-442E-8CB4-23C90D727B13}"/>
                </a:ext>
              </a:extLst>
            </p:cNvPr>
            <p:cNvSpPr>
              <a:spLocks noEditPoints="1"/>
            </p:cNvSpPr>
            <p:nvPr userDrawn="1"/>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2" name="Freeform 16">
              <a:extLst>
                <a:ext uri="{FF2B5EF4-FFF2-40B4-BE49-F238E27FC236}">
                  <a16:creationId xmlns:a16="http://schemas.microsoft.com/office/drawing/2014/main" id="{ABAC07F3-4764-4532-A67C-B8DDA82C539E}"/>
                </a:ext>
              </a:extLst>
            </p:cNvPr>
            <p:cNvSpPr>
              <a:spLocks noEditPoints="1"/>
            </p:cNvSpPr>
            <p:nvPr userDrawn="1"/>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3" name="Freeform 16">
              <a:extLst>
                <a:ext uri="{FF2B5EF4-FFF2-40B4-BE49-F238E27FC236}">
                  <a16:creationId xmlns:a16="http://schemas.microsoft.com/office/drawing/2014/main" id="{3EE3A1D8-3AAF-4FAE-91BD-EE716E1E52EC}"/>
                </a:ext>
              </a:extLst>
            </p:cNvPr>
            <p:cNvSpPr>
              <a:spLocks noEditPoints="1"/>
            </p:cNvSpPr>
            <p:nvPr userDrawn="1"/>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4" name="Freeform 16">
              <a:extLst>
                <a:ext uri="{FF2B5EF4-FFF2-40B4-BE49-F238E27FC236}">
                  <a16:creationId xmlns:a16="http://schemas.microsoft.com/office/drawing/2014/main" id="{78F80FF2-18C9-4DE9-8D2D-648C6F957059}"/>
                </a:ext>
              </a:extLst>
            </p:cNvPr>
            <p:cNvSpPr>
              <a:spLocks noEditPoints="1"/>
            </p:cNvSpPr>
            <p:nvPr userDrawn="1"/>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5" name="Freeform 16">
              <a:extLst>
                <a:ext uri="{FF2B5EF4-FFF2-40B4-BE49-F238E27FC236}">
                  <a16:creationId xmlns:a16="http://schemas.microsoft.com/office/drawing/2014/main" id="{E9B1FC89-6E1D-463F-B7E4-4F62397C5092}"/>
                </a:ext>
              </a:extLst>
            </p:cNvPr>
            <p:cNvSpPr>
              <a:spLocks noEditPoints="1"/>
            </p:cNvSpPr>
            <p:nvPr userDrawn="1"/>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6" name="Freeform 16">
              <a:extLst>
                <a:ext uri="{FF2B5EF4-FFF2-40B4-BE49-F238E27FC236}">
                  <a16:creationId xmlns:a16="http://schemas.microsoft.com/office/drawing/2014/main" id="{1504CF42-A3AD-43AF-BC77-F4293F782154}"/>
                </a:ext>
              </a:extLst>
            </p:cNvPr>
            <p:cNvSpPr>
              <a:spLocks noEditPoints="1"/>
            </p:cNvSpPr>
            <p:nvPr userDrawn="1"/>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7" name="Freeform 16">
              <a:extLst>
                <a:ext uri="{FF2B5EF4-FFF2-40B4-BE49-F238E27FC236}">
                  <a16:creationId xmlns:a16="http://schemas.microsoft.com/office/drawing/2014/main" id="{F0742A4B-B722-474E-833A-AF064D3CD9E5}"/>
                </a:ext>
              </a:extLst>
            </p:cNvPr>
            <p:cNvSpPr>
              <a:spLocks noEditPoints="1"/>
            </p:cNvSpPr>
            <p:nvPr userDrawn="1"/>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8" name="Freeform 16">
              <a:extLst>
                <a:ext uri="{FF2B5EF4-FFF2-40B4-BE49-F238E27FC236}">
                  <a16:creationId xmlns:a16="http://schemas.microsoft.com/office/drawing/2014/main" id="{56AB6434-0B69-41B7-841E-1A9ECDA5F2EF}"/>
                </a:ext>
              </a:extLst>
            </p:cNvPr>
            <p:cNvSpPr>
              <a:spLocks noEditPoints="1"/>
            </p:cNvSpPr>
            <p:nvPr userDrawn="1"/>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9" name="Freeform 16">
              <a:extLst>
                <a:ext uri="{FF2B5EF4-FFF2-40B4-BE49-F238E27FC236}">
                  <a16:creationId xmlns:a16="http://schemas.microsoft.com/office/drawing/2014/main" id="{409BE632-16FF-4B4D-93DE-08E52DEE5ACA}"/>
                </a:ext>
              </a:extLst>
            </p:cNvPr>
            <p:cNvSpPr>
              <a:spLocks noEditPoints="1"/>
            </p:cNvSpPr>
            <p:nvPr userDrawn="1"/>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0" name="Freeform 16">
              <a:extLst>
                <a:ext uri="{FF2B5EF4-FFF2-40B4-BE49-F238E27FC236}">
                  <a16:creationId xmlns:a16="http://schemas.microsoft.com/office/drawing/2014/main" id="{F6D1D24A-DEFB-4B95-9E28-5334F985B979}"/>
                </a:ext>
              </a:extLst>
            </p:cNvPr>
            <p:cNvSpPr>
              <a:spLocks noEditPoints="1"/>
            </p:cNvSpPr>
            <p:nvPr userDrawn="1"/>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1" name="Freeform 16">
              <a:extLst>
                <a:ext uri="{FF2B5EF4-FFF2-40B4-BE49-F238E27FC236}">
                  <a16:creationId xmlns:a16="http://schemas.microsoft.com/office/drawing/2014/main" id="{4D490E6F-B375-40F3-B24C-E712E32AFAF5}"/>
                </a:ext>
              </a:extLst>
            </p:cNvPr>
            <p:cNvSpPr>
              <a:spLocks noEditPoints="1"/>
            </p:cNvSpPr>
            <p:nvPr userDrawn="1"/>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2" name="Freeform 16">
              <a:extLst>
                <a:ext uri="{FF2B5EF4-FFF2-40B4-BE49-F238E27FC236}">
                  <a16:creationId xmlns:a16="http://schemas.microsoft.com/office/drawing/2014/main" id="{B1156AD0-A975-4D2C-B96A-5C2D1D5006E1}"/>
                </a:ext>
              </a:extLst>
            </p:cNvPr>
            <p:cNvSpPr>
              <a:spLocks noEditPoints="1"/>
            </p:cNvSpPr>
            <p:nvPr userDrawn="1"/>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3" name="Freeform 16">
              <a:extLst>
                <a:ext uri="{FF2B5EF4-FFF2-40B4-BE49-F238E27FC236}">
                  <a16:creationId xmlns:a16="http://schemas.microsoft.com/office/drawing/2014/main" id="{8C5C7092-27B9-46A8-A5CB-88DDD889D6D9}"/>
                </a:ext>
              </a:extLst>
            </p:cNvPr>
            <p:cNvSpPr>
              <a:spLocks noEditPoints="1"/>
            </p:cNvSpPr>
            <p:nvPr userDrawn="1"/>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4" name="Freeform 16">
              <a:extLst>
                <a:ext uri="{FF2B5EF4-FFF2-40B4-BE49-F238E27FC236}">
                  <a16:creationId xmlns:a16="http://schemas.microsoft.com/office/drawing/2014/main" id="{BF4DD3C7-5444-4AE1-8656-CFEA1F9643A2}"/>
                </a:ext>
              </a:extLst>
            </p:cNvPr>
            <p:cNvSpPr>
              <a:spLocks noEditPoints="1"/>
            </p:cNvSpPr>
            <p:nvPr userDrawn="1"/>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5" name="Freeform 16">
              <a:extLst>
                <a:ext uri="{FF2B5EF4-FFF2-40B4-BE49-F238E27FC236}">
                  <a16:creationId xmlns:a16="http://schemas.microsoft.com/office/drawing/2014/main" id="{D467BF95-5ED3-4FD4-83F5-8070D7EE77D9}"/>
                </a:ext>
              </a:extLst>
            </p:cNvPr>
            <p:cNvSpPr>
              <a:spLocks noEditPoints="1"/>
            </p:cNvSpPr>
            <p:nvPr userDrawn="1"/>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6" name="Freeform 16">
              <a:extLst>
                <a:ext uri="{FF2B5EF4-FFF2-40B4-BE49-F238E27FC236}">
                  <a16:creationId xmlns:a16="http://schemas.microsoft.com/office/drawing/2014/main" id="{CDB313B9-C607-49FC-BC0F-4BDDB157AFF6}"/>
                </a:ext>
              </a:extLst>
            </p:cNvPr>
            <p:cNvSpPr>
              <a:spLocks noEditPoints="1"/>
            </p:cNvSpPr>
            <p:nvPr userDrawn="1"/>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7" name="Freeform 16">
              <a:extLst>
                <a:ext uri="{FF2B5EF4-FFF2-40B4-BE49-F238E27FC236}">
                  <a16:creationId xmlns:a16="http://schemas.microsoft.com/office/drawing/2014/main" id="{23871273-FB35-489A-824B-B8913F9CC456}"/>
                </a:ext>
              </a:extLst>
            </p:cNvPr>
            <p:cNvSpPr>
              <a:spLocks noEditPoints="1"/>
            </p:cNvSpPr>
            <p:nvPr userDrawn="1"/>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8" name="Freeform 16">
              <a:extLst>
                <a:ext uri="{FF2B5EF4-FFF2-40B4-BE49-F238E27FC236}">
                  <a16:creationId xmlns:a16="http://schemas.microsoft.com/office/drawing/2014/main" id="{6C17C940-E405-42C7-95FF-4654386A8961}"/>
                </a:ext>
              </a:extLst>
            </p:cNvPr>
            <p:cNvSpPr>
              <a:spLocks noEditPoints="1"/>
            </p:cNvSpPr>
            <p:nvPr userDrawn="1"/>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9" name="Freeform 16">
              <a:extLst>
                <a:ext uri="{FF2B5EF4-FFF2-40B4-BE49-F238E27FC236}">
                  <a16:creationId xmlns:a16="http://schemas.microsoft.com/office/drawing/2014/main" id="{F26C33C6-2F43-40B4-BB2D-1DD906A22803}"/>
                </a:ext>
              </a:extLst>
            </p:cNvPr>
            <p:cNvSpPr>
              <a:spLocks noEditPoints="1"/>
            </p:cNvSpPr>
            <p:nvPr userDrawn="1"/>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0" name="Freeform 16">
              <a:extLst>
                <a:ext uri="{FF2B5EF4-FFF2-40B4-BE49-F238E27FC236}">
                  <a16:creationId xmlns:a16="http://schemas.microsoft.com/office/drawing/2014/main" id="{4AF169A6-6482-40AF-85D0-0743C46622D2}"/>
                </a:ext>
              </a:extLst>
            </p:cNvPr>
            <p:cNvSpPr>
              <a:spLocks noEditPoints="1"/>
            </p:cNvSpPr>
            <p:nvPr userDrawn="1"/>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1" name="Freeform 16">
              <a:extLst>
                <a:ext uri="{FF2B5EF4-FFF2-40B4-BE49-F238E27FC236}">
                  <a16:creationId xmlns:a16="http://schemas.microsoft.com/office/drawing/2014/main" id="{E0513C84-01AF-4A9C-9822-98303318D0FD}"/>
                </a:ext>
              </a:extLst>
            </p:cNvPr>
            <p:cNvSpPr>
              <a:spLocks noEditPoints="1"/>
            </p:cNvSpPr>
            <p:nvPr userDrawn="1"/>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2" name="Freeform 16">
              <a:extLst>
                <a:ext uri="{FF2B5EF4-FFF2-40B4-BE49-F238E27FC236}">
                  <a16:creationId xmlns:a16="http://schemas.microsoft.com/office/drawing/2014/main" id="{BC2CD672-1D59-47B2-8BA3-8F1F5D7E660C}"/>
                </a:ext>
              </a:extLst>
            </p:cNvPr>
            <p:cNvSpPr>
              <a:spLocks noEditPoints="1"/>
            </p:cNvSpPr>
            <p:nvPr userDrawn="1"/>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3" name="Freeform 16">
              <a:extLst>
                <a:ext uri="{FF2B5EF4-FFF2-40B4-BE49-F238E27FC236}">
                  <a16:creationId xmlns:a16="http://schemas.microsoft.com/office/drawing/2014/main" id="{5CF49A84-7902-40A6-A48F-B657DB995EB9}"/>
                </a:ext>
              </a:extLst>
            </p:cNvPr>
            <p:cNvSpPr>
              <a:spLocks noEditPoints="1"/>
            </p:cNvSpPr>
            <p:nvPr userDrawn="1"/>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4" name="Freeform 16">
              <a:extLst>
                <a:ext uri="{FF2B5EF4-FFF2-40B4-BE49-F238E27FC236}">
                  <a16:creationId xmlns:a16="http://schemas.microsoft.com/office/drawing/2014/main" id="{0413E21A-6735-49F7-84A0-262341ED4348}"/>
                </a:ext>
              </a:extLst>
            </p:cNvPr>
            <p:cNvSpPr>
              <a:spLocks noEditPoints="1"/>
            </p:cNvSpPr>
            <p:nvPr userDrawn="1"/>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5" name="Freeform 16">
              <a:extLst>
                <a:ext uri="{FF2B5EF4-FFF2-40B4-BE49-F238E27FC236}">
                  <a16:creationId xmlns:a16="http://schemas.microsoft.com/office/drawing/2014/main" id="{B3515FD2-D67D-4964-A1C7-366A2381E295}"/>
                </a:ext>
              </a:extLst>
            </p:cNvPr>
            <p:cNvSpPr>
              <a:spLocks noEditPoints="1"/>
            </p:cNvSpPr>
            <p:nvPr userDrawn="1"/>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6" name="Freeform 16">
              <a:extLst>
                <a:ext uri="{FF2B5EF4-FFF2-40B4-BE49-F238E27FC236}">
                  <a16:creationId xmlns:a16="http://schemas.microsoft.com/office/drawing/2014/main" id="{988F666F-A0C2-4684-BAAE-BF79FEBCB153}"/>
                </a:ext>
              </a:extLst>
            </p:cNvPr>
            <p:cNvSpPr>
              <a:spLocks noEditPoints="1"/>
            </p:cNvSpPr>
            <p:nvPr userDrawn="1"/>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7" name="Freeform 16">
              <a:extLst>
                <a:ext uri="{FF2B5EF4-FFF2-40B4-BE49-F238E27FC236}">
                  <a16:creationId xmlns:a16="http://schemas.microsoft.com/office/drawing/2014/main" id="{D64D2D99-CFE5-40EB-81E4-E29105359993}"/>
                </a:ext>
              </a:extLst>
            </p:cNvPr>
            <p:cNvSpPr>
              <a:spLocks noEditPoints="1"/>
            </p:cNvSpPr>
            <p:nvPr userDrawn="1"/>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8" name="Freeform 16">
              <a:extLst>
                <a:ext uri="{FF2B5EF4-FFF2-40B4-BE49-F238E27FC236}">
                  <a16:creationId xmlns:a16="http://schemas.microsoft.com/office/drawing/2014/main" id="{6F1D8EC0-2F8B-4B55-829F-5D11897D2E63}"/>
                </a:ext>
              </a:extLst>
            </p:cNvPr>
            <p:cNvSpPr>
              <a:spLocks noEditPoints="1"/>
            </p:cNvSpPr>
            <p:nvPr userDrawn="1"/>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9" name="Freeform 16">
              <a:extLst>
                <a:ext uri="{FF2B5EF4-FFF2-40B4-BE49-F238E27FC236}">
                  <a16:creationId xmlns:a16="http://schemas.microsoft.com/office/drawing/2014/main" id="{7612A0CC-BF09-49BF-BA72-D8A716237830}"/>
                </a:ext>
              </a:extLst>
            </p:cNvPr>
            <p:cNvSpPr>
              <a:spLocks noEditPoints="1"/>
            </p:cNvSpPr>
            <p:nvPr userDrawn="1"/>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0" name="Freeform 16">
              <a:extLst>
                <a:ext uri="{FF2B5EF4-FFF2-40B4-BE49-F238E27FC236}">
                  <a16:creationId xmlns:a16="http://schemas.microsoft.com/office/drawing/2014/main" id="{5834C3D7-D7F3-46F0-95B2-22E7990457B3}"/>
                </a:ext>
              </a:extLst>
            </p:cNvPr>
            <p:cNvSpPr>
              <a:spLocks noEditPoints="1"/>
            </p:cNvSpPr>
            <p:nvPr userDrawn="1"/>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1" name="Freeform 16">
              <a:extLst>
                <a:ext uri="{FF2B5EF4-FFF2-40B4-BE49-F238E27FC236}">
                  <a16:creationId xmlns:a16="http://schemas.microsoft.com/office/drawing/2014/main" id="{FD9ABA39-4B6C-4C7A-BFF6-C9192C33F513}"/>
                </a:ext>
              </a:extLst>
            </p:cNvPr>
            <p:cNvSpPr>
              <a:spLocks noEditPoints="1"/>
            </p:cNvSpPr>
            <p:nvPr userDrawn="1"/>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2" name="Freeform 16">
              <a:extLst>
                <a:ext uri="{FF2B5EF4-FFF2-40B4-BE49-F238E27FC236}">
                  <a16:creationId xmlns:a16="http://schemas.microsoft.com/office/drawing/2014/main" id="{7A304270-705C-435B-A170-7613148DB7AE}"/>
                </a:ext>
              </a:extLst>
            </p:cNvPr>
            <p:cNvSpPr>
              <a:spLocks noEditPoints="1"/>
            </p:cNvSpPr>
            <p:nvPr userDrawn="1"/>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3" name="Freeform 16">
              <a:extLst>
                <a:ext uri="{FF2B5EF4-FFF2-40B4-BE49-F238E27FC236}">
                  <a16:creationId xmlns:a16="http://schemas.microsoft.com/office/drawing/2014/main" id="{78BD2E8E-0F2A-497D-A0F8-D0D05765BA64}"/>
                </a:ext>
              </a:extLst>
            </p:cNvPr>
            <p:cNvSpPr>
              <a:spLocks noEditPoints="1"/>
            </p:cNvSpPr>
            <p:nvPr userDrawn="1"/>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4" name="Freeform 16">
              <a:extLst>
                <a:ext uri="{FF2B5EF4-FFF2-40B4-BE49-F238E27FC236}">
                  <a16:creationId xmlns:a16="http://schemas.microsoft.com/office/drawing/2014/main" id="{F8691056-2A9C-4EAE-898B-E8C145A3A09E}"/>
                </a:ext>
              </a:extLst>
            </p:cNvPr>
            <p:cNvSpPr>
              <a:spLocks noEditPoints="1"/>
            </p:cNvSpPr>
            <p:nvPr userDrawn="1"/>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5" name="Freeform 16">
              <a:extLst>
                <a:ext uri="{FF2B5EF4-FFF2-40B4-BE49-F238E27FC236}">
                  <a16:creationId xmlns:a16="http://schemas.microsoft.com/office/drawing/2014/main" id="{7644BFA6-53D3-4200-97D5-A0826C91221C}"/>
                </a:ext>
              </a:extLst>
            </p:cNvPr>
            <p:cNvSpPr>
              <a:spLocks noEditPoints="1"/>
            </p:cNvSpPr>
            <p:nvPr userDrawn="1"/>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6" name="Freeform 16">
              <a:extLst>
                <a:ext uri="{FF2B5EF4-FFF2-40B4-BE49-F238E27FC236}">
                  <a16:creationId xmlns:a16="http://schemas.microsoft.com/office/drawing/2014/main" id="{31DD1366-4AF2-4675-8C09-B16FF18F4AFB}"/>
                </a:ext>
              </a:extLst>
            </p:cNvPr>
            <p:cNvSpPr>
              <a:spLocks noEditPoints="1"/>
            </p:cNvSpPr>
            <p:nvPr userDrawn="1"/>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7" name="Freeform 16">
              <a:extLst>
                <a:ext uri="{FF2B5EF4-FFF2-40B4-BE49-F238E27FC236}">
                  <a16:creationId xmlns:a16="http://schemas.microsoft.com/office/drawing/2014/main" id="{05FAFC32-B238-4EC6-9F94-250901C580A0}"/>
                </a:ext>
              </a:extLst>
            </p:cNvPr>
            <p:cNvSpPr>
              <a:spLocks noEditPoints="1"/>
            </p:cNvSpPr>
            <p:nvPr userDrawn="1"/>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8" name="Freeform 16">
              <a:extLst>
                <a:ext uri="{FF2B5EF4-FFF2-40B4-BE49-F238E27FC236}">
                  <a16:creationId xmlns:a16="http://schemas.microsoft.com/office/drawing/2014/main" id="{94EDFDD1-CC0F-4CE9-A5E1-6F34763C59D7}"/>
                </a:ext>
              </a:extLst>
            </p:cNvPr>
            <p:cNvSpPr>
              <a:spLocks noEditPoints="1"/>
            </p:cNvSpPr>
            <p:nvPr userDrawn="1"/>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9" name="Freeform 16">
              <a:extLst>
                <a:ext uri="{FF2B5EF4-FFF2-40B4-BE49-F238E27FC236}">
                  <a16:creationId xmlns:a16="http://schemas.microsoft.com/office/drawing/2014/main" id="{89391791-3406-405C-A52A-325E0ACEF0EF}"/>
                </a:ext>
              </a:extLst>
            </p:cNvPr>
            <p:cNvSpPr>
              <a:spLocks noEditPoints="1"/>
            </p:cNvSpPr>
            <p:nvPr userDrawn="1"/>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0" name="Freeform 16">
              <a:extLst>
                <a:ext uri="{FF2B5EF4-FFF2-40B4-BE49-F238E27FC236}">
                  <a16:creationId xmlns:a16="http://schemas.microsoft.com/office/drawing/2014/main" id="{C45408BD-5A4C-4B71-9A10-180FFAA3CF67}"/>
                </a:ext>
              </a:extLst>
            </p:cNvPr>
            <p:cNvSpPr>
              <a:spLocks noEditPoints="1"/>
            </p:cNvSpPr>
            <p:nvPr userDrawn="1"/>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1" name="Freeform 16">
              <a:extLst>
                <a:ext uri="{FF2B5EF4-FFF2-40B4-BE49-F238E27FC236}">
                  <a16:creationId xmlns:a16="http://schemas.microsoft.com/office/drawing/2014/main" id="{262DA3C5-1F52-431A-AA77-2EBDF5CD4D0B}"/>
                </a:ext>
              </a:extLst>
            </p:cNvPr>
            <p:cNvSpPr>
              <a:spLocks noEditPoints="1"/>
            </p:cNvSpPr>
            <p:nvPr userDrawn="1"/>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2" name="Freeform 16">
              <a:extLst>
                <a:ext uri="{FF2B5EF4-FFF2-40B4-BE49-F238E27FC236}">
                  <a16:creationId xmlns:a16="http://schemas.microsoft.com/office/drawing/2014/main" id="{158567EE-7ECE-4308-AF7E-DEA507E8E4A9}"/>
                </a:ext>
              </a:extLst>
            </p:cNvPr>
            <p:cNvSpPr>
              <a:spLocks noEditPoints="1"/>
            </p:cNvSpPr>
            <p:nvPr userDrawn="1"/>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3" name="Freeform 16">
              <a:extLst>
                <a:ext uri="{FF2B5EF4-FFF2-40B4-BE49-F238E27FC236}">
                  <a16:creationId xmlns:a16="http://schemas.microsoft.com/office/drawing/2014/main" id="{D2894DDF-45DE-4178-BFC7-4F0B8D8EF9D5}"/>
                </a:ext>
              </a:extLst>
            </p:cNvPr>
            <p:cNvSpPr>
              <a:spLocks noEditPoints="1"/>
            </p:cNvSpPr>
            <p:nvPr userDrawn="1"/>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4" name="Freeform 16">
              <a:extLst>
                <a:ext uri="{FF2B5EF4-FFF2-40B4-BE49-F238E27FC236}">
                  <a16:creationId xmlns:a16="http://schemas.microsoft.com/office/drawing/2014/main" id="{36B1E453-1287-45A9-9339-730E3914F14B}"/>
                </a:ext>
              </a:extLst>
            </p:cNvPr>
            <p:cNvSpPr>
              <a:spLocks noEditPoints="1"/>
            </p:cNvSpPr>
            <p:nvPr userDrawn="1"/>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5" name="Freeform 16">
              <a:extLst>
                <a:ext uri="{FF2B5EF4-FFF2-40B4-BE49-F238E27FC236}">
                  <a16:creationId xmlns:a16="http://schemas.microsoft.com/office/drawing/2014/main" id="{4D1CFF21-2793-4E1D-A631-989F34A2CB26}"/>
                </a:ext>
              </a:extLst>
            </p:cNvPr>
            <p:cNvSpPr>
              <a:spLocks noEditPoints="1"/>
            </p:cNvSpPr>
            <p:nvPr userDrawn="1"/>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6" name="Freeform 16">
              <a:extLst>
                <a:ext uri="{FF2B5EF4-FFF2-40B4-BE49-F238E27FC236}">
                  <a16:creationId xmlns:a16="http://schemas.microsoft.com/office/drawing/2014/main" id="{FFFFE495-6317-4046-8780-509B3F7DE408}"/>
                </a:ext>
              </a:extLst>
            </p:cNvPr>
            <p:cNvSpPr>
              <a:spLocks noEditPoints="1"/>
            </p:cNvSpPr>
            <p:nvPr userDrawn="1"/>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7" name="Freeform 16">
              <a:extLst>
                <a:ext uri="{FF2B5EF4-FFF2-40B4-BE49-F238E27FC236}">
                  <a16:creationId xmlns:a16="http://schemas.microsoft.com/office/drawing/2014/main" id="{07F2B335-6843-4188-BE58-F99705AE7348}"/>
                </a:ext>
              </a:extLst>
            </p:cNvPr>
            <p:cNvSpPr>
              <a:spLocks noEditPoints="1"/>
            </p:cNvSpPr>
            <p:nvPr userDrawn="1"/>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8" name="Freeform 16">
              <a:extLst>
                <a:ext uri="{FF2B5EF4-FFF2-40B4-BE49-F238E27FC236}">
                  <a16:creationId xmlns:a16="http://schemas.microsoft.com/office/drawing/2014/main" id="{6A1AA564-0530-4B23-B215-595CC54E23C4}"/>
                </a:ext>
              </a:extLst>
            </p:cNvPr>
            <p:cNvSpPr>
              <a:spLocks noEditPoints="1"/>
            </p:cNvSpPr>
            <p:nvPr userDrawn="1"/>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9" name="Freeform 16">
              <a:extLst>
                <a:ext uri="{FF2B5EF4-FFF2-40B4-BE49-F238E27FC236}">
                  <a16:creationId xmlns:a16="http://schemas.microsoft.com/office/drawing/2014/main" id="{4876FBCA-0D51-4B33-9375-D3F71918F7FC}"/>
                </a:ext>
              </a:extLst>
            </p:cNvPr>
            <p:cNvSpPr>
              <a:spLocks noEditPoints="1"/>
            </p:cNvSpPr>
            <p:nvPr userDrawn="1"/>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0" name="Freeform 16">
              <a:extLst>
                <a:ext uri="{FF2B5EF4-FFF2-40B4-BE49-F238E27FC236}">
                  <a16:creationId xmlns:a16="http://schemas.microsoft.com/office/drawing/2014/main" id="{B025D520-F3BC-4D3B-BF86-05B537F2482B}"/>
                </a:ext>
              </a:extLst>
            </p:cNvPr>
            <p:cNvSpPr>
              <a:spLocks noEditPoints="1"/>
            </p:cNvSpPr>
            <p:nvPr userDrawn="1"/>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1" name="Freeform 16">
              <a:extLst>
                <a:ext uri="{FF2B5EF4-FFF2-40B4-BE49-F238E27FC236}">
                  <a16:creationId xmlns:a16="http://schemas.microsoft.com/office/drawing/2014/main" id="{24765AAF-1343-40B6-9F77-11BC4F9E47DC}"/>
                </a:ext>
              </a:extLst>
            </p:cNvPr>
            <p:cNvSpPr>
              <a:spLocks noEditPoints="1"/>
            </p:cNvSpPr>
            <p:nvPr userDrawn="1"/>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2" name="Freeform 16">
              <a:extLst>
                <a:ext uri="{FF2B5EF4-FFF2-40B4-BE49-F238E27FC236}">
                  <a16:creationId xmlns:a16="http://schemas.microsoft.com/office/drawing/2014/main" id="{CAE5A3F7-0924-495D-8844-A0BFFEA3F5A6}"/>
                </a:ext>
              </a:extLst>
            </p:cNvPr>
            <p:cNvSpPr>
              <a:spLocks noEditPoints="1"/>
            </p:cNvSpPr>
            <p:nvPr userDrawn="1"/>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3" name="Freeform 16">
              <a:extLst>
                <a:ext uri="{FF2B5EF4-FFF2-40B4-BE49-F238E27FC236}">
                  <a16:creationId xmlns:a16="http://schemas.microsoft.com/office/drawing/2014/main" id="{CFDA1116-035D-4E54-AFBB-4D27A956C253}"/>
                </a:ext>
              </a:extLst>
            </p:cNvPr>
            <p:cNvSpPr>
              <a:spLocks noEditPoints="1"/>
            </p:cNvSpPr>
            <p:nvPr userDrawn="1"/>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4" name="Freeform 16">
              <a:extLst>
                <a:ext uri="{FF2B5EF4-FFF2-40B4-BE49-F238E27FC236}">
                  <a16:creationId xmlns:a16="http://schemas.microsoft.com/office/drawing/2014/main" id="{5F363A19-6283-48F8-85FA-6B7CCCB51846}"/>
                </a:ext>
              </a:extLst>
            </p:cNvPr>
            <p:cNvSpPr>
              <a:spLocks noEditPoints="1"/>
            </p:cNvSpPr>
            <p:nvPr userDrawn="1"/>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5" name="Freeform 16">
              <a:extLst>
                <a:ext uri="{FF2B5EF4-FFF2-40B4-BE49-F238E27FC236}">
                  <a16:creationId xmlns:a16="http://schemas.microsoft.com/office/drawing/2014/main" id="{2A698C8C-4D32-4D3F-9F80-BEC6A13B8458}"/>
                </a:ext>
              </a:extLst>
            </p:cNvPr>
            <p:cNvSpPr>
              <a:spLocks noEditPoints="1"/>
            </p:cNvSpPr>
            <p:nvPr userDrawn="1"/>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6" name="Freeform 16">
              <a:extLst>
                <a:ext uri="{FF2B5EF4-FFF2-40B4-BE49-F238E27FC236}">
                  <a16:creationId xmlns:a16="http://schemas.microsoft.com/office/drawing/2014/main" id="{4570646F-A2EF-470F-BE69-65F48D8F63F9}"/>
                </a:ext>
              </a:extLst>
            </p:cNvPr>
            <p:cNvSpPr>
              <a:spLocks noEditPoints="1"/>
            </p:cNvSpPr>
            <p:nvPr userDrawn="1"/>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7" name="Freeform 16">
              <a:extLst>
                <a:ext uri="{FF2B5EF4-FFF2-40B4-BE49-F238E27FC236}">
                  <a16:creationId xmlns:a16="http://schemas.microsoft.com/office/drawing/2014/main" id="{6076E36D-73D2-4127-BE4A-21CD4864C9DA}"/>
                </a:ext>
              </a:extLst>
            </p:cNvPr>
            <p:cNvSpPr>
              <a:spLocks noEditPoints="1"/>
            </p:cNvSpPr>
            <p:nvPr userDrawn="1"/>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8" name="Freeform 16">
              <a:extLst>
                <a:ext uri="{FF2B5EF4-FFF2-40B4-BE49-F238E27FC236}">
                  <a16:creationId xmlns:a16="http://schemas.microsoft.com/office/drawing/2014/main" id="{7C8BE7DC-9C93-4AE4-849A-1438EF43DADA}"/>
                </a:ext>
              </a:extLst>
            </p:cNvPr>
            <p:cNvSpPr>
              <a:spLocks noEditPoints="1"/>
            </p:cNvSpPr>
            <p:nvPr userDrawn="1"/>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9" name="Freeform 16">
              <a:extLst>
                <a:ext uri="{FF2B5EF4-FFF2-40B4-BE49-F238E27FC236}">
                  <a16:creationId xmlns:a16="http://schemas.microsoft.com/office/drawing/2014/main" id="{7A7E7F5E-396F-402D-87C2-4ECEE23A833E}"/>
                </a:ext>
              </a:extLst>
            </p:cNvPr>
            <p:cNvSpPr>
              <a:spLocks noEditPoints="1"/>
            </p:cNvSpPr>
            <p:nvPr userDrawn="1"/>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0" name="Freeform 16">
              <a:extLst>
                <a:ext uri="{FF2B5EF4-FFF2-40B4-BE49-F238E27FC236}">
                  <a16:creationId xmlns:a16="http://schemas.microsoft.com/office/drawing/2014/main" id="{97EC6D43-68CC-4F32-BFB8-1B15CFBD5927}"/>
                </a:ext>
              </a:extLst>
            </p:cNvPr>
            <p:cNvSpPr>
              <a:spLocks noEditPoints="1"/>
            </p:cNvSpPr>
            <p:nvPr userDrawn="1"/>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1" name="Freeform 16">
              <a:extLst>
                <a:ext uri="{FF2B5EF4-FFF2-40B4-BE49-F238E27FC236}">
                  <a16:creationId xmlns:a16="http://schemas.microsoft.com/office/drawing/2014/main" id="{AA1D0C14-2069-4DE9-A088-6C76A61F20B1}"/>
                </a:ext>
              </a:extLst>
            </p:cNvPr>
            <p:cNvSpPr>
              <a:spLocks noEditPoints="1"/>
            </p:cNvSpPr>
            <p:nvPr userDrawn="1"/>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2" name="Freeform 16">
              <a:extLst>
                <a:ext uri="{FF2B5EF4-FFF2-40B4-BE49-F238E27FC236}">
                  <a16:creationId xmlns:a16="http://schemas.microsoft.com/office/drawing/2014/main" id="{72C3829D-1796-4F37-B8F1-5C9A26E28C99}"/>
                </a:ext>
              </a:extLst>
            </p:cNvPr>
            <p:cNvSpPr>
              <a:spLocks noEditPoints="1"/>
            </p:cNvSpPr>
            <p:nvPr userDrawn="1"/>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3" name="Freeform 16">
              <a:extLst>
                <a:ext uri="{FF2B5EF4-FFF2-40B4-BE49-F238E27FC236}">
                  <a16:creationId xmlns:a16="http://schemas.microsoft.com/office/drawing/2014/main" id="{F74CEB28-F72C-46BF-955A-1DFBE9110A11}"/>
                </a:ext>
              </a:extLst>
            </p:cNvPr>
            <p:cNvSpPr>
              <a:spLocks noEditPoints="1"/>
            </p:cNvSpPr>
            <p:nvPr userDrawn="1"/>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4" name="Freeform 16">
              <a:extLst>
                <a:ext uri="{FF2B5EF4-FFF2-40B4-BE49-F238E27FC236}">
                  <a16:creationId xmlns:a16="http://schemas.microsoft.com/office/drawing/2014/main" id="{7052B90E-88FE-46F1-B64B-F574689D491B}"/>
                </a:ext>
              </a:extLst>
            </p:cNvPr>
            <p:cNvSpPr>
              <a:spLocks noEditPoints="1"/>
            </p:cNvSpPr>
            <p:nvPr userDrawn="1"/>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5" name="Freeform 16">
              <a:extLst>
                <a:ext uri="{FF2B5EF4-FFF2-40B4-BE49-F238E27FC236}">
                  <a16:creationId xmlns:a16="http://schemas.microsoft.com/office/drawing/2014/main" id="{F8F128E0-3AD1-4260-A7E5-19E8751009D9}"/>
                </a:ext>
              </a:extLst>
            </p:cNvPr>
            <p:cNvSpPr>
              <a:spLocks noEditPoints="1"/>
            </p:cNvSpPr>
            <p:nvPr userDrawn="1"/>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6" name="Freeform 16">
              <a:extLst>
                <a:ext uri="{FF2B5EF4-FFF2-40B4-BE49-F238E27FC236}">
                  <a16:creationId xmlns:a16="http://schemas.microsoft.com/office/drawing/2014/main" id="{969B39FA-8605-4E46-98D4-7C699D24F4C4}"/>
                </a:ext>
              </a:extLst>
            </p:cNvPr>
            <p:cNvSpPr>
              <a:spLocks noEditPoints="1"/>
            </p:cNvSpPr>
            <p:nvPr userDrawn="1"/>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7" name="Freeform 16">
              <a:extLst>
                <a:ext uri="{FF2B5EF4-FFF2-40B4-BE49-F238E27FC236}">
                  <a16:creationId xmlns:a16="http://schemas.microsoft.com/office/drawing/2014/main" id="{DD141AA4-FDDD-4DF1-A51F-34017775CB16}"/>
                </a:ext>
              </a:extLst>
            </p:cNvPr>
            <p:cNvSpPr>
              <a:spLocks noEditPoints="1"/>
            </p:cNvSpPr>
            <p:nvPr userDrawn="1"/>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8" name="Freeform 16">
              <a:extLst>
                <a:ext uri="{FF2B5EF4-FFF2-40B4-BE49-F238E27FC236}">
                  <a16:creationId xmlns:a16="http://schemas.microsoft.com/office/drawing/2014/main" id="{855CBA53-E52B-4687-96C6-EBA404B23D4F}"/>
                </a:ext>
              </a:extLst>
            </p:cNvPr>
            <p:cNvSpPr>
              <a:spLocks noEditPoints="1"/>
            </p:cNvSpPr>
            <p:nvPr userDrawn="1"/>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9" name="Freeform 16">
              <a:extLst>
                <a:ext uri="{FF2B5EF4-FFF2-40B4-BE49-F238E27FC236}">
                  <a16:creationId xmlns:a16="http://schemas.microsoft.com/office/drawing/2014/main" id="{BA45AD96-F5AF-4075-86DE-27366EF2792C}"/>
                </a:ext>
              </a:extLst>
            </p:cNvPr>
            <p:cNvSpPr>
              <a:spLocks noEditPoints="1"/>
            </p:cNvSpPr>
            <p:nvPr userDrawn="1"/>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0" name="Freeform 16">
              <a:extLst>
                <a:ext uri="{FF2B5EF4-FFF2-40B4-BE49-F238E27FC236}">
                  <a16:creationId xmlns:a16="http://schemas.microsoft.com/office/drawing/2014/main" id="{BB34F054-D296-4BA7-A495-E174D9BE84D6}"/>
                </a:ext>
              </a:extLst>
            </p:cNvPr>
            <p:cNvSpPr>
              <a:spLocks noEditPoints="1"/>
            </p:cNvSpPr>
            <p:nvPr userDrawn="1"/>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1" name="Freeform 16">
              <a:extLst>
                <a:ext uri="{FF2B5EF4-FFF2-40B4-BE49-F238E27FC236}">
                  <a16:creationId xmlns:a16="http://schemas.microsoft.com/office/drawing/2014/main" id="{F429DE27-C226-4AA5-9816-E6376A4E2A9C}"/>
                </a:ext>
              </a:extLst>
            </p:cNvPr>
            <p:cNvSpPr>
              <a:spLocks noEditPoints="1"/>
            </p:cNvSpPr>
            <p:nvPr userDrawn="1"/>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2" name="Freeform 16">
              <a:extLst>
                <a:ext uri="{FF2B5EF4-FFF2-40B4-BE49-F238E27FC236}">
                  <a16:creationId xmlns:a16="http://schemas.microsoft.com/office/drawing/2014/main" id="{EE6506CD-9CC1-4BC6-BC32-DFD6FB136AF1}"/>
                </a:ext>
              </a:extLst>
            </p:cNvPr>
            <p:cNvSpPr>
              <a:spLocks noEditPoints="1"/>
            </p:cNvSpPr>
            <p:nvPr userDrawn="1"/>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3" name="Freeform 16">
              <a:extLst>
                <a:ext uri="{FF2B5EF4-FFF2-40B4-BE49-F238E27FC236}">
                  <a16:creationId xmlns:a16="http://schemas.microsoft.com/office/drawing/2014/main" id="{B3A7E91D-34EB-4744-A1A0-13EC637748C3}"/>
                </a:ext>
              </a:extLst>
            </p:cNvPr>
            <p:cNvSpPr>
              <a:spLocks noEditPoints="1"/>
            </p:cNvSpPr>
            <p:nvPr userDrawn="1"/>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4" name="Freeform 16">
              <a:extLst>
                <a:ext uri="{FF2B5EF4-FFF2-40B4-BE49-F238E27FC236}">
                  <a16:creationId xmlns:a16="http://schemas.microsoft.com/office/drawing/2014/main" id="{65A23728-E731-4707-AC6B-35FB937AE7A4}"/>
                </a:ext>
              </a:extLst>
            </p:cNvPr>
            <p:cNvSpPr>
              <a:spLocks noEditPoints="1"/>
            </p:cNvSpPr>
            <p:nvPr userDrawn="1"/>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5" name="Freeform 16">
              <a:extLst>
                <a:ext uri="{FF2B5EF4-FFF2-40B4-BE49-F238E27FC236}">
                  <a16:creationId xmlns:a16="http://schemas.microsoft.com/office/drawing/2014/main" id="{D8983A2E-8721-4A78-B55C-FD0940B28E97}"/>
                </a:ext>
              </a:extLst>
            </p:cNvPr>
            <p:cNvSpPr>
              <a:spLocks noEditPoints="1"/>
            </p:cNvSpPr>
            <p:nvPr userDrawn="1"/>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6" name="Freeform 16">
              <a:extLst>
                <a:ext uri="{FF2B5EF4-FFF2-40B4-BE49-F238E27FC236}">
                  <a16:creationId xmlns:a16="http://schemas.microsoft.com/office/drawing/2014/main" id="{FD4BBBB1-537D-4BF3-9BCC-DB166F1B91EF}"/>
                </a:ext>
              </a:extLst>
            </p:cNvPr>
            <p:cNvSpPr>
              <a:spLocks noEditPoints="1"/>
            </p:cNvSpPr>
            <p:nvPr userDrawn="1"/>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7" name="Freeform 16">
              <a:extLst>
                <a:ext uri="{FF2B5EF4-FFF2-40B4-BE49-F238E27FC236}">
                  <a16:creationId xmlns:a16="http://schemas.microsoft.com/office/drawing/2014/main" id="{AB55ADFF-1418-463B-9F69-0448C6BC5598}"/>
                </a:ext>
              </a:extLst>
            </p:cNvPr>
            <p:cNvSpPr>
              <a:spLocks noEditPoints="1"/>
            </p:cNvSpPr>
            <p:nvPr userDrawn="1"/>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8" name="Freeform 16">
              <a:extLst>
                <a:ext uri="{FF2B5EF4-FFF2-40B4-BE49-F238E27FC236}">
                  <a16:creationId xmlns:a16="http://schemas.microsoft.com/office/drawing/2014/main" id="{7DB31205-26C8-4B40-84B2-A21E042869C4}"/>
                </a:ext>
              </a:extLst>
            </p:cNvPr>
            <p:cNvSpPr>
              <a:spLocks noEditPoints="1"/>
            </p:cNvSpPr>
            <p:nvPr userDrawn="1"/>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9" name="Freeform 16">
              <a:extLst>
                <a:ext uri="{FF2B5EF4-FFF2-40B4-BE49-F238E27FC236}">
                  <a16:creationId xmlns:a16="http://schemas.microsoft.com/office/drawing/2014/main" id="{A55615A4-EA9A-41B6-9F9B-5608693927A9}"/>
                </a:ext>
              </a:extLst>
            </p:cNvPr>
            <p:cNvSpPr>
              <a:spLocks noEditPoints="1"/>
            </p:cNvSpPr>
            <p:nvPr userDrawn="1"/>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0" name="Freeform 16">
              <a:extLst>
                <a:ext uri="{FF2B5EF4-FFF2-40B4-BE49-F238E27FC236}">
                  <a16:creationId xmlns:a16="http://schemas.microsoft.com/office/drawing/2014/main" id="{A66AFF9B-47A8-431E-A764-E6AFD677715E}"/>
                </a:ext>
              </a:extLst>
            </p:cNvPr>
            <p:cNvSpPr>
              <a:spLocks noEditPoints="1"/>
            </p:cNvSpPr>
            <p:nvPr userDrawn="1"/>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1" name="Freeform 16">
              <a:extLst>
                <a:ext uri="{FF2B5EF4-FFF2-40B4-BE49-F238E27FC236}">
                  <a16:creationId xmlns:a16="http://schemas.microsoft.com/office/drawing/2014/main" id="{BB50F388-4C4F-4B03-AD18-01111D1C59A1}"/>
                </a:ext>
              </a:extLst>
            </p:cNvPr>
            <p:cNvSpPr>
              <a:spLocks noEditPoints="1"/>
            </p:cNvSpPr>
            <p:nvPr userDrawn="1"/>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2" name="Freeform 16">
              <a:extLst>
                <a:ext uri="{FF2B5EF4-FFF2-40B4-BE49-F238E27FC236}">
                  <a16:creationId xmlns:a16="http://schemas.microsoft.com/office/drawing/2014/main" id="{CF3FB584-0B0E-423F-925C-1180324EBD34}"/>
                </a:ext>
              </a:extLst>
            </p:cNvPr>
            <p:cNvSpPr>
              <a:spLocks noEditPoints="1"/>
            </p:cNvSpPr>
            <p:nvPr userDrawn="1"/>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3" name="Freeform 16">
              <a:extLst>
                <a:ext uri="{FF2B5EF4-FFF2-40B4-BE49-F238E27FC236}">
                  <a16:creationId xmlns:a16="http://schemas.microsoft.com/office/drawing/2014/main" id="{ED4EC88C-3F33-4DC1-85B0-07C4415BBD45}"/>
                </a:ext>
              </a:extLst>
            </p:cNvPr>
            <p:cNvSpPr>
              <a:spLocks noEditPoints="1"/>
            </p:cNvSpPr>
            <p:nvPr userDrawn="1"/>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4" name="Freeform 16">
              <a:extLst>
                <a:ext uri="{FF2B5EF4-FFF2-40B4-BE49-F238E27FC236}">
                  <a16:creationId xmlns:a16="http://schemas.microsoft.com/office/drawing/2014/main" id="{1C4B329A-FB4F-44FB-B230-B1047E59B394}"/>
                </a:ext>
              </a:extLst>
            </p:cNvPr>
            <p:cNvSpPr>
              <a:spLocks noEditPoints="1"/>
            </p:cNvSpPr>
            <p:nvPr userDrawn="1"/>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5" name="Freeform 16">
              <a:extLst>
                <a:ext uri="{FF2B5EF4-FFF2-40B4-BE49-F238E27FC236}">
                  <a16:creationId xmlns:a16="http://schemas.microsoft.com/office/drawing/2014/main" id="{BE396084-F429-410A-AF78-35CDD96AF6BE}"/>
                </a:ext>
              </a:extLst>
            </p:cNvPr>
            <p:cNvSpPr>
              <a:spLocks noEditPoints="1"/>
            </p:cNvSpPr>
            <p:nvPr userDrawn="1"/>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6" name="Freeform 16">
              <a:extLst>
                <a:ext uri="{FF2B5EF4-FFF2-40B4-BE49-F238E27FC236}">
                  <a16:creationId xmlns:a16="http://schemas.microsoft.com/office/drawing/2014/main" id="{6F0A9973-4361-4CB5-876A-37B001931E15}"/>
                </a:ext>
              </a:extLst>
            </p:cNvPr>
            <p:cNvSpPr>
              <a:spLocks noEditPoints="1"/>
            </p:cNvSpPr>
            <p:nvPr userDrawn="1"/>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7" name="Freeform 16">
              <a:extLst>
                <a:ext uri="{FF2B5EF4-FFF2-40B4-BE49-F238E27FC236}">
                  <a16:creationId xmlns:a16="http://schemas.microsoft.com/office/drawing/2014/main" id="{1F716BE4-ED9D-4AFC-8882-00791784384A}"/>
                </a:ext>
              </a:extLst>
            </p:cNvPr>
            <p:cNvSpPr>
              <a:spLocks noEditPoints="1"/>
            </p:cNvSpPr>
            <p:nvPr userDrawn="1"/>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8" name="Freeform 16">
              <a:extLst>
                <a:ext uri="{FF2B5EF4-FFF2-40B4-BE49-F238E27FC236}">
                  <a16:creationId xmlns:a16="http://schemas.microsoft.com/office/drawing/2014/main" id="{A3188B9A-07AD-4D67-9017-92061B138A3F}"/>
                </a:ext>
              </a:extLst>
            </p:cNvPr>
            <p:cNvSpPr>
              <a:spLocks noEditPoints="1"/>
            </p:cNvSpPr>
            <p:nvPr userDrawn="1"/>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9" name="Freeform 16">
              <a:extLst>
                <a:ext uri="{FF2B5EF4-FFF2-40B4-BE49-F238E27FC236}">
                  <a16:creationId xmlns:a16="http://schemas.microsoft.com/office/drawing/2014/main" id="{DE8AD78A-ABB9-4B8E-A0F9-F7CCA2E2EF8F}"/>
                </a:ext>
              </a:extLst>
            </p:cNvPr>
            <p:cNvSpPr>
              <a:spLocks noEditPoints="1"/>
            </p:cNvSpPr>
            <p:nvPr userDrawn="1"/>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0" name="Freeform 16">
              <a:extLst>
                <a:ext uri="{FF2B5EF4-FFF2-40B4-BE49-F238E27FC236}">
                  <a16:creationId xmlns:a16="http://schemas.microsoft.com/office/drawing/2014/main" id="{02865DC5-04F0-4328-8C93-50994C40E460}"/>
                </a:ext>
              </a:extLst>
            </p:cNvPr>
            <p:cNvSpPr>
              <a:spLocks noEditPoints="1"/>
            </p:cNvSpPr>
            <p:nvPr userDrawn="1"/>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1" name="Freeform 16">
              <a:extLst>
                <a:ext uri="{FF2B5EF4-FFF2-40B4-BE49-F238E27FC236}">
                  <a16:creationId xmlns:a16="http://schemas.microsoft.com/office/drawing/2014/main" id="{541DB8F0-C031-42C1-A57D-729DA2CFF352}"/>
                </a:ext>
              </a:extLst>
            </p:cNvPr>
            <p:cNvSpPr>
              <a:spLocks noEditPoints="1"/>
            </p:cNvSpPr>
            <p:nvPr userDrawn="1"/>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2" name="Freeform 16">
              <a:extLst>
                <a:ext uri="{FF2B5EF4-FFF2-40B4-BE49-F238E27FC236}">
                  <a16:creationId xmlns:a16="http://schemas.microsoft.com/office/drawing/2014/main" id="{E74F6813-CEDF-4C90-9515-18F2D2808D82}"/>
                </a:ext>
              </a:extLst>
            </p:cNvPr>
            <p:cNvSpPr>
              <a:spLocks noEditPoints="1"/>
            </p:cNvSpPr>
            <p:nvPr userDrawn="1"/>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3" name="Freeform 16">
              <a:extLst>
                <a:ext uri="{FF2B5EF4-FFF2-40B4-BE49-F238E27FC236}">
                  <a16:creationId xmlns:a16="http://schemas.microsoft.com/office/drawing/2014/main" id="{178439D5-98F9-4547-AA18-8F0D15FA5033}"/>
                </a:ext>
              </a:extLst>
            </p:cNvPr>
            <p:cNvSpPr>
              <a:spLocks noEditPoints="1"/>
            </p:cNvSpPr>
            <p:nvPr userDrawn="1"/>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4" name="Freeform 16">
              <a:extLst>
                <a:ext uri="{FF2B5EF4-FFF2-40B4-BE49-F238E27FC236}">
                  <a16:creationId xmlns:a16="http://schemas.microsoft.com/office/drawing/2014/main" id="{FF65ACCA-B29A-4B23-99DF-9E8988FE7762}"/>
                </a:ext>
              </a:extLst>
            </p:cNvPr>
            <p:cNvSpPr>
              <a:spLocks noEditPoints="1"/>
            </p:cNvSpPr>
            <p:nvPr userDrawn="1"/>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5" name="Freeform 16">
              <a:extLst>
                <a:ext uri="{FF2B5EF4-FFF2-40B4-BE49-F238E27FC236}">
                  <a16:creationId xmlns:a16="http://schemas.microsoft.com/office/drawing/2014/main" id="{08202144-2699-405E-B70E-10ACB625045A}"/>
                </a:ext>
              </a:extLst>
            </p:cNvPr>
            <p:cNvSpPr>
              <a:spLocks noEditPoints="1"/>
            </p:cNvSpPr>
            <p:nvPr userDrawn="1"/>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6" name="Freeform 16">
              <a:extLst>
                <a:ext uri="{FF2B5EF4-FFF2-40B4-BE49-F238E27FC236}">
                  <a16:creationId xmlns:a16="http://schemas.microsoft.com/office/drawing/2014/main" id="{8F59B94B-2422-4834-BD86-CFE3D8A53F90}"/>
                </a:ext>
              </a:extLst>
            </p:cNvPr>
            <p:cNvSpPr>
              <a:spLocks noEditPoints="1"/>
            </p:cNvSpPr>
            <p:nvPr userDrawn="1"/>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7" name="Freeform 16">
              <a:extLst>
                <a:ext uri="{FF2B5EF4-FFF2-40B4-BE49-F238E27FC236}">
                  <a16:creationId xmlns:a16="http://schemas.microsoft.com/office/drawing/2014/main" id="{C5893D12-2CAA-4072-80FB-D3E997100566}"/>
                </a:ext>
              </a:extLst>
            </p:cNvPr>
            <p:cNvSpPr>
              <a:spLocks noEditPoints="1"/>
            </p:cNvSpPr>
            <p:nvPr userDrawn="1"/>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8" name="Freeform 16">
              <a:extLst>
                <a:ext uri="{FF2B5EF4-FFF2-40B4-BE49-F238E27FC236}">
                  <a16:creationId xmlns:a16="http://schemas.microsoft.com/office/drawing/2014/main" id="{C5D33650-F7DF-4640-8624-E4A406586BE1}"/>
                </a:ext>
              </a:extLst>
            </p:cNvPr>
            <p:cNvSpPr>
              <a:spLocks noEditPoints="1"/>
            </p:cNvSpPr>
            <p:nvPr userDrawn="1"/>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9" name="Freeform 16">
              <a:extLst>
                <a:ext uri="{FF2B5EF4-FFF2-40B4-BE49-F238E27FC236}">
                  <a16:creationId xmlns:a16="http://schemas.microsoft.com/office/drawing/2014/main" id="{D8E569D6-7F89-4731-A6B8-6AFEB4544E17}"/>
                </a:ext>
              </a:extLst>
            </p:cNvPr>
            <p:cNvSpPr>
              <a:spLocks noEditPoints="1"/>
            </p:cNvSpPr>
            <p:nvPr userDrawn="1"/>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0" name="Freeform 16">
              <a:extLst>
                <a:ext uri="{FF2B5EF4-FFF2-40B4-BE49-F238E27FC236}">
                  <a16:creationId xmlns:a16="http://schemas.microsoft.com/office/drawing/2014/main" id="{80CEE136-CAF7-4993-84B3-67A0917C53FB}"/>
                </a:ext>
              </a:extLst>
            </p:cNvPr>
            <p:cNvSpPr>
              <a:spLocks noEditPoints="1"/>
            </p:cNvSpPr>
            <p:nvPr userDrawn="1"/>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1" name="Freeform 16">
              <a:extLst>
                <a:ext uri="{FF2B5EF4-FFF2-40B4-BE49-F238E27FC236}">
                  <a16:creationId xmlns:a16="http://schemas.microsoft.com/office/drawing/2014/main" id="{FFDB2B08-42EF-46F1-9397-9A855C1A24CA}"/>
                </a:ext>
              </a:extLst>
            </p:cNvPr>
            <p:cNvSpPr>
              <a:spLocks noEditPoints="1"/>
            </p:cNvSpPr>
            <p:nvPr userDrawn="1"/>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2" name="Freeform 16">
              <a:extLst>
                <a:ext uri="{FF2B5EF4-FFF2-40B4-BE49-F238E27FC236}">
                  <a16:creationId xmlns:a16="http://schemas.microsoft.com/office/drawing/2014/main" id="{AB77A349-A09C-4B90-9A2C-EA856A8D86D5}"/>
                </a:ext>
              </a:extLst>
            </p:cNvPr>
            <p:cNvSpPr>
              <a:spLocks noEditPoints="1"/>
            </p:cNvSpPr>
            <p:nvPr userDrawn="1"/>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3" name="Freeform 16">
              <a:extLst>
                <a:ext uri="{FF2B5EF4-FFF2-40B4-BE49-F238E27FC236}">
                  <a16:creationId xmlns:a16="http://schemas.microsoft.com/office/drawing/2014/main" id="{48608721-EE4A-426A-91C2-C463004F9706}"/>
                </a:ext>
              </a:extLst>
            </p:cNvPr>
            <p:cNvSpPr>
              <a:spLocks noEditPoints="1"/>
            </p:cNvSpPr>
            <p:nvPr userDrawn="1"/>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4" name="Freeform 16">
              <a:extLst>
                <a:ext uri="{FF2B5EF4-FFF2-40B4-BE49-F238E27FC236}">
                  <a16:creationId xmlns:a16="http://schemas.microsoft.com/office/drawing/2014/main" id="{B927CE31-5623-45C2-9E5E-6EF014536534}"/>
                </a:ext>
              </a:extLst>
            </p:cNvPr>
            <p:cNvSpPr>
              <a:spLocks noEditPoints="1"/>
            </p:cNvSpPr>
            <p:nvPr userDrawn="1"/>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5" name="Freeform 16">
              <a:extLst>
                <a:ext uri="{FF2B5EF4-FFF2-40B4-BE49-F238E27FC236}">
                  <a16:creationId xmlns:a16="http://schemas.microsoft.com/office/drawing/2014/main" id="{664A9588-E7C2-4376-869E-12661D073ADF}"/>
                </a:ext>
              </a:extLst>
            </p:cNvPr>
            <p:cNvSpPr>
              <a:spLocks noEditPoints="1"/>
            </p:cNvSpPr>
            <p:nvPr userDrawn="1"/>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6" name="Freeform 16">
              <a:extLst>
                <a:ext uri="{FF2B5EF4-FFF2-40B4-BE49-F238E27FC236}">
                  <a16:creationId xmlns:a16="http://schemas.microsoft.com/office/drawing/2014/main" id="{C07EBDA9-99B9-4FEA-8E61-CF7766C803D2}"/>
                </a:ext>
              </a:extLst>
            </p:cNvPr>
            <p:cNvSpPr>
              <a:spLocks noEditPoints="1"/>
            </p:cNvSpPr>
            <p:nvPr userDrawn="1"/>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7" name="Freeform 16">
              <a:extLst>
                <a:ext uri="{FF2B5EF4-FFF2-40B4-BE49-F238E27FC236}">
                  <a16:creationId xmlns:a16="http://schemas.microsoft.com/office/drawing/2014/main" id="{E44A3FF9-F9CA-4868-B495-9C7AAE9DDF96}"/>
                </a:ext>
              </a:extLst>
            </p:cNvPr>
            <p:cNvSpPr>
              <a:spLocks noEditPoints="1"/>
            </p:cNvSpPr>
            <p:nvPr userDrawn="1"/>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8" name="Freeform 16">
              <a:extLst>
                <a:ext uri="{FF2B5EF4-FFF2-40B4-BE49-F238E27FC236}">
                  <a16:creationId xmlns:a16="http://schemas.microsoft.com/office/drawing/2014/main" id="{CCF5D671-0529-4209-8A7C-1149C280118B}"/>
                </a:ext>
              </a:extLst>
            </p:cNvPr>
            <p:cNvSpPr>
              <a:spLocks noEditPoints="1"/>
            </p:cNvSpPr>
            <p:nvPr userDrawn="1"/>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9" name="Freeform 16">
              <a:extLst>
                <a:ext uri="{FF2B5EF4-FFF2-40B4-BE49-F238E27FC236}">
                  <a16:creationId xmlns:a16="http://schemas.microsoft.com/office/drawing/2014/main" id="{DCA290DC-6B1F-40EB-A9F0-F96F5851B398}"/>
                </a:ext>
              </a:extLst>
            </p:cNvPr>
            <p:cNvSpPr>
              <a:spLocks noEditPoints="1"/>
            </p:cNvSpPr>
            <p:nvPr userDrawn="1"/>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0" name="Freeform 16">
              <a:extLst>
                <a:ext uri="{FF2B5EF4-FFF2-40B4-BE49-F238E27FC236}">
                  <a16:creationId xmlns:a16="http://schemas.microsoft.com/office/drawing/2014/main" id="{36C813C9-8C14-4372-801A-DBB3E037EEFE}"/>
                </a:ext>
              </a:extLst>
            </p:cNvPr>
            <p:cNvSpPr>
              <a:spLocks noEditPoints="1"/>
            </p:cNvSpPr>
            <p:nvPr userDrawn="1"/>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1" name="Freeform 16">
              <a:extLst>
                <a:ext uri="{FF2B5EF4-FFF2-40B4-BE49-F238E27FC236}">
                  <a16:creationId xmlns:a16="http://schemas.microsoft.com/office/drawing/2014/main" id="{F253EC72-B338-4BBF-9042-C191E60067EF}"/>
                </a:ext>
              </a:extLst>
            </p:cNvPr>
            <p:cNvSpPr>
              <a:spLocks noEditPoints="1"/>
            </p:cNvSpPr>
            <p:nvPr userDrawn="1"/>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2" name="Freeform 16">
              <a:extLst>
                <a:ext uri="{FF2B5EF4-FFF2-40B4-BE49-F238E27FC236}">
                  <a16:creationId xmlns:a16="http://schemas.microsoft.com/office/drawing/2014/main" id="{7B28B5DF-2DA6-4E8F-817A-C1902DCD4552}"/>
                </a:ext>
              </a:extLst>
            </p:cNvPr>
            <p:cNvSpPr>
              <a:spLocks noEditPoints="1"/>
            </p:cNvSpPr>
            <p:nvPr userDrawn="1"/>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3" name="Freeform 16">
              <a:extLst>
                <a:ext uri="{FF2B5EF4-FFF2-40B4-BE49-F238E27FC236}">
                  <a16:creationId xmlns:a16="http://schemas.microsoft.com/office/drawing/2014/main" id="{09D7394F-F75D-4FED-8923-575F140FA2B8}"/>
                </a:ext>
              </a:extLst>
            </p:cNvPr>
            <p:cNvSpPr>
              <a:spLocks noEditPoints="1"/>
            </p:cNvSpPr>
            <p:nvPr userDrawn="1"/>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4" name="Freeform 16">
              <a:extLst>
                <a:ext uri="{FF2B5EF4-FFF2-40B4-BE49-F238E27FC236}">
                  <a16:creationId xmlns:a16="http://schemas.microsoft.com/office/drawing/2014/main" id="{F172134A-6C32-4752-97D8-E661E6A26310}"/>
                </a:ext>
              </a:extLst>
            </p:cNvPr>
            <p:cNvSpPr>
              <a:spLocks noEditPoints="1"/>
            </p:cNvSpPr>
            <p:nvPr userDrawn="1"/>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5" name="Freeform 16">
              <a:extLst>
                <a:ext uri="{FF2B5EF4-FFF2-40B4-BE49-F238E27FC236}">
                  <a16:creationId xmlns:a16="http://schemas.microsoft.com/office/drawing/2014/main" id="{6CAB8EBC-D1A2-4B27-9297-ADFA1B5C1AF7}"/>
                </a:ext>
              </a:extLst>
            </p:cNvPr>
            <p:cNvSpPr>
              <a:spLocks noEditPoints="1"/>
            </p:cNvSpPr>
            <p:nvPr userDrawn="1"/>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6" name="Freeform 16">
              <a:extLst>
                <a:ext uri="{FF2B5EF4-FFF2-40B4-BE49-F238E27FC236}">
                  <a16:creationId xmlns:a16="http://schemas.microsoft.com/office/drawing/2014/main" id="{6E5A44D5-4DED-4075-8C18-C4EE1E61AB39}"/>
                </a:ext>
              </a:extLst>
            </p:cNvPr>
            <p:cNvSpPr>
              <a:spLocks noEditPoints="1"/>
            </p:cNvSpPr>
            <p:nvPr userDrawn="1"/>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7" name="Freeform 16">
              <a:extLst>
                <a:ext uri="{FF2B5EF4-FFF2-40B4-BE49-F238E27FC236}">
                  <a16:creationId xmlns:a16="http://schemas.microsoft.com/office/drawing/2014/main" id="{47E67357-8F43-4716-AF36-C4D3FAD5776D}"/>
                </a:ext>
              </a:extLst>
            </p:cNvPr>
            <p:cNvSpPr>
              <a:spLocks noEditPoints="1"/>
            </p:cNvSpPr>
            <p:nvPr userDrawn="1"/>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8" name="Freeform 16">
              <a:extLst>
                <a:ext uri="{FF2B5EF4-FFF2-40B4-BE49-F238E27FC236}">
                  <a16:creationId xmlns:a16="http://schemas.microsoft.com/office/drawing/2014/main" id="{CDB9D3D1-A9FF-4CC6-B6AD-51D73FCAE1D4}"/>
                </a:ext>
              </a:extLst>
            </p:cNvPr>
            <p:cNvSpPr>
              <a:spLocks noEditPoints="1"/>
            </p:cNvSpPr>
            <p:nvPr userDrawn="1"/>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9" name="Freeform 16">
              <a:extLst>
                <a:ext uri="{FF2B5EF4-FFF2-40B4-BE49-F238E27FC236}">
                  <a16:creationId xmlns:a16="http://schemas.microsoft.com/office/drawing/2014/main" id="{B1C55A0F-DE6D-4BE9-B90E-685770171078}"/>
                </a:ext>
              </a:extLst>
            </p:cNvPr>
            <p:cNvSpPr>
              <a:spLocks noEditPoints="1"/>
            </p:cNvSpPr>
            <p:nvPr userDrawn="1"/>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0" name="Freeform 16">
              <a:extLst>
                <a:ext uri="{FF2B5EF4-FFF2-40B4-BE49-F238E27FC236}">
                  <a16:creationId xmlns:a16="http://schemas.microsoft.com/office/drawing/2014/main" id="{6627EE65-8BCE-41D8-BE30-34A95B942473}"/>
                </a:ext>
              </a:extLst>
            </p:cNvPr>
            <p:cNvSpPr>
              <a:spLocks noEditPoints="1"/>
            </p:cNvSpPr>
            <p:nvPr userDrawn="1"/>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1" name="Freeform 16">
              <a:extLst>
                <a:ext uri="{FF2B5EF4-FFF2-40B4-BE49-F238E27FC236}">
                  <a16:creationId xmlns:a16="http://schemas.microsoft.com/office/drawing/2014/main" id="{FA999AE1-300A-4580-A684-3752E1FB0EF1}"/>
                </a:ext>
              </a:extLst>
            </p:cNvPr>
            <p:cNvSpPr>
              <a:spLocks noEditPoints="1"/>
            </p:cNvSpPr>
            <p:nvPr userDrawn="1"/>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2" name="Freeform 16">
              <a:extLst>
                <a:ext uri="{FF2B5EF4-FFF2-40B4-BE49-F238E27FC236}">
                  <a16:creationId xmlns:a16="http://schemas.microsoft.com/office/drawing/2014/main" id="{9BB492A4-E274-4551-A97A-AD8A2538EB6E}"/>
                </a:ext>
              </a:extLst>
            </p:cNvPr>
            <p:cNvSpPr>
              <a:spLocks noEditPoints="1"/>
            </p:cNvSpPr>
            <p:nvPr userDrawn="1"/>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3" name="Freeform 16">
              <a:extLst>
                <a:ext uri="{FF2B5EF4-FFF2-40B4-BE49-F238E27FC236}">
                  <a16:creationId xmlns:a16="http://schemas.microsoft.com/office/drawing/2014/main" id="{CBF53111-DF01-47C3-8596-B57862E0C31E}"/>
                </a:ext>
              </a:extLst>
            </p:cNvPr>
            <p:cNvSpPr>
              <a:spLocks noEditPoints="1"/>
            </p:cNvSpPr>
            <p:nvPr userDrawn="1"/>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4" name="Freeform 16">
              <a:extLst>
                <a:ext uri="{FF2B5EF4-FFF2-40B4-BE49-F238E27FC236}">
                  <a16:creationId xmlns:a16="http://schemas.microsoft.com/office/drawing/2014/main" id="{C53F7DDB-439E-47C6-90BD-B22EA9B7CDF3}"/>
                </a:ext>
              </a:extLst>
            </p:cNvPr>
            <p:cNvSpPr>
              <a:spLocks noEditPoints="1"/>
            </p:cNvSpPr>
            <p:nvPr userDrawn="1"/>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5" name="Freeform 16">
              <a:extLst>
                <a:ext uri="{FF2B5EF4-FFF2-40B4-BE49-F238E27FC236}">
                  <a16:creationId xmlns:a16="http://schemas.microsoft.com/office/drawing/2014/main" id="{81E7F6E6-2542-47E1-AE43-9B182D375826}"/>
                </a:ext>
              </a:extLst>
            </p:cNvPr>
            <p:cNvSpPr>
              <a:spLocks noEditPoints="1"/>
            </p:cNvSpPr>
            <p:nvPr userDrawn="1"/>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6" name="Freeform 16">
              <a:extLst>
                <a:ext uri="{FF2B5EF4-FFF2-40B4-BE49-F238E27FC236}">
                  <a16:creationId xmlns:a16="http://schemas.microsoft.com/office/drawing/2014/main" id="{E777532A-71A5-494B-820C-48C05EC74CA0}"/>
                </a:ext>
              </a:extLst>
            </p:cNvPr>
            <p:cNvSpPr>
              <a:spLocks noEditPoints="1"/>
            </p:cNvSpPr>
            <p:nvPr userDrawn="1"/>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7" name="Freeform 16">
              <a:extLst>
                <a:ext uri="{FF2B5EF4-FFF2-40B4-BE49-F238E27FC236}">
                  <a16:creationId xmlns:a16="http://schemas.microsoft.com/office/drawing/2014/main" id="{70329985-9DF6-417E-8BE0-92923294554F}"/>
                </a:ext>
              </a:extLst>
            </p:cNvPr>
            <p:cNvSpPr>
              <a:spLocks noEditPoints="1"/>
            </p:cNvSpPr>
            <p:nvPr userDrawn="1"/>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8" name="Freeform 16">
              <a:extLst>
                <a:ext uri="{FF2B5EF4-FFF2-40B4-BE49-F238E27FC236}">
                  <a16:creationId xmlns:a16="http://schemas.microsoft.com/office/drawing/2014/main" id="{00252936-908A-4F1A-B1D6-E291EDBA6E00}"/>
                </a:ext>
              </a:extLst>
            </p:cNvPr>
            <p:cNvSpPr>
              <a:spLocks noEditPoints="1"/>
            </p:cNvSpPr>
            <p:nvPr userDrawn="1"/>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9" name="Freeform 16">
              <a:extLst>
                <a:ext uri="{FF2B5EF4-FFF2-40B4-BE49-F238E27FC236}">
                  <a16:creationId xmlns:a16="http://schemas.microsoft.com/office/drawing/2014/main" id="{1614E059-CFCA-409A-8521-5A7B0CD0E428}"/>
                </a:ext>
              </a:extLst>
            </p:cNvPr>
            <p:cNvSpPr>
              <a:spLocks noEditPoints="1"/>
            </p:cNvSpPr>
            <p:nvPr userDrawn="1"/>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0" name="Freeform 16">
              <a:extLst>
                <a:ext uri="{FF2B5EF4-FFF2-40B4-BE49-F238E27FC236}">
                  <a16:creationId xmlns:a16="http://schemas.microsoft.com/office/drawing/2014/main" id="{D67A4711-AC1A-4F94-B614-DDA70F4AB3ED}"/>
                </a:ext>
              </a:extLst>
            </p:cNvPr>
            <p:cNvSpPr>
              <a:spLocks noEditPoints="1"/>
            </p:cNvSpPr>
            <p:nvPr userDrawn="1"/>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1" name="Freeform 16">
              <a:extLst>
                <a:ext uri="{FF2B5EF4-FFF2-40B4-BE49-F238E27FC236}">
                  <a16:creationId xmlns:a16="http://schemas.microsoft.com/office/drawing/2014/main" id="{7AC93D6D-B965-4CFB-82B3-C2F8189DD772}"/>
                </a:ext>
              </a:extLst>
            </p:cNvPr>
            <p:cNvSpPr>
              <a:spLocks noEditPoints="1"/>
            </p:cNvSpPr>
            <p:nvPr userDrawn="1"/>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2" name="Freeform 16">
              <a:extLst>
                <a:ext uri="{FF2B5EF4-FFF2-40B4-BE49-F238E27FC236}">
                  <a16:creationId xmlns:a16="http://schemas.microsoft.com/office/drawing/2014/main" id="{00CA144B-A572-487C-B67D-E0784F6971CB}"/>
                </a:ext>
              </a:extLst>
            </p:cNvPr>
            <p:cNvSpPr>
              <a:spLocks noEditPoints="1"/>
            </p:cNvSpPr>
            <p:nvPr userDrawn="1"/>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3" name="Freeform 16">
              <a:extLst>
                <a:ext uri="{FF2B5EF4-FFF2-40B4-BE49-F238E27FC236}">
                  <a16:creationId xmlns:a16="http://schemas.microsoft.com/office/drawing/2014/main" id="{E1487B58-3826-42D4-A325-3E4E04785B12}"/>
                </a:ext>
              </a:extLst>
            </p:cNvPr>
            <p:cNvSpPr>
              <a:spLocks noEditPoints="1"/>
            </p:cNvSpPr>
            <p:nvPr userDrawn="1"/>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4" name="Freeform 16">
              <a:extLst>
                <a:ext uri="{FF2B5EF4-FFF2-40B4-BE49-F238E27FC236}">
                  <a16:creationId xmlns:a16="http://schemas.microsoft.com/office/drawing/2014/main" id="{3C65D50D-4B63-4F19-93C9-926E0DA6253B}"/>
                </a:ext>
              </a:extLst>
            </p:cNvPr>
            <p:cNvSpPr>
              <a:spLocks noEditPoints="1"/>
            </p:cNvSpPr>
            <p:nvPr userDrawn="1"/>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5" name="Freeform 16">
              <a:extLst>
                <a:ext uri="{FF2B5EF4-FFF2-40B4-BE49-F238E27FC236}">
                  <a16:creationId xmlns:a16="http://schemas.microsoft.com/office/drawing/2014/main" id="{91A9FD33-BBFB-4EB4-B633-06A023CB6087}"/>
                </a:ext>
              </a:extLst>
            </p:cNvPr>
            <p:cNvSpPr>
              <a:spLocks noEditPoints="1"/>
            </p:cNvSpPr>
            <p:nvPr userDrawn="1"/>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6" name="Freeform 16">
              <a:extLst>
                <a:ext uri="{FF2B5EF4-FFF2-40B4-BE49-F238E27FC236}">
                  <a16:creationId xmlns:a16="http://schemas.microsoft.com/office/drawing/2014/main" id="{8A25449F-C96E-43A9-BE7E-8415CB8CA956}"/>
                </a:ext>
              </a:extLst>
            </p:cNvPr>
            <p:cNvSpPr>
              <a:spLocks noEditPoints="1"/>
            </p:cNvSpPr>
            <p:nvPr userDrawn="1"/>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7" name="Freeform 16">
              <a:extLst>
                <a:ext uri="{FF2B5EF4-FFF2-40B4-BE49-F238E27FC236}">
                  <a16:creationId xmlns:a16="http://schemas.microsoft.com/office/drawing/2014/main" id="{E852D294-5AE3-4C12-AE2F-1361C06DF29D}"/>
                </a:ext>
              </a:extLst>
            </p:cNvPr>
            <p:cNvSpPr>
              <a:spLocks noEditPoints="1"/>
            </p:cNvSpPr>
            <p:nvPr userDrawn="1"/>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8" name="Freeform 16">
              <a:extLst>
                <a:ext uri="{FF2B5EF4-FFF2-40B4-BE49-F238E27FC236}">
                  <a16:creationId xmlns:a16="http://schemas.microsoft.com/office/drawing/2014/main" id="{D75B22CF-07E7-4A6F-B17D-758BBE553840}"/>
                </a:ext>
              </a:extLst>
            </p:cNvPr>
            <p:cNvSpPr>
              <a:spLocks noEditPoints="1"/>
            </p:cNvSpPr>
            <p:nvPr userDrawn="1"/>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9" name="Freeform 16">
              <a:extLst>
                <a:ext uri="{FF2B5EF4-FFF2-40B4-BE49-F238E27FC236}">
                  <a16:creationId xmlns:a16="http://schemas.microsoft.com/office/drawing/2014/main" id="{45BB4DE2-44BF-43BF-9C16-259FA3450315}"/>
                </a:ext>
              </a:extLst>
            </p:cNvPr>
            <p:cNvSpPr>
              <a:spLocks noEditPoints="1"/>
            </p:cNvSpPr>
            <p:nvPr userDrawn="1"/>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0" name="Freeform 16">
              <a:extLst>
                <a:ext uri="{FF2B5EF4-FFF2-40B4-BE49-F238E27FC236}">
                  <a16:creationId xmlns:a16="http://schemas.microsoft.com/office/drawing/2014/main" id="{9082519B-328F-4D85-9648-AA99F35AF427}"/>
                </a:ext>
              </a:extLst>
            </p:cNvPr>
            <p:cNvSpPr>
              <a:spLocks noEditPoints="1"/>
            </p:cNvSpPr>
            <p:nvPr userDrawn="1"/>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1" name="Freeform 16">
              <a:extLst>
                <a:ext uri="{FF2B5EF4-FFF2-40B4-BE49-F238E27FC236}">
                  <a16:creationId xmlns:a16="http://schemas.microsoft.com/office/drawing/2014/main" id="{D9C1B58C-398E-452F-88B1-1E2D056BC39E}"/>
                </a:ext>
              </a:extLst>
            </p:cNvPr>
            <p:cNvSpPr>
              <a:spLocks noEditPoints="1"/>
            </p:cNvSpPr>
            <p:nvPr userDrawn="1"/>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2" name="Freeform 16">
              <a:extLst>
                <a:ext uri="{FF2B5EF4-FFF2-40B4-BE49-F238E27FC236}">
                  <a16:creationId xmlns:a16="http://schemas.microsoft.com/office/drawing/2014/main" id="{1215C438-62B6-48E8-93BD-2400CE7DCBC7}"/>
                </a:ext>
              </a:extLst>
            </p:cNvPr>
            <p:cNvSpPr>
              <a:spLocks noEditPoints="1"/>
            </p:cNvSpPr>
            <p:nvPr userDrawn="1"/>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3" name="Freeform 16">
              <a:extLst>
                <a:ext uri="{FF2B5EF4-FFF2-40B4-BE49-F238E27FC236}">
                  <a16:creationId xmlns:a16="http://schemas.microsoft.com/office/drawing/2014/main" id="{74287A1C-61DC-4764-AD91-0D8AE5D32FD9}"/>
                </a:ext>
              </a:extLst>
            </p:cNvPr>
            <p:cNvSpPr>
              <a:spLocks noEditPoints="1"/>
            </p:cNvSpPr>
            <p:nvPr userDrawn="1"/>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4" name="Freeform 16">
              <a:extLst>
                <a:ext uri="{FF2B5EF4-FFF2-40B4-BE49-F238E27FC236}">
                  <a16:creationId xmlns:a16="http://schemas.microsoft.com/office/drawing/2014/main" id="{935F5F69-3B06-47EE-8A58-9EFC1B83EC69}"/>
                </a:ext>
              </a:extLst>
            </p:cNvPr>
            <p:cNvSpPr>
              <a:spLocks noEditPoints="1"/>
            </p:cNvSpPr>
            <p:nvPr userDrawn="1"/>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5" name="Freeform 16">
              <a:extLst>
                <a:ext uri="{FF2B5EF4-FFF2-40B4-BE49-F238E27FC236}">
                  <a16:creationId xmlns:a16="http://schemas.microsoft.com/office/drawing/2014/main" id="{1101FFF9-CF37-4721-8186-544775DE501D}"/>
                </a:ext>
              </a:extLst>
            </p:cNvPr>
            <p:cNvSpPr>
              <a:spLocks noEditPoints="1"/>
            </p:cNvSpPr>
            <p:nvPr userDrawn="1"/>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6" name="Freeform 16">
              <a:extLst>
                <a:ext uri="{FF2B5EF4-FFF2-40B4-BE49-F238E27FC236}">
                  <a16:creationId xmlns:a16="http://schemas.microsoft.com/office/drawing/2014/main" id="{DA07B02B-AB92-4E6D-BE68-38C0C55A704F}"/>
                </a:ext>
              </a:extLst>
            </p:cNvPr>
            <p:cNvSpPr>
              <a:spLocks noEditPoints="1"/>
            </p:cNvSpPr>
            <p:nvPr userDrawn="1"/>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7" name="Freeform 16">
              <a:extLst>
                <a:ext uri="{FF2B5EF4-FFF2-40B4-BE49-F238E27FC236}">
                  <a16:creationId xmlns:a16="http://schemas.microsoft.com/office/drawing/2014/main" id="{5C7F6697-9CF8-4C52-8134-856F37E69B55}"/>
                </a:ext>
              </a:extLst>
            </p:cNvPr>
            <p:cNvSpPr>
              <a:spLocks noEditPoints="1"/>
            </p:cNvSpPr>
            <p:nvPr userDrawn="1"/>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8" name="Freeform 16">
              <a:extLst>
                <a:ext uri="{FF2B5EF4-FFF2-40B4-BE49-F238E27FC236}">
                  <a16:creationId xmlns:a16="http://schemas.microsoft.com/office/drawing/2014/main" id="{71AE8640-CA8D-45ED-B293-E41C04107BB9}"/>
                </a:ext>
              </a:extLst>
            </p:cNvPr>
            <p:cNvSpPr>
              <a:spLocks noEditPoints="1"/>
            </p:cNvSpPr>
            <p:nvPr userDrawn="1"/>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9" name="Freeform 16">
              <a:extLst>
                <a:ext uri="{FF2B5EF4-FFF2-40B4-BE49-F238E27FC236}">
                  <a16:creationId xmlns:a16="http://schemas.microsoft.com/office/drawing/2014/main" id="{63C196AF-4D4C-4362-BDBF-EC89D3AF7E17}"/>
                </a:ext>
              </a:extLst>
            </p:cNvPr>
            <p:cNvSpPr>
              <a:spLocks noEditPoints="1"/>
            </p:cNvSpPr>
            <p:nvPr userDrawn="1"/>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0" name="Freeform 16">
              <a:extLst>
                <a:ext uri="{FF2B5EF4-FFF2-40B4-BE49-F238E27FC236}">
                  <a16:creationId xmlns:a16="http://schemas.microsoft.com/office/drawing/2014/main" id="{ACA5D87D-1923-4B8B-9B95-C833F20B3FCA}"/>
                </a:ext>
              </a:extLst>
            </p:cNvPr>
            <p:cNvSpPr>
              <a:spLocks noEditPoints="1"/>
            </p:cNvSpPr>
            <p:nvPr userDrawn="1"/>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1" name="Freeform 16">
              <a:extLst>
                <a:ext uri="{FF2B5EF4-FFF2-40B4-BE49-F238E27FC236}">
                  <a16:creationId xmlns:a16="http://schemas.microsoft.com/office/drawing/2014/main" id="{5168EF6E-C030-46F7-940B-B2259B19D5DB}"/>
                </a:ext>
              </a:extLst>
            </p:cNvPr>
            <p:cNvSpPr>
              <a:spLocks noEditPoints="1"/>
            </p:cNvSpPr>
            <p:nvPr userDrawn="1"/>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2" name="Freeform 16">
              <a:extLst>
                <a:ext uri="{FF2B5EF4-FFF2-40B4-BE49-F238E27FC236}">
                  <a16:creationId xmlns:a16="http://schemas.microsoft.com/office/drawing/2014/main" id="{A141EFDE-9FF6-4BED-B3E7-F887DDD96035}"/>
                </a:ext>
              </a:extLst>
            </p:cNvPr>
            <p:cNvSpPr>
              <a:spLocks noEditPoints="1"/>
            </p:cNvSpPr>
            <p:nvPr userDrawn="1"/>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3" name="Freeform 16">
              <a:extLst>
                <a:ext uri="{FF2B5EF4-FFF2-40B4-BE49-F238E27FC236}">
                  <a16:creationId xmlns:a16="http://schemas.microsoft.com/office/drawing/2014/main" id="{F1BD7350-6598-41F6-9255-7CC3E3138875}"/>
                </a:ext>
              </a:extLst>
            </p:cNvPr>
            <p:cNvSpPr>
              <a:spLocks noEditPoints="1"/>
            </p:cNvSpPr>
            <p:nvPr userDrawn="1"/>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4" name="Freeform 16">
              <a:extLst>
                <a:ext uri="{FF2B5EF4-FFF2-40B4-BE49-F238E27FC236}">
                  <a16:creationId xmlns:a16="http://schemas.microsoft.com/office/drawing/2014/main" id="{22AC9D57-87D8-4EB4-9431-D6A909D9B344}"/>
                </a:ext>
              </a:extLst>
            </p:cNvPr>
            <p:cNvSpPr>
              <a:spLocks noEditPoints="1"/>
            </p:cNvSpPr>
            <p:nvPr userDrawn="1"/>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5" name="Freeform 16">
              <a:extLst>
                <a:ext uri="{FF2B5EF4-FFF2-40B4-BE49-F238E27FC236}">
                  <a16:creationId xmlns:a16="http://schemas.microsoft.com/office/drawing/2014/main" id="{5E5F28C9-581C-4582-AFD5-64DAF5C058C8}"/>
                </a:ext>
              </a:extLst>
            </p:cNvPr>
            <p:cNvSpPr>
              <a:spLocks noEditPoints="1"/>
            </p:cNvSpPr>
            <p:nvPr userDrawn="1"/>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6" name="Freeform 16">
              <a:extLst>
                <a:ext uri="{FF2B5EF4-FFF2-40B4-BE49-F238E27FC236}">
                  <a16:creationId xmlns:a16="http://schemas.microsoft.com/office/drawing/2014/main" id="{A3946BBE-EEEB-45AB-8953-28E740687DEF}"/>
                </a:ext>
              </a:extLst>
            </p:cNvPr>
            <p:cNvSpPr>
              <a:spLocks noEditPoints="1"/>
            </p:cNvSpPr>
            <p:nvPr userDrawn="1"/>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7" name="Freeform 16">
              <a:extLst>
                <a:ext uri="{FF2B5EF4-FFF2-40B4-BE49-F238E27FC236}">
                  <a16:creationId xmlns:a16="http://schemas.microsoft.com/office/drawing/2014/main" id="{6CBC4E02-AAC1-4F30-A6A1-640557D976C5}"/>
                </a:ext>
              </a:extLst>
            </p:cNvPr>
            <p:cNvSpPr>
              <a:spLocks noEditPoints="1"/>
            </p:cNvSpPr>
            <p:nvPr userDrawn="1"/>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8" name="Freeform 16">
              <a:extLst>
                <a:ext uri="{FF2B5EF4-FFF2-40B4-BE49-F238E27FC236}">
                  <a16:creationId xmlns:a16="http://schemas.microsoft.com/office/drawing/2014/main" id="{B048D2CD-AC09-4285-A6D5-6EA03B390362}"/>
                </a:ext>
              </a:extLst>
            </p:cNvPr>
            <p:cNvSpPr>
              <a:spLocks noEditPoints="1"/>
            </p:cNvSpPr>
            <p:nvPr userDrawn="1"/>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9" name="Freeform 16">
              <a:extLst>
                <a:ext uri="{FF2B5EF4-FFF2-40B4-BE49-F238E27FC236}">
                  <a16:creationId xmlns:a16="http://schemas.microsoft.com/office/drawing/2014/main" id="{15EF59CC-EAE4-472E-9711-C258CA656229}"/>
                </a:ext>
              </a:extLst>
            </p:cNvPr>
            <p:cNvSpPr>
              <a:spLocks noEditPoints="1"/>
            </p:cNvSpPr>
            <p:nvPr userDrawn="1"/>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0" name="Freeform 16">
              <a:extLst>
                <a:ext uri="{FF2B5EF4-FFF2-40B4-BE49-F238E27FC236}">
                  <a16:creationId xmlns:a16="http://schemas.microsoft.com/office/drawing/2014/main" id="{0C37583E-F9BD-44A9-BE2D-5885FBF11A0D}"/>
                </a:ext>
              </a:extLst>
            </p:cNvPr>
            <p:cNvSpPr>
              <a:spLocks noEditPoints="1"/>
            </p:cNvSpPr>
            <p:nvPr userDrawn="1"/>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1" name="Freeform 16">
              <a:extLst>
                <a:ext uri="{FF2B5EF4-FFF2-40B4-BE49-F238E27FC236}">
                  <a16:creationId xmlns:a16="http://schemas.microsoft.com/office/drawing/2014/main" id="{C8F816AA-7759-4D40-8B9F-93CE389699BC}"/>
                </a:ext>
              </a:extLst>
            </p:cNvPr>
            <p:cNvSpPr>
              <a:spLocks noEditPoints="1"/>
            </p:cNvSpPr>
            <p:nvPr userDrawn="1"/>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2" name="Freeform 16">
              <a:extLst>
                <a:ext uri="{FF2B5EF4-FFF2-40B4-BE49-F238E27FC236}">
                  <a16:creationId xmlns:a16="http://schemas.microsoft.com/office/drawing/2014/main" id="{B65B9489-7839-490A-B77D-E0E3DFA52E40}"/>
                </a:ext>
              </a:extLst>
            </p:cNvPr>
            <p:cNvSpPr>
              <a:spLocks noEditPoints="1"/>
            </p:cNvSpPr>
            <p:nvPr userDrawn="1"/>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3" name="Freeform 16">
              <a:extLst>
                <a:ext uri="{FF2B5EF4-FFF2-40B4-BE49-F238E27FC236}">
                  <a16:creationId xmlns:a16="http://schemas.microsoft.com/office/drawing/2014/main" id="{BECB7B9E-23EE-46B4-90EA-B68B9533FE1F}"/>
                </a:ext>
              </a:extLst>
            </p:cNvPr>
            <p:cNvSpPr>
              <a:spLocks noEditPoints="1"/>
            </p:cNvSpPr>
            <p:nvPr userDrawn="1"/>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4" name="Freeform 16">
              <a:extLst>
                <a:ext uri="{FF2B5EF4-FFF2-40B4-BE49-F238E27FC236}">
                  <a16:creationId xmlns:a16="http://schemas.microsoft.com/office/drawing/2014/main" id="{37F81689-425B-4586-BA28-A52EA6461BD3}"/>
                </a:ext>
              </a:extLst>
            </p:cNvPr>
            <p:cNvSpPr>
              <a:spLocks noEditPoints="1"/>
            </p:cNvSpPr>
            <p:nvPr userDrawn="1"/>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5" name="Freeform 16">
              <a:extLst>
                <a:ext uri="{FF2B5EF4-FFF2-40B4-BE49-F238E27FC236}">
                  <a16:creationId xmlns:a16="http://schemas.microsoft.com/office/drawing/2014/main" id="{F4E46C55-E55C-4DB9-84CB-12BA4E8360B2}"/>
                </a:ext>
              </a:extLst>
            </p:cNvPr>
            <p:cNvSpPr>
              <a:spLocks noEditPoints="1"/>
            </p:cNvSpPr>
            <p:nvPr userDrawn="1"/>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userDrawn="1"/>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6000"/>
            </a:p>
          </p:txBody>
        </p:sp>
        <p:grpSp>
          <p:nvGrpSpPr>
            <p:cNvPr id="267" name="Group 266">
              <a:extLst>
                <a:ext uri="{FF2B5EF4-FFF2-40B4-BE49-F238E27FC236}">
                  <a16:creationId xmlns:a16="http://schemas.microsoft.com/office/drawing/2014/main" id="{B79D6001-5C23-4D4D-89FC-00A862D67E58}"/>
                </a:ext>
              </a:extLst>
            </p:cNvPr>
            <p:cNvGrpSpPr/>
            <p:nvPr userDrawn="1"/>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userDrawn="1"/>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sp>
            <p:nvSpPr>
              <p:cNvPr id="273" name="Freeform 11">
                <a:extLst>
                  <a:ext uri="{FF2B5EF4-FFF2-40B4-BE49-F238E27FC236}">
                    <a16:creationId xmlns:a16="http://schemas.microsoft.com/office/drawing/2014/main" id="{9622CA32-E887-4015-BE52-CE59C58A50BC}"/>
                  </a:ext>
                </a:extLst>
              </p:cNvPr>
              <p:cNvSpPr>
                <a:spLocks/>
              </p:cNvSpPr>
              <p:nvPr userDrawn="1"/>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6000"/>
              </a:p>
            </p:txBody>
          </p:sp>
          <p:sp>
            <p:nvSpPr>
              <p:cNvPr id="274" name="Freeform 12">
                <a:extLst>
                  <a:ext uri="{FF2B5EF4-FFF2-40B4-BE49-F238E27FC236}">
                    <a16:creationId xmlns:a16="http://schemas.microsoft.com/office/drawing/2014/main" id="{15857072-129D-4B83-AEDA-E98AD3A5AEF2}"/>
                  </a:ext>
                </a:extLst>
              </p:cNvPr>
              <p:cNvSpPr>
                <a:spLocks/>
              </p:cNvSpPr>
              <p:nvPr userDrawn="1"/>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grpSp>
        <p:sp>
          <p:nvSpPr>
            <p:cNvPr id="268" name="Rectangle 267">
              <a:extLst>
                <a:ext uri="{FF2B5EF4-FFF2-40B4-BE49-F238E27FC236}">
                  <a16:creationId xmlns:a16="http://schemas.microsoft.com/office/drawing/2014/main" id="{395FD607-A9EB-4369-8C8B-71A1A9564207}"/>
                </a:ext>
              </a:extLst>
            </p:cNvPr>
            <p:cNvSpPr/>
            <p:nvPr userDrawn="1"/>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69" name="Rectangle 268">
              <a:extLst>
                <a:ext uri="{FF2B5EF4-FFF2-40B4-BE49-F238E27FC236}">
                  <a16:creationId xmlns:a16="http://schemas.microsoft.com/office/drawing/2014/main" id="{5CCAC69A-2B74-4981-825D-C3244AD95072}"/>
                </a:ext>
              </a:extLst>
            </p:cNvPr>
            <p:cNvSpPr/>
            <p:nvPr userDrawn="1"/>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0" name="Rectangle 269">
              <a:extLst>
                <a:ext uri="{FF2B5EF4-FFF2-40B4-BE49-F238E27FC236}">
                  <a16:creationId xmlns:a16="http://schemas.microsoft.com/office/drawing/2014/main" id="{660DB5A1-D3C7-4B82-A883-81AAAD318502}"/>
                </a:ext>
              </a:extLst>
            </p:cNvPr>
            <p:cNvSpPr/>
            <p:nvPr userDrawn="1"/>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1" name="Rectangle 270">
              <a:extLst>
                <a:ext uri="{FF2B5EF4-FFF2-40B4-BE49-F238E27FC236}">
                  <a16:creationId xmlns:a16="http://schemas.microsoft.com/office/drawing/2014/main" id="{02F05F0F-A34E-4FE9-AFF6-B23AF6C59A1F}"/>
                </a:ext>
              </a:extLst>
            </p:cNvPr>
            <p:cNvSpPr/>
            <p:nvPr userDrawn="1"/>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grpSp>
      <p:sp>
        <p:nvSpPr>
          <p:cNvPr id="2" name="Title 1"/>
          <p:cNvSpPr>
            <a:spLocks noGrp="1"/>
          </p:cNvSpPr>
          <p:nvPr>
            <p:ph type="title"/>
          </p:nvPr>
        </p:nvSpPr>
        <p:spPr>
          <a:xfrm>
            <a:off x="9540240" y="12557762"/>
            <a:ext cx="24871680" cy="1969770"/>
          </a:xfrm>
        </p:spPr>
        <p:txBody>
          <a:bodyPr/>
          <a:lstStyle>
            <a:lvl1pPr algn="l">
              <a:defRPr sz="9333">
                <a:solidFill>
                  <a:schemeClr val="tx1"/>
                </a:solidFill>
              </a:defRPr>
            </a:lvl1pPr>
          </a:lstStyle>
          <a:p>
            <a:r>
              <a:rPr lang="en-US" dirty="0"/>
              <a:t>Click to edit Master title style</a:t>
            </a:r>
          </a:p>
        </p:txBody>
      </p:sp>
      <p:sp>
        <p:nvSpPr>
          <p:cNvPr id="5" name="Text Placeholder 4"/>
          <p:cNvSpPr>
            <a:spLocks noGrp="1"/>
          </p:cNvSpPr>
          <p:nvPr>
            <p:ph type="body" sz="quarter" idx="10"/>
          </p:nvPr>
        </p:nvSpPr>
        <p:spPr>
          <a:xfrm>
            <a:off x="9540240" y="14538962"/>
            <a:ext cx="24871680" cy="1751543"/>
          </a:xfrm>
        </p:spPr>
        <p:txBody>
          <a:bodyPr/>
          <a:lstStyle>
            <a:lvl1pPr marL="0" indent="0" algn="l">
              <a:buFontTx/>
              <a:buNone/>
              <a:defRPr sz="8000" b="0">
                <a:solidFill>
                  <a:schemeClr val="tx1"/>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81138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640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36576000" cy="186597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149585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36576000" cy="190166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231579"/>
            <a:ext cx="33253680" cy="1785103"/>
          </a:xfrm>
        </p:spPr>
        <p:txBody>
          <a:bodyPr anchor="ctr"/>
          <a:lstStyle>
            <a:lvl1pPr algn="ctr">
              <a:defRPr sz="9333">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76925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10;&#10;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2446523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1661160" y="2204088"/>
            <a:ext cx="33253680" cy="196977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120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9pPr>
          </a:lstStyle>
          <a:p>
            <a:endParaRPr/>
          </a:p>
        </p:txBody>
      </p:sp>
      <p:sp>
        <p:nvSpPr>
          <p:cNvPr id="30" name="Google Shape;30;p4"/>
          <p:cNvSpPr txBox="1">
            <a:spLocks noGrp="1"/>
          </p:cNvSpPr>
          <p:nvPr>
            <p:ph type="body" idx="1"/>
          </p:nvPr>
        </p:nvSpPr>
        <p:spPr>
          <a:xfrm>
            <a:off x="1722500" y="7010120"/>
            <a:ext cx="33253680" cy="11989287"/>
          </a:xfrm>
          <a:prstGeom prst="rect">
            <a:avLst/>
          </a:prstGeom>
          <a:noFill/>
          <a:ln>
            <a:noFill/>
          </a:ln>
        </p:spPr>
        <p:txBody>
          <a:bodyPr spcFirstLastPara="1" wrap="square" lIns="91425" tIns="91425" rIns="91425" bIns="91425" anchor="t" anchorCtr="0"/>
          <a:lstStyle>
            <a:lvl1pPr marL="1523985" marR="0" lvl="0" indent="-1185321" algn="l" rtl="0">
              <a:lnSpc>
                <a:spcPct val="90000"/>
              </a:lnSpc>
              <a:spcBef>
                <a:spcPts val="3000"/>
              </a:spcBef>
              <a:spcAft>
                <a:spcPts val="0"/>
              </a:spcAft>
              <a:buClr>
                <a:schemeClr val="dk1"/>
              </a:buClr>
              <a:buSzPts val="2000"/>
              <a:buFont typeface="Trebuchet MS"/>
              <a:buChar char="—"/>
              <a:defRPr sz="6667" b="0" i="0" u="none" strike="noStrike" cap="none">
                <a:solidFill>
                  <a:schemeClr val="dk2"/>
                </a:solidFill>
                <a:latin typeface="Trebuchet MS"/>
                <a:ea typeface="Trebuchet MS"/>
                <a:cs typeface="Trebuchet MS"/>
                <a:sym typeface="Trebuchet MS"/>
              </a:defRPr>
            </a:lvl1pPr>
            <a:lvl2pPr marL="3047970" marR="0" lvl="1" indent="-1142989" algn="l" rtl="0">
              <a:lnSpc>
                <a:spcPct val="90000"/>
              </a:lnSpc>
              <a:spcBef>
                <a:spcPts val="3000"/>
              </a:spcBef>
              <a:spcAft>
                <a:spcPts val="0"/>
              </a:spcAft>
              <a:buClr>
                <a:schemeClr val="dk1"/>
              </a:buClr>
              <a:buSzPts val="1800"/>
              <a:buFont typeface="Trebuchet MS"/>
              <a:buChar char="—"/>
              <a:defRPr sz="6000" b="0" i="0" u="none" strike="noStrike" cap="none">
                <a:solidFill>
                  <a:schemeClr val="dk2"/>
                </a:solidFill>
                <a:latin typeface="Trebuchet MS"/>
                <a:ea typeface="Trebuchet MS"/>
                <a:cs typeface="Trebuchet MS"/>
                <a:sym typeface="Trebuchet MS"/>
              </a:defRPr>
            </a:lvl2pPr>
            <a:lvl3pPr marL="4571954" marR="0" lvl="2" indent="-1100656" algn="l" rtl="0">
              <a:lnSpc>
                <a:spcPct val="90000"/>
              </a:lnSpc>
              <a:spcBef>
                <a:spcPts val="3000"/>
              </a:spcBef>
              <a:spcAft>
                <a:spcPts val="0"/>
              </a:spcAft>
              <a:buClr>
                <a:schemeClr val="dk1"/>
              </a:buClr>
              <a:buSzPts val="1600"/>
              <a:buFont typeface="Trebuchet MS"/>
              <a:buChar char="—"/>
              <a:defRPr sz="5333" b="0" i="0" u="none" strike="noStrike" cap="none">
                <a:solidFill>
                  <a:schemeClr val="dk2"/>
                </a:solidFill>
                <a:latin typeface="Trebuchet MS"/>
                <a:ea typeface="Trebuchet MS"/>
                <a:cs typeface="Trebuchet MS"/>
                <a:sym typeface="Trebuchet MS"/>
              </a:defRPr>
            </a:lvl3pPr>
            <a:lvl4pPr marL="6095939" marR="0" lvl="3" indent="-1142989" algn="l" rtl="0">
              <a:lnSpc>
                <a:spcPct val="100000"/>
              </a:lnSpc>
              <a:spcBef>
                <a:spcPts val="3000"/>
              </a:spcBef>
              <a:spcAft>
                <a:spcPts val="0"/>
              </a:spcAft>
              <a:buClr>
                <a:schemeClr val="dk1"/>
              </a:buClr>
              <a:buSzPts val="1800"/>
              <a:buFont typeface="Noto Sans Symbols"/>
              <a:buChar char="▪"/>
              <a:defRPr sz="6000" b="0" i="0" u="none" strike="noStrike" cap="none">
                <a:solidFill>
                  <a:schemeClr val="lt1"/>
                </a:solidFill>
                <a:latin typeface="Trebuchet MS"/>
                <a:ea typeface="Trebuchet MS"/>
                <a:cs typeface="Trebuchet MS"/>
                <a:sym typeface="Trebuchet MS"/>
              </a:defRPr>
            </a:lvl4pPr>
            <a:lvl5pPr marL="7619924" marR="0" lvl="4" indent="-1185321" algn="l" rtl="0">
              <a:lnSpc>
                <a:spcPct val="100000"/>
              </a:lnSpc>
              <a:spcBef>
                <a:spcPts val="1333"/>
              </a:spcBef>
              <a:spcAft>
                <a:spcPts val="0"/>
              </a:spcAft>
              <a:buClr>
                <a:schemeClr val="dk1"/>
              </a:buClr>
              <a:buSzPts val="2000"/>
              <a:buFont typeface="Noto Sans Symbols"/>
              <a:buChar char="▪"/>
              <a:defRPr sz="6667" b="0" i="0" u="none" strike="noStrike" cap="none">
                <a:solidFill>
                  <a:schemeClr val="lt1"/>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1" name="Google Shape;31;p4"/>
          <p:cNvSpPr txBox="1">
            <a:spLocks noGrp="1"/>
          </p:cNvSpPr>
          <p:nvPr>
            <p:ph type="body" idx="2"/>
          </p:nvPr>
        </p:nvSpPr>
        <p:spPr>
          <a:xfrm>
            <a:off x="1661160" y="3944445"/>
            <a:ext cx="33253680" cy="1751543"/>
          </a:xfrm>
          <a:prstGeom prst="rect">
            <a:avLst/>
          </a:prstGeom>
          <a:noFill/>
          <a:ln>
            <a:noFill/>
          </a:ln>
        </p:spPr>
        <p:txBody>
          <a:bodyPr spcFirstLastPara="1" wrap="square" lIns="91425" tIns="91425" rIns="91425" bIns="91425" anchor="t" anchorCtr="0"/>
          <a:lstStyle>
            <a:lvl1pPr marL="1523985" marR="0" lvl="0" indent="-761992" algn="ctr" rtl="0">
              <a:lnSpc>
                <a:spcPct val="90000"/>
              </a:lnSpc>
              <a:spcBef>
                <a:spcPts val="3000"/>
              </a:spcBef>
              <a:spcAft>
                <a:spcPts val="0"/>
              </a:spcAft>
              <a:buClr>
                <a:schemeClr val="dk1"/>
              </a:buClr>
              <a:buSzPts val="1400"/>
              <a:buFont typeface="Trebuchet MS"/>
              <a:buNone/>
              <a:defRPr sz="8000" b="0" i="0" u="none" strike="noStrike" cap="none">
                <a:solidFill>
                  <a:schemeClr val="lt2"/>
                </a:solidFill>
                <a:latin typeface="Trebuchet MS"/>
                <a:ea typeface="Trebuchet MS"/>
                <a:cs typeface="Trebuchet MS"/>
                <a:sym typeface="Trebuchet MS"/>
              </a:defRPr>
            </a:lvl1pPr>
            <a:lvl2pPr marL="3047970" marR="0" lvl="1"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2pPr>
            <a:lvl3pPr marL="4571954" marR="0" lvl="2"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3pPr>
            <a:lvl4pPr marL="6095939" marR="0" lvl="3" indent="-761992" algn="ctr" rtl="0">
              <a:lnSpc>
                <a:spcPct val="100000"/>
              </a:lnSpc>
              <a:spcBef>
                <a:spcPts val="3000"/>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4pPr>
            <a:lvl5pPr marL="7619924" marR="0" lvl="4" indent="-761992" algn="ctr" rtl="0">
              <a:lnSpc>
                <a:spcPct val="100000"/>
              </a:lnSpc>
              <a:spcBef>
                <a:spcPts val="1867"/>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2" name="Google Shape;32;p4"/>
          <p:cNvSpPr txBox="1">
            <a:spLocks noGrp="1"/>
          </p:cNvSpPr>
          <p:nvPr>
            <p:ph type="sldNum" idx="12"/>
          </p:nvPr>
        </p:nvSpPr>
        <p:spPr>
          <a:xfrm>
            <a:off x="34227137" y="18999403"/>
            <a:ext cx="2195000" cy="157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42245927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0_Title Slide - Imag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029133" y="8827502"/>
            <a:ext cx="6719760" cy="2354503"/>
          </a:xfrm>
          <a:prstGeom prst="rect">
            <a:avLst/>
          </a:prstGeom>
        </p:spPr>
      </p:pic>
      <p:sp>
        <p:nvSpPr>
          <p:cNvPr id="11" name="Rectangle 4"/>
          <p:cNvSpPr>
            <a:spLocks noGrp="1" noChangeArrowheads="1"/>
          </p:cNvSpPr>
          <p:nvPr userDrawn="1">
            <p:ph type="subTitle" idx="1"/>
          </p:nvPr>
        </p:nvSpPr>
        <p:spPr>
          <a:xfrm>
            <a:off x="1736167" y="5956990"/>
            <a:ext cx="29002353" cy="923330"/>
          </a:xfrm>
        </p:spPr>
        <p:txBody>
          <a:bodyPr wrap="square" anchor="t">
            <a:spAutoFit/>
          </a:bodyPr>
          <a:lstStyle>
            <a:lvl1pPr marL="0" indent="0" algn="l">
              <a:lnSpc>
                <a:spcPct val="90000"/>
              </a:lnSpc>
              <a:spcBef>
                <a:spcPts val="2000"/>
              </a:spcBef>
              <a:spcAft>
                <a:spcPts val="1000"/>
              </a:spcAft>
              <a:buFontTx/>
              <a:buNone/>
              <a:defRPr sz="60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1605540" y="2797622"/>
            <a:ext cx="29131133" cy="3276183"/>
          </a:xfrm>
        </p:spPr>
        <p:txBody>
          <a:bodyPr anchor="b">
            <a:noAutofit/>
          </a:bodyPr>
          <a:lstStyle>
            <a:lvl1pPr algn="l">
              <a:lnSpc>
                <a:spcPct val="90000"/>
              </a:lnSpc>
              <a:spcBef>
                <a:spcPts val="0"/>
              </a:spcBef>
              <a:defRPr sz="15333"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2810121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8" name="Picture 7">
            <a:extLst>
              <a:ext uri="{FF2B5EF4-FFF2-40B4-BE49-F238E27FC236}">
                <a16:creationId xmlns:a16="http://schemas.microsoft.com/office/drawing/2014/main" id="{4F85E20E-9E0B-4DBA-ADE0-F4952632A5A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44457" y="13008057"/>
            <a:ext cx="10776193" cy="3775813"/>
          </a:xfrm>
          <a:prstGeom prst="rect">
            <a:avLst/>
          </a:prstGeom>
        </p:spPr>
      </p:pic>
      <p:sp>
        <p:nvSpPr>
          <p:cNvPr id="12" name="TextBox 11">
            <a:extLst>
              <a:ext uri="{FF2B5EF4-FFF2-40B4-BE49-F238E27FC236}">
                <a16:creationId xmlns:a16="http://schemas.microsoft.com/office/drawing/2014/main" id="{6BA3ACD0-451D-4ABB-8870-656D424348FF}"/>
              </a:ext>
            </a:extLst>
          </p:cNvPr>
          <p:cNvSpPr txBox="1"/>
          <p:nvPr userDrawn="1"/>
        </p:nvSpPr>
        <p:spPr>
          <a:xfrm>
            <a:off x="1605470" y="17810990"/>
            <a:ext cx="7940764" cy="10157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6667">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4015804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367227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539450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2204088"/>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1706880" y="7010117"/>
            <a:ext cx="33162240" cy="1231252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6000">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037033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2" y="2111755"/>
            <a:ext cx="19740390" cy="2062103"/>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1706882" y="7010117"/>
            <a:ext cx="19686110" cy="1231252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6000">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2" y="3944445"/>
            <a:ext cx="19740390" cy="1751543"/>
          </a:xfrm>
        </p:spPr>
        <p:txBody>
          <a:bodyPr/>
          <a:lstStyle>
            <a:lvl1pPr marL="0" indent="0" algn="l">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367235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2204088"/>
            <a:ext cx="33253680" cy="1969770"/>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54188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userDrawn="1"/>
        </p:nvSpPr>
        <p:spPr>
          <a:xfrm>
            <a:off x="0" y="0"/>
            <a:ext cx="36576000" cy="20574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5" name="Picture 4">
            <a:extLst>
              <a:ext uri="{FF2B5EF4-FFF2-40B4-BE49-F238E27FC236}">
                <a16:creationId xmlns:a16="http://schemas.microsoft.com/office/drawing/2014/main" id="{7F046E4A-4011-49A2-955F-F689C05DCB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36576000" cy="205740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userDrawn="1"/>
        </p:nvSpPr>
        <p:spPr>
          <a:xfrm>
            <a:off x="0" y="0"/>
            <a:ext cx="36576000" cy="205740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7" name="Rectangle 6">
            <a:extLst>
              <a:ext uri="{FF2B5EF4-FFF2-40B4-BE49-F238E27FC236}">
                <a16:creationId xmlns:a16="http://schemas.microsoft.com/office/drawing/2014/main" id="{3E187F1F-4ACA-4D48-ACDC-152646CBD130}"/>
              </a:ext>
            </a:extLst>
          </p:cNvPr>
          <p:cNvSpPr/>
          <p:nvPr userDrawn="1"/>
        </p:nvSpPr>
        <p:spPr>
          <a:xfrm>
            <a:off x="0" y="0"/>
            <a:ext cx="36576000" cy="205740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9302118"/>
            <a:ext cx="33253680" cy="1969770"/>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196301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181175"/>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1661162" y="7038872"/>
            <a:ext cx="16483543" cy="12311737"/>
          </a:xfrm>
        </p:spPr>
        <p:txBody>
          <a:bodyPr/>
          <a:lstStyle>
            <a:lvl1pPr marL="772576" indent="-772576">
              <a:buSzPct val="100000"/>
              <a:buFontTx/>
              <a:buBlip>
                <a:blip r:embed="rId2"/>
              </a:buBlip>
              <a:defRPr sz="8000" b="0">
                <a:solidFill>
                  <a:schemeClr val="bg1"/>
                </a:solidFill>
              </a:defRPr>
            </a:lvl1pPr>
            <a:lvl2pPr marL="2677557" indent="-772576">
              <a:buSzPct val="100000"/>
              <a:buFontTx/>
              <a:buBlip>
                <a:blip r:embed="rId2"/>
              </a:buBlip>
              <a:defRPr sz="6667" b="0">
                <a:solidFill>
                  <a:schemeClr val="bg1"/>
                </a:solidFill>
              </a:defRPr>
            </a:lvl2pPr>
            <a:lvl3pPr marL="4185668" indent="-555621">
              <a:buSzPct val="100000"/>
              <a:buFontTx/>
              <a:buBlip>
                <a:blip r:embed="rId2"/>
              </a:buBlip>
              <a:defRPr sz="6000" b="0">
                <a:solidFill>
                  <a:schemeClr val="bg1"/>
                </a:solidFill>
              </a:defRPr>
            </a:lvl3pPr>
            <a:lvl4pPr marL="5916024" indent="-761992">
              <a:buFont typeface="Wingdings" panose="05000000000000000000" pitchFamily="2" charset="2"/>
              <a:buChar char="§"/>
              <a:defRPr sz="6000" b="0">
                <a:solidFill>
                  <a:schemeClr val="tx1"/>
                </a:solidFill>
              </a:defRPr>
            </a:lvl4pPr>
            <a:lvl5pPr marL="7059013" indent="-761992">
              <a:buFont typeface="Wingdings" panose="05000000000000000000" pitchFamily="2" charset="2"/>
              <a:buChar char="§"/>
              <a:defRPr sz="6000" b="0">
                <a:solidFill>
                  <a:schemeClr val="tx1"/>
                </a:solidFill>
              </a:defRPr>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18431300" y="7038872"/>
            <a:ext cx="16483540" cy="12311737"/>
          </a:xfrm>
        </p:spPr>
        <p:txBody>
          <a:bodyPr/>
          <a:lstStyle>
            <a:lvl1pPr marL="772576" indent="-772576">
              <a:buSzPct val="100000"/>
              <a:buFontTx/>
              <a:buBlip>
                <a:blip r:embed="rId2"/>
              </a:buBlip>
              <a:defRPr sz="8000" b="0">
                <a:solidFill>
                  <a:schemeClr val="bg1"/>
                </a:solidFill>
              </a:defRPr>
            </a:lvl1pPr>
            <a:lvl2pPr marL="2677557" indent="-772576">
              <a:buSzPct val="100000"/>
              <a:buFontTx/>
              <a:buBlip>
                <a:blip r:embed="rId2"/>
              </a:buBlip>
              <a:defRPr sz="6667" b="0">
                <a:solidFill>
                  <a:schemeClr val="bg1"/>
                </a:solidFill>
              </a:defRPr>
            </a:lvl2pPr>
            <a:lvl3pPr marL="4185668" indent="-555621">
              <a:buSzPct val="100000"/>
              <a:buFontTx/>
              <a:buBlip>
                <a:blip r:embed="rId2"/>
              </a:buBlip>
              <a:defRPr sz="6000" b="0">
                <a:solidFill>
                  <a:schemeClr val="bg1"/>
                </a:solidFill>
              </a:defRPr>
            </a:lvl3pPr>
            <a:lvl4pPr marL="5916024" indent="-761992">
              <a:buFont typeface="Wingdings" panose="05000000000000000000" pitchFamily="2" charset="2"/>
              <a:buChar char="§"/>
              <a:defRPr sz="6000" b="0">
                <a:solidFill>
                  <a:schemeClr val="tx1"/>
                </a:solidFill>
              </a:defRPr>
            </a:lvl4pPr>
            <a:lvl5pPr marL="7059013" indent="-761992">
              <a:buFont typeface="Wingdings" panose="05000000000000000000" pitchFamily="2" charset="2"/>
              <a:buChar char="§"/>
              <a:defRPr sz="6000" b="0">
                <a:solidFill>
                  <a:schemeClr val="tx1"/>
                </a:solidFill>
              </a:defRPr>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35229"/>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691647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5178324" y="17842103"/>
            <a:ext cx="26219353" cy="1231107"/>
          </a:xfrm>
        </p:spPr>
        <p:txBody>
          <a:bodyPr anchor="b"/>
          <a:lstStyle>
            <a:lvl1pPr algn="l">
              <a:defRPr sz="6667">
                <a:solidFill>
                  <a:schemeClr val="bg1"/>
                </a:solidFill>
              </a:defRPr>
            </a:lvl1pPr>
          </a:lstStyle>
          <a:p>
            <a:r>
              <a:rPr lang="en-US"/>
              <a:t>Click to edit Master title style</a:t>
            </a:r>
          </a:p>
        </p:txBody>
      </p:sp>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710904" y="17140420"/>
            <a:ext cx="25154193" cy="346953"/>
          </a:xfrm>
          <a:prstGeom prst="rect">
            <a:avLst/>
          </a:prstGeom>
        </p:spPr>
      </p:pic>
    </p:spTree>
    <p:extLst>
      <p:ext uri="{BB962C8B-B14F-4D97-AF65-F5344CB8AC3E}">
        <p14:creationId xmlns:p14="http://schemas.microsoft.com/office/powerpoint/2010/main" val="3084809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1236293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231579"/>
            <a:ext cx="33253680" cy="1785103"/>
          </a:xfrm>
        </p:spPr>
        <p:txBody>
          <a:bodyPr anchor="ctr"/>
          <a:lstStyle>
            <a:lvl1pPr algn="l">
              <a:defRPr sz="10667">
                <a:solidFill>
                  <a:schemeClr val="tx1"/>
                </a:solidFill>
              </a:defRPr>
            </a:lvl1pPr>
          </a:lstStyle>
          <a:p>
            <a:r>
              <a:rPr lang="en-US"/>
              <a:t>Click to edit Master title style</a:t>
            </a:r>
          </a:p>
        </p:txBody>
      </p:sp>
    </p:spTree>
    <p:extLst>
      <p:ext uri="{BB962C8B-B14F-4D97-AF65-F5344CB8AC3E}">
        <p14:creationId xmlns:p14="http://schemas.microsoft.com/office/powerpoint/2010/main" val="543421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Quote and Seg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3CF5E6-4F92-46E0-8DC2-62095040401C}"/>
              </a:ext>
            </a:extLst>
          </p:cNvPr>
          <p:cNvSpPr/>
          <p:nvPr userDrawn="1"/>
        </p:nvSpPr>
        <p:spPr>
          <a:xfrm>
            <a:off x="0" y="0"/>
            <a:ext cx="36576000" cy="20574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4" name="Picture 3">
            <a:extLst>
              <a:ext uri="{FF2B5EF4-FFF2-40B4-BE49-F238E27FC236}">
                <a16:creationId xmlns:a16="http://schemas.microsoft.com/office/drawing/2014/main" id="{A3B9ABDF-4D75-49CA-83AC-B3309B79A63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36576000" cy="20574000"/>
          </a:xfrm>
          <a:prstGeom prst="rect">
            <a:avLst/>
          </a:prstGeom>
        </p:spPr>
      </p:pic>
      <p:sp>
        <p:nvSpPr>
          <p:cNvPr id="6" name="Rectangle 5">
            <a:extLst>
              <a:ext uri="{FF2B5EF4-FFF2-40B4-BE49-F238E27FC236}">
                <a16:creationId xmlns:a16="http://schemas.microsoft.com/office/drawing/2014/main" id="{A9E186C6-9892-4B49-86F3-D3AE54301309}"/>
              </a:ext>
            </a:extLst>
          </p:cNvPr>
          <p:cNvSpPr/>
          <p:nvPr userDrawn="1"/>
        </p:nvSpPr>
        <p:spPr>
          <a:xfrm>
            <a:off x="0" y="0"/>
            <a:ext cx="36576000" cy="205740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7" name="Rectangle 6">
            <a:extLst>
              <a:ext uri="{FF2B5EF4-FFF2-40B4-BE49-F238E27FC236}">
                <a16:creationId xmlns:a16="http://schemas.microsoft.com/office/drawing/2014/main" id="{A0D92F76-2157-4482-88C8-AE386F9B730D}"/>
              </a:ext>
            </a:extLst>
          </p:cNvPr>
          <p:cNvSpPr/>
          <p:nvPr userDrawn="1"/>
        </p:nvSpPr>
        <p:spPr>
          <a:xfrm>
            <a:off x="0" y="0"/>
            <a:ext cx="36576000" cy="205740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32550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theme" Target="../theme/theme2.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image" Target="../media/image14.emf"/><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19" Type="http://schemas.openxmlformats.org/officeDocument/2006/relationships/image" Target="../media/image13.png"/><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slideLayout" Target="../slideLayouts/slideLayout76.xml"/><Relationship Id="rId18" Type="http://schemas.openxmlformats.org/officeDocument/2006/relationships/theme" Target="../theme/theme3.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17" Type="http://schemas.openxmlformats.org/officeDocument/2006/relationships/slideLayout" Target="../slideLayouts/slideLayout80.xml"/><Relationship Id="rId2" Type="http://schemas.openxmlformats.org/officeDocument/2006/relationships/slideLayout" Target="../slideLayouts/slideLayout65.xml"/><Relationship Id="rId16" Type="http://schemas.openxmlformats.org/officeDocument/2006/relationships/slideLayout" Target="../slideLayouts/slideLayout79.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5" Type="http://schemas.openxmlformats.org/officeDocument/2006/relationships/slideLayout" Target="../slideLayouts/slideLayout78.xml"/><Relationship Id="rId10" Type="http://schemas.openxmlformats.org/officeDocument/2006/relationships/slideLayout" Target="../slideLayouts/slideLayout73.xml"/><Relationship Id="rId19" Type="http://schemas.openxmlformats.org/officeDocument/2006/relationships/image" Target="../media/image13.png"/><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image" Target="../media/image14.emf"/><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8">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83240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22" r:id="rId3"/>
    <p:sldLayoutId id="2147483718" r:id="rId4"/>
    <p:sldLayoutId id="2147483681" r:id="rId5"/>
    <p:sldLayoutId id="2147483680" r:id="rId6"/>
    <p:sldLayoutId id="2147483682" r:id="rId7"/>
    <p:sldLayoutId id="2147483683" r:id="rId8"/>
    <p:sldLayoutId id="2147483705" r:id="rId9"/>
    <p:sldLayoutId id="2147483685" r:id="rId10"/>
    <p:sldLayoutId id="2147483686" r:id="rId11"/>
    <p:sldLayoutId id="2147483687" r:id="rId12"/>
    <p:sldLayoutId id="2147483691" r:id="rId13"/>
    <p:sldLayoutId id="2147483688" r:id="rId14"/>
    <p:sldLayoutId id="2147483690" r:id="rId15"/>
    <p:sldLayoutId id="2147483689" r:id="rId16"/>
    <p:sldLayoutId id="2147483692" r:id="rId17"/>
    <p:sldLayoutId id="2147483693" r:id="rId18"/>
    <p:sldLayoutId id="2147483709" r:id="rId19"/>
    <p:sldLayoutId id="2147483723"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695" r:id="rId29"/>
    <p:sldLayoutId id="2147483721" r:id="rId30"/>
    <p:sldLayoutId id="2147483694" r:id="rId31"/>
    <p:sldLayoutId id="2147483719" r:id="rId32"/>
    <p:sldLayoutId id="2147483724" r:id="rId33"/>
    <p:sldLayoutId id="2147483720" r:id="rId34"/>
    <p:sldLayoutId id="2147483672" r:id="rId35"/>
    <p:sldLayoutId id="2147483708" r:id="rId36"/>
    <p:sldLayoutId id="2147483725" r:id="rId37"/>
    <p:sldLayoutId id="2147483679" r:id="rId38"/>
    <p:sldLayoutId id="2147483676" r:id="rId39"/>
    <p:sldLayoutId id="2147483684" r:id="rId40"/>
    <p:sldLayoutId id="2147483726" r:id="rId41"/>
    <p:sldLayoutId id="2147483796" r:id="rId42"/>
    <p:sldLayoutId id="2147483797" r:id="rId43"/>
    <p:sldLayoutId id="2147483798" r:id="rId44"/>
    <p:sldLayoutId id="2147483799" r:id="rId45"/>
    <p:sldLayoutId id="2147483800" r:id="rId46"/>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65812" y="1737362"/>
            <a:ext cx="33244383" cy="1969770"/>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dirty="0"/>
              <a:t>Click to edit Master title style</a:t>
            </a:r>
          </a:p>
        </p:txBody>
      </p:sp>
      <p:sp>
        <p:nvSpPr>
          <p:cNvPr id="1027" name="Rectangle 3"/>
          <p:cNvSpPr>
            <a:spLocks noGrp="1" noChangeArrowheads="1"/>
          </p:cNvSpPr>
          <p:nvPr>
            <p:ph type="body" idx="1"/>
          </p:nvPr>
        </p:nvSpPr>
        <p:spPr bwMode="auto">
          <a:xfrm>
            <a:off x="1724675" y="6674560"/>
            <a:ext cx="33163103" cy="124474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19" cstate="screen">
            <a:alphaModFix/>
            <a:extLst>
              <a:ext uri="{28A0092B-C50C-407E-A947-70E740481C1C}">
                <a14:useLocalDpi xmlns:a14="http://schemas.microsoft.com/office/drawing/2010/main"/>
              </a:ext>
            </a:extLst>
          </a:blip>
          <a:srcRect/>
          <a:stretch/>
        </p:blipFill>
        <p:spPr>
          <a:xfrm>
            <a:off x="33769390" y="19284734"/>
            <a:ext cx="1935620" cy="687733"/>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32540843" y="19437617"/>
            <a:ext cx="1070000" cy="538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2667" b="0" i="0" u="none" strike="noStrike" cap="none">
                <a:solidFill>
                  <a:schemeClr val="accent4"/>
                </a:solidFill>
                <a:latin typeface="Trebuchet MS"/>
                <a:ea typeface="Trebuchet MS"/>
                <a:cs typeface="Trebuchet MS"/>
                <a:sym typeface="Trebuchet MS"/>
              </a:rPr>
              <a:pPr marL="0" marR="0" lvl="0" indent="0" algn="r" rtl="0">
                <a:lnSpc>
                  <a:spcPct val="100000"/>
                </a:lnSpc>
                <a:spcBef>
                  <a:spcPts val="0"/>
                </a:spcBef>
                <a:spcAft>
                  <a:spcPts val="0"/>
                </a:spcAft>
                <a:buClr>
                  <a:schemeClr val="accent4"/>
                </a:buClr>
                <a:buSzPts val="200"/>
                <a:buFont typeface="Trebuchet MS"/>
                <a:buNone/>
              </a:pPr>
              <a:t>‹#›</a:t>
            </a:fld>
            <a:r>
              <a:rPr lang="en-US" sz="3667" b="0" i="0" u="none" strike="noStrike" cap="none" dirty="0">
                <a:solidFill>
                  <a:srgbClr val="12FEB6"/>
                </a:solidFill>
                <a:latin typeface="Questrial"/>
                <a:ea typeface="Questrial"/>
                <a:cs typeface="Questrial"/>
                <a:sym typeface="Questrial"/>
              </a:rPr>
              <a:t> </a:t>
            </a:r>
            <a:endParaRPr sz="4333" dirty="0"/>
          </a:p>
        </p:txBody>
      </p:sp>
      <p:pic>
        <p:nvPicPr>
          <p:cNvPr id="8" name="Picture 7">
            <a:extLst>
              <a:ext uri="{FF2B5EF4-FFF2-40B4-BE49-F238E27FC236}">
                <a16:creationId xmlns:a16="http://schemas.microsoft.com/office/drawing/2014/main" id="{949BEAEF-125F-468A-AB1A-4C4802F194D8}"/>
              </a:ext>
            </a:extLst>
          </p:cNvPr>
          <p:cNvPicPr>
            <a:picLocks noChangeAspect="1"/>
          </p:cNvPicPr>
          <p:nvPr userDrawn="1"/>
        </p:nvPicPr>
        <p:blipFill>
          <a:blip r:embed="rId20" cstate="email">
            <a:extLst>
              <a:ext uri="{28A0092B-C50C-407E-A947-70E740481C1C}">
                <a14:useLocalDpi xmlns:a14="http://schemas.microsoft.com/office/drawing/2010/main"/>
              </a:ext>
            </a:extLst>
          </a:blip>
          <a:stretch>
            <a:fillRect/>
          </a:stretch>
        </p:blipFill>
        <p:spPr>
          <a:xfrm>
            <a:off x="33769393" y="19284732"/>
            <a:ext cx="1935627" cy="687737"/>
          </a:xfrm>
          <a:prstGeom prst="rect">
            <a:avLst/>
          </a:prstGeom>
        </p:spPr>
      </p:pic>
    </p:spTree>
    <p:extLst>
      <p:ext uri="{BB962C8B-B14F-4D97-AF65-F5344CB8AC3E}">
        <p14:creationId xmlns:p14="http://schemas.microsoft.com/office/powerpoint/2010/main" val="1556907035"/>
      </p:ext>
    </p:extLst>
  </p:cSld>
  <p:clrMap bg1="dk2" tx1="lt1" bg2="dk1" tx2="lt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12000" b="0"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10667" b="1">
          <a:solidFill>
            <a:srgbClr val="73B900"/>
          </a:solidFill>
          <a:latin typeface="Arial" charset="0"/>
        </a:defRPr>
      </a:lvl2pPr>
      <a:lvl3pPr algn="l" rtl="0" fontAlgn="base">
        <a:spcBef>
          <a:spcPct val="0"/>
        </a:spcBef>
        <a:spcAft>
          <a:spcPct val="0"/>
        </a:spcAft>
        <a:defRPr sz="10667" b="1">
          <a:solidFill>
            <a:srgbClr val="73B900"/>
          </a:solidFill>
          <a:latin typeface="Arial" charset="0"/>
        </a:defRPr>
      </a:lvl3pPr>
      <a:lvl4pPr algn="l" rtl="0" fontAlgn="base">
        <a:spcBef>
          <a:spcPct val="0"/>
        </a:spcBef>
        <a:spcAft>
          <a:spcPct val="0"/>
        </a:spcAft>
        <a:defRPr sz="10667" b="1">
          <a:solidFill>
            <a:srgbClr val="73B900"/>
          </a:solidFill>
          <a:latin typeface="Arial" charset="0"/>
        </a:defRPr>
      </a:lvl4pPr>
      <a:lvl5pPr algn="l" rtl="0" fontAlgn="base">
        <a:spcBef>
          <a:spcPct val="0"/>
        </a:spcBef>
        <a:spcAft>
          <a:spcPct val="0"/>
        </a:spcAft>
        <a:defRPr sz="10667" b="1">
          <a:solidFill>
            <a:srgbClr val="73B900"/>
          </a:solidFill>
          <a:latin typeface="Arial" charset="0"/>
        </a:defRPr>
      </a:lvl5pPr>
      <a:lvl6pPr marL="1523985" algn="l" rtl="0" eaLnBrk="1" fontAlgn="base" hangingPunct="1">
        <a:spcBef>
          <a:spcPct val="0"/>
        </a:spcBef>
        <a:spcAft>
          <a:spcPct val="0"/>
        </a:spcAft>
        <a:defRPr sz="10667" b="1">
          <a:solidFill>
            <a:srgbClr val="73B900"/>
          </a:solidFill>
          <a:latin typeface="Arial" charset="0"/>
        </a:defRPr>
      </a:lvl6pPr>
      <a:lvl7pPr marL="3047970" algn="l" rtl="0" eaLnBrk="1" fontAlgn="base" hangingPunct="1">
        <a:spcBef>
          <a:spcPct val="0"/>
        </a:spcBef>
        <a:spcAft>
          <a:spcPct val="0"/>
        </a:spcAft>
        <a:defRPr sz="10667" b="1">
          <a:solidFill>
            <a:srgbClr val="73B900"/>
          </a:solidFill>
          <a:latin typeface="Arial" charset="0"/>
        </a:defRPr>
      </a:lvl7pPr>
      <a:lvl8pPr marL="4571954" algn="l" rtl="0" eaLnBrk="1" fontAlgn="base" hangingPunct="1">
        <a:spcBef>
          <a:spcPct val="0"/>
        </a:spcBef>
        <a:spcAft>
          <a:spcPct val="0"/>
        </a:spcAft>
        <a:defRPr sz="10667" b="1">
          <a:solidFill>
            <a:srgbClr val="73B900"/>
          </a:solidFill>
          <a:latin typeface="Arial" charset="0"/>
        </a:defRPr>
      </a:lvl8pPr>
      <a:lvl9pPr marL="6095939" algn="l" rtl="0" eaLnBrk="1" fontAlgn="base" hangingPunct="1">
        <a:spcBef>
          <a:spcPct val="0"/>
        </a:spcBef>
        <a:spcAft>
          <a:spcPct val="0"/>
        </a:spcAft>
        <a:defRPr sz="10667" b="1">
          <a:solidFill>
            <a:srgbClr val="73B900"/>
          </a:solidFill>
          <a:latin typeface="Arial" charset="0"/>
        </a:defRPr>
      </a:lvl9pPr>
    </p:titleStyle>
    <p:bodyStyle>
      <a:lvl1pPr marL="0" indent="0" algn="l" rtl="0" fontAlgn="base">
        <a:lnSpc>
          <a:spcPct val="90000"/>
        </a:lnSpc>
        <a:spcBef>
          <a:spcPts val="3000"/>
        </a:spcBef>
        <a:spcAft>
          <a:spcPts val="3000"/>
        </a:spcAft>
        <a:buClr>
          <a:schemeClr val="bg2"/>
        </a:buClr>
        <a:buSzPct val="100000"/>
        <a:buFontTx/>
        <a:buNone/>
        <a:defRPr sz="4667" b="0">
          <a:solidFill>
            <a:schemeClr val="accent4"/>
          </a:solidFill>
          <a:latin typeface="Trebuchet MS" pitchFamily="34" charset="0"/>
          <a:ea typeface="+mn-ea"/>
          <a:cs typeface="+mn-cs"/>
        </a:defRPr>
      </a:lvl1pPr>
      <a:lvl2pPr marL="1904981" indent="0" algn="l" rtl="0" fontAlgn="base">
        <a:lnSpc>
          <a:spcPct val="90000"/>
        </a:lnSpc>
        <a:spcBef>
          <a:spcPts val="3000"/>
        </a:spcBef>
        <a:spcAft>
          <a:spcPts val="3000"/>
        </a:spcAft>
        <a:buClr>
          <a:schemeClr val="bg2"/>
        </a:buClr>
        <a:buSzPct val="100000"/>
        <a:buFontTx/>
        <a:buNone/>
        <a:defRPr sz="4000" b="0">
          <a:solidFill>
            <a:schemeClr val="accent4"/>
          </a:solidFill>
          <a:latin typeface="Trebuchet MS" pitchFamily="34" charset="0"/>
        </a:defRPr>
      </a:lvl2pPr>
      <a:lvl3pPr marL="3630047" indent="0" algn="l" rtl="0" fontAlgn="base">
        <a:lnSpc>
          <a:spcPct val="90000"/>
        </a:lnSpc>
        <a:spcBef>
          <a:spcPts val="3000"/>
        </a:spcBef>
        <a:spcAft>
          <a:spcPts val="3000"/>
        </a:spcAft>
        <a:buClr>
          <a:schemeClr val="bg2"/>
        </a:buClr>
        <a:buSzPct val="100000"/>
        <a:buFontTx/>
        <a:buNone/>
        <a:defRPr sz="3667" b="0">
          <a:solidFill>
            <a:schemeClr val="accent4"/>
          </a:solidFill>
          <a:latin typeface="Trebuchet MS" pitchFamily="34" charset="0"/>
        </a:defRPr>
      </a:lvl3pPr>
      <a:lvl4pPr marL="5916024" indent="-761992" algn="l" rtl="0" fontAlgn="base">
        <a:spcBef>
          <a:spcPct val="20000"/>
        </a:spcBef>
        <a:spcAft>
          <a:spcPct val="0"/>
        </a:spcAft>
        <a:buChar char="–"/>
        <a:defRPr sz="6667">
          <a:solidFill>
            <a:schemeClr val="bg1"/>
          </a:solidFill>
          <a:latin typeface="+mn-lt"/>
        </a:defRPr>
      </a:lvl4pPr>
      <a:lvl5pPr marL="7059013" indent="-761992" algn="l" rtl="0" fontAlgn="base">
        <a:spcBef>
          <a:spcPct val="20000"/>
        </a:spcBef>
        <a:spcAft>
          <a:spcPct val="0"/>
        </a:spcAft>
        <a:buChar char="»"/>
        <a:defRPr sz="6667">
          <a:solidFill>
            <a:schemeClr val="bg1"/>
          </a:solidFill>
          <a:latin typeface="+mn-lt"/>
        </a:defRPr>
      </a:lvl5pPr>
      <a:lvl6pPr marL="8582998" indent="-761992" algn="l" rtl="0" eaLnBrk="1" fontAlgn="base" hangingPunct="1">
        <a:spcBef>
          <a:spcPct val="20000"/>
        </a:spcBef>
        <a:spcAft>
          <a:spcPct val="0"/>
        </a:spcAft>
        <a:buChar char="»"/>
        <a:defRPr sz="6667">
          <a:solidFill>
            <a:schemeClr val="bg1"/>
          </a:solidFill>
          <a:latin typeface="+mn-lt"/>
        </a:defRPr>
      </a:lvl6pPr>
      <a:lvl7pPr marL="10106982" indent="-761992" algn="l" rtl="0" eaLnBrk="1" fontAlgn="base" hangingPunct="1">
        <a:spcBef>
          <a:spcPct val="20000"/>
        </a:spcBef>
        <a:spcAft>
          <a:spcPct val="0"/>
        </a:spcAft>
        <a:buChar char="»"/>
        <a:defRPr sz="6667">
          <a:solidFill>
            <a:schemeClr val="bg1"/>
          </a:solidFill>
          <a:latin typeface="+mn-lt"/>
        </a:defRPr>
      </a:lvl7pPr>
      <a:lvl8pPr marL="11630967" indent="-761992" algn="l" rtl="0" eaLnBrk="1" fontAlgn="base" hangingPunct="1">
        <a:spcBef>
          <a:spcPct val="20000"/>
        </a:spcBef>
        <a:spcAft>
          <a:spcPct val="0"/>
        </a:spcAft>
        <a:buChar char="»"/>
        <a:defRPr sz="6667">
          <a:solidFill>
            <a:schemeClr val="bg1"/>
          </a:solidFill>
          <a:latin typeface="+mn-lt"/>
        </a:defRPr>
      </a:lvl8pPr>
      <a:lvl9pPr marL="13154952" indent="-761992" algn="l" rtl="0" eaLnBrk="1" fontAlgn="base" hangingPunct="1">
        <a:spcBef>
          <a:spcPct val="20000"/>
        </a:spcBef>
        <a:spcAft>
          <a:spcPct val="0"/>
        </a:spcAft>
        <a:buChar char="»"/>
        <a:defRPr sz="6667">
          <a:solidFill>
            <a:schemeClr val="bg1"/>
          </a:solidFill>
          <a:latin typeface="+mn-lt"/>
        </a:defRPr>
      </a:lvl9pPr>
    </p:bodyStyle>
    <p:otherStyle>
      <a:defPPr>
        <a:defRPr lang="en-US"/>
      </a:defPPr>
      <a:lvl1pPr marL="0" algn="l" defTabSz="3047970" rtl="0" eaLnBrk="1" latinLnBrk="0" hangingPunct="1">
        <a:defRPr sz="6000" kern="1200">
          <a:solidFill>
            <a:schemeClr val="tx1"/>
          </a:solidFill>
          <a:latin typeface="+mn-lt"/>
          <a:ea typeface="+mn-ea"/>
          <a:cs typeface="+mn-cs"/>
        </a:defRPr>
      </a:lvl1pPr>
      <a:lvl2pPr marL="1523985" algn="l" defTabSz="3047970" rtl="0" eaLnBrk="1" latinLnBrk="0" hangingPunct="1">
        <a:defRPr sz="6000" kern="1200">
          <a:solidFill>
            <a:schemeClr val="tx1"/>
          </a:solidFill>
          <a:latin typeface="+mn-lt"/>
          <a:ea typeface="+mn-ea"/>
          <a:cs typeface="+mn-cs"/>
        </a:defRPr>
      </a:lvl2pPr>
      <a:lvl3pPr marL="3047970" algn="l" defTabSz="3047970" rtl="0" eaLnBrk="1" latinLnBrk="0" hangingPunct="1">
        <a:defRPr sz="6000" kern="1200">
          <a:solidFill>
            <a:schemeClr val="tx1"/>
          </a:solidFill>
          <a:latin typeface="+mn-lt"/>
          <a:ea typeface="+mn-ea"/>
          <a:cs typeface="+mn-cs"/>
        </a:defRPr>
      </a:lvl3pPr>
      <a:lvl4pPr marL="4571954" algn="l" defTabSz="3047970" rtl="0" eaLnBrk="1" latinLnBrk="0" hangingPunct="1">
        <a:defRPr sz="6000" kern="1200">
          <a:solidFill>
            <a:schemeClr val="tx1"/>
          </a:solidFill>
          <a:latin typeface="+mn-lt"/>
          <a:ea typeface="+mn-ea"/>
          <a:cs typeface="+mn-cs"/>
        </a:defRPr>
      </a:lvl4pPr>
      <a:lvl5pPr marL="6095939" algn="l" defTabSz="3047970" rtl="0" eaLnBrk="1" latinLnBrk="0" hangingPunct="1">
        <a:defRPr sz="6000" kern="1200">
          <a:solidFill>
            <a:schemeClr val="tx1"/>
          </a:solidFill>
          <a:latin typeface="+mn-lt"/>
          <a:ea typeface="+mn-ea"/>
          <a:cs typeface="+mn-cs"/>
        </a:defRPr>
      </a:lvl5pPr>
      <a:lvl6pPr marL="7619924" algn="l" defTabSz="3047970" rtl="0" eaLnBrk="1" latinLnBrk="0" hangingPunct="1">
        <a:defRPr sz="6000" kern="1200">
          <a:solidFill>
            <a:schemeClr val="tx1"/>
          </a:solidFill>
          <a:latin typeface="+mn-lt"/>
          <a:ea typeface="+mn-ea"/>
          <a:cs typeface="+mn-cs"/>
        </a:defRPr>
      </a:lvl6pPr>
      <a:lvl7pPr marL="9143909" algn="l" defTabSz="3047970" rtl="0" eaLnBrk="1" latinLnBrk="0" hangingPunct="1">
        <a:defRPr sz="6000" kern="1200">
          <a:solidFill>
            <a:schemeClr val="tx1"/>
          </a:solidFill>
          <a:latin typeface="+mn-lt"/>
          <a:ea typeface="+mn-ea"/>
          <a:cs typeface="+mn-cs"/>
        </a:defRPr>
      </a:lvl7pPr>
      <a:lvl8pPr marL="10667893" algn="l" defTabSz="3047970" rtl="0" eaLnBrk="1" latinLnBrk="0" hangingPunct="1">
        <a:defRPr sz="6000" kern="1200">
          <a:solidFill>
            <a:schemeClr val="tx1"/>
          </a:solidFill>
          <a:latin typeface="+mn-lt"/>
          <a:ea typeface="+mn-ea"/>
          <a:cs typeface="+mn-cs"/>
        </a:defRPr>
      </a:lvl8pPr>
      <a:lvl9pPr marL="12191878" algn="l" defTabSz="3047970" rtl="0" eaLnBrk="1" latinLnBrk="0" hangingPunct="1">
        <a:defRPr sz="6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65812" y="1737362"/>
            <a:ext cx="33244383" cy="1969770"/>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dirty="0"/>
              <a:t>Click to edit Master title style</a:t>
            </a:r>
          </a:p>
        </p:txBody>
      </p:sp>
      <p:sp>
        <p:nvSpPr>
          <p:cNvPr id="1027" name="Rectangle 3"/>
          <p:cNvSpPr>
            <a:spLocks noGrp="1" noChangeArrowheads="1"/>
          </p:cNvSpPr>
          <p:nvPr>
            <p:ph type="body" idx="1"/>
          </p:nvPr>
        </p:nvSpPr>
        <p:spPr bwMode="auto">
          <a:xfrm>
            <a:off x="1724675" y="6674560"/>
            <a:ext cx="33163103" cy="124474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19" cstate="screen">
            <a:alphaModFix/>
            <a:extLst>
              <a:ext uri="{28A0092B-C50C-407E-A947-70E740481C1C}">
                <a14:useLocalDpi xmlns:a14="http://schemas.microsoft.com/office/drawing/2010/main"/>
              </a:ext>
            </a:extLst>
          </a:blip>
          <a:srcRect/>
          <a:stretch/>
        </p:blipFill>
        <p:spPr>
          <a:xfrm>
            <a:off x="33769390" y="19284734"/>
            <a:ext cx="1935620" cy="687733"/>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32540843" y="19437617"/>
            <a:ext cx="1070000" cy="538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2667" b="0" i="0" u="none" strike="noStrike" cap="none">
                <a:solidFill>
                  <a:schemeClr val="accent4"/>
                </a:solidFill>
                <a:latin typeface="Trebuchet MS"/>
                <a:ea typeface="Trebuchet MS"/>
                <a:cs typeface="Trebuchet MS"/>
                <a:sym typeface="Trebuchet MS"/>
              </a:rPr>
              <a:pPr marL="0" marR="0" lvl="0" indent="0" algn="r" rtl="0">
                <a:lnSpc>
                  <a:spcPct val="100000"/>
                </a:lnSpc>
                <a:spcBef>
                  <a:spcPts val="0"/>
                </a:spcBef>
                <a:spcAft>
                  <a:spcPts val="0"/>
                </a:spcAft>
                <a:buClr>
                  <a:schemeClr val="accent4"/>
                </a:buClr>
                <a:buSzPts val="200"/>
                <a:buFont typeface="Trebuchet MS"/>
                <a:buNone/>
              </a:pPr>
              <a:t>‹#›</a:t>
            </a:fld>
            <a:r>
              <a:rPr lang="en-US" sz="3667" b="0" i="0" u="none" strike="noStrike" cap="none" dirty="0">
                <a:solidFill>
                  <a:srgbClr val="12FEB6"/>
                </a:solidFill>
                <a:latin typeface="Questrial"/>
                <a:ea typeface="Questrial"/>
                <a:cs typeface="Questrial"/>
                <a:sym typeface="Questrial"/>
              </a:rPr>
              <a:t> </a:t>
            </a:r>
            <a:endParaRPr sz="4333" dirty="0"/>
          </a:p>
        </p:txBody>
      </p:sp>
    </p:spTree>
    <p:extLst>
      <p:ext uri="{BB962C8B-B14F-4D97-AF65-F5344CB8AC3E}">
        <p14:creationId xmlns:p14="http://schemas.microsoft.com/office/powerpoint/2010/main" val="3845607420"/>
      </p:ext>
    </p:extLst>
  </p:cSld>
  <p:clrMap bg1="dk2" tx1="lt1" bg2="dk1"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12000" b="0"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10667" b="1">
          <a:solidFill>
            <a:srgbClr val="73B900"/>
          </a:solidFill>
          <a:latin typeface="Arial" charset="0"/>
        </a:defRPr>
      </a:lvl2pPr>
      <a:lvl3pPr algn="l" rtl="0" fontAlgn="base">
        <a:spcBef>
          <a:spcPct val="0"/>
        </a:spcBef>
        <a:spcAft>
          <a:spcPct val="0"/>
        </a:spcAft>
        <a:defRPr sz="10667" b="1">
          <a:solidFill>
            <a:srgbClr val="73B900"/>
          </a:solidFill>
          <a:latin typeface="Arial" charset="0"/>
        </a:defRPr>
      </a:lvl3pPr>
      <a:lvl4pPr algn="l" rtl="0" fontAlgn="base">
        <a:spcBef>
          <a:spcPct val="0"/>
        </a:spcBef>
        <a:spcAft>
          <a:spcPct val="0"/>
        </a:spcAft>
        <a:defRPr sz="10667" b="1">
          <a:solidFill>
            <a:srgbClr val="73B900"/>
          </a:solidFill>
          <a:latin typeface="Arial" charset="0"/>
        </a:defRPr>
      </a:lvl4pPr>
      <a:lvl5pPr algn="l" rtl="0" fontAlgn="base">
        <a:spcBef>
          <a:spcPct val="0"/>
        </a:spcBef>
        <a:spcAft>
          <a:spcPct val="0"/>
        </a:spcAft>
        <a:defRPr sz="10667" b="1">
          <a:solidFill>
            <a:srgbClr val="73B900"/>
          </a:solidFill>
          <a:latin typeface="Arial" charset="0"/>
        </a:defRPr>
      </a:lvl5pPr>
      <a:lvl6pPr marL="1523985" algn="l" rtl="0" eaLnBrk="1" fontAlgn="base" hangingPunct="1">
        <a:spcBef>
          <a:spcPct val="0"/>
        </a:spcBef>
        <a:spcAft>
          <a:spcPct val="0"/>
        </a:spcAft>
        <a:defRPr sz="10667" b="1">
          <a:solidFill>
            <a:srgbClr val="73B900"/>
          </a:solidFill>
          <a:latin typeface="Arial" charset="0"/>
        </a:defRPr>
      </a:lvl6pPr>
      <a:lvl7pPr marL="3047970" algn="l" rtl="0" eaLnBrk="1" fontAlgn="base" hangingPunct="1">
        <a:spcBef>
          <a:spcPct val="0"/>
        </a:spcBef>
        <a:spcAft>
          <a:spcPct val="0"/>
        </a:spcAft>
        <a:defRPr sz="10667" b="1">
          <a:solidFill>
            <a:srgbClr val="73B900"/>
          </a:solidFill>
          <a:latin typeface="Arial" charset="0"/>
        </a:defRPr>
      </a:lvl7pPr>
      <a:lvl8pPr marL="4571954" algn="l" rtl="0" eaLnBrk="1" fontAlgn="base" hangingPunct="1">
        <a:spcBef>
          <a:spcPct val="0"/>
        </a:spcBef>
        <a:spcAft>
          <a:spcPct val="0"/>
        </a:spcAft>
        <a:defRPr sz="10667" b="1">
          <a:solidFill>
            <a:srgbClr val="73B900"/>
          </a:solidFill>
          <a:latin typeface="Arial" charset="0"/>
        </a:defRPr>
      </a:lvl8pPr>
      <a:lvl9pPr marL="6095939" algn="l" rtl="0" eaLnBrk="1" fontAlgn="base" hangingPunct="1">
        <a:spcBef>
          <a:spcPct val="0"/>
        </a:spcBef>
        <a:spcAft>
          <a:spcPct val="0"/>
        </a:spcAft>
        <a:defRPr sz="10667" b="1">
          <a:solidFill>
            <a:srgbClr val="73B900"/>
          </a:solidFill>
          <a:latin typeface="Arial" charset="0"/>
        </a:defRPr>
      </a:lvl9pPr>
    </p:titleStyle>
    <p:bodyStyle>
      <a:lvl1pPr marL="0" indent="0" algn="l" rtl="0" fontAlgn="base">
        <a:lnSpc>
          <a:spcPct val="90000"/>
        </a:lnSpc>
        <a:spcBef>
          <a:spcPts val="3000"/>
        </a:spcBef>
        <a:spcAft>
          <a:spcPts val="3000"/>
        </a:spcAft>
        <a:buClr>
          <a:schemeClr val="bg2"/>
        </a:buClr>
        <a:buSzPct val="100000"/>
        <a:buFontTx/>
        <a:buNone/>
        <a:defRPr sz="4667" b="0">
          <a:solidFill>
            <a:schemeClr val="accent4"/>
          </a:solidFill>
          <a:latin typeface="Trebuchet MS" pitchFamily="34" charset="0"/>
          <a:ea typeface="+mn-ea"/>
          <a:cs typeface="+mn-cs"/>
        </a:defRPr>
      </a:lvl1pPr>
      <a:lvl2pPr marL="1904981" indent="0" algn="l" rtl="0" fontAlgn="base">
        <a:lnSpc>
          <a:spcPct val="90000"/>
        </a:lnSpc>
        <a:spcBef>
          <a:spcPts val="3000"/>
        </a:spcBef>
        <a:spcAft>
          <a:spcPts val="3000"/>
        </a:spcAft>
        <a:buClr>
          <a:schemeClr val="bg2"/>
        </a:buClr>
        <a:buSzPct val="100000"/>
        <a:buFontTx/>
        <a:buNone/>
        <a:defRPr sz="4000" b="0">
          <a:solidFill>
            <a:schemeClr val="accent4"/>
          </a:solidFill>
          <a:latin typeface="Trebuchet MS" pitchFamily="34" charset="0"/>
        </a:defRPr>
      </a:lvl2pPr>
      <a:lvl3pPr marL="3630047" indent="0" algn="l" rtl="0" fontAlgn="base">
        <a:lnSpc>
          <a:spcPct val="90000"/>
        </a:lnSpc>
        <a:spcBef>
          <a:spcPts val="3000"/>
        </a:spcBef>
        <a:spcAft>
          <a:spcPts val="3000"/>
        </a:spcAft>
        <a:buClr>
          <a:schemeClr val="bg2"/>
        </a:buClr>
        <a:buSzPct val="100000"/>
        <a:buFontTx/>
        <a:buNone/>
        <a:defRPr sz="3667" b="0">
          <a:solidFill>
            <a:schemeClr val="accent4"/>
          </a:solidFill>
          <a:latin typeface="Trebuchet MS" pitchFamily="34" charset="0"/>
        </a:defRPr>
      </a:lvl3pPr>
      <a:lvl4pPr marL="5916024" indent="-761992" algn="l" rtl="0" fontAlgn="base">
        <a:spcBef>
          <a:spcPct val="20000"/>
        </a:spcBef>
        <a:spcAft>
          <a:spcPct val="0"/>
        </a:spcAft>
        <a:buChar char="–"/>
        <a:defRPr sz="6667">
          <a:solidFill>
            <a:schemeClr val="bg1"/>
          </a:solidFill>
          <a:latin typeface="+mn-lt"/>
        </a:defRPr>
      </a:lvl4pPr>
      <a:lvl5pPr marL="7059013" indent="-761992" algn="l" rtl="0" fontAlgn="base">
        <a:spcBef>
          <a:spcPct val="20000"/>
        </a:spcBef>
        <a:spcAft>
          <a:spcPct val="0"/>
        </a:spcAft>
        <a:buChar char="»"/>
        <a:defRPr sz="6667">
          <a:solidFill>
            <a:schemeClr val="bg1"/>
          </a:solidFill>
          <a:latin typeface="+mn-lt"/>
        </a:defRPr>
      </a:lvl5pPr>
      <a:lvl6pPr marL="8582998" indent="-761992" algn="l" rtl="0" eaLnBrk="1" fontAlgn="base" hangingPunct="1">
        <a:spcBef>
          <a:spcPct val="20000"/>
        </a:spcBef>
        <a:spcAft>
          <a:spcPct val="0"/>
        </a:spcAft>
        <a:buChar char="»"/>
        <a:defRPr sz="6667">
          <a:solidFill>
            <a:schemeClr val="bg1"/>
          </a:solidFill>
          <a:latin typeface="+mn-lt"/>
        </a:defRPr>
      </a:lvl6pPr>
      <a:lvl7pPr marL="10106982" indent="-761992" algn="l" rtl="0" eaLnBrk="1" fontAlgn="base" hangingPunct="1">
        <a:spcBef>
          <a:spcPct val="20000"/>
        </a:spcBef>
        <a:spcAft>
          <a:spcPct val="0"/>
        </a:spcAft>
        <a:buChar char="»"/>
        <a:defRPr sz="6667">
          <a:solidFill>
            <a:schemeClr val="bg1"/>
          </a:solidFill>
          <a:latin typeface="+mn-lt"/>
        </a:defRPr>
      </a:lvl7pPr>
      <a:lvl8pPr marL="11630967" indent="-761992" algn="l" rtl="0" eaLnBrk="1" fontAlgn="base" hangingPunct="1">
        <a:spcBef>
          <a:spcPct val="20000"/>
        </a:spcBef>
        <a:spcAft>
          <a:spcPct val="0"/>
        </a:spcAft>
        <a:buChar char="»"/>
        <a:defRPr sz="6667">
          <a:solidFill>
            <a:schemeClr val="bg1"/>
          </a:solidFill>
          <a:latin typeface="+mn-lt"/>
        </a:defRPr>
      </a:lvl8pPr>
      <a:lvl9pPr marL="13154952" indent="-761992" algn="l" rtl="0" eaLnBrk="1" fontAlgn="base" hangingPunct="1">
        <a:spcBef>
          <a:spcPct val="20000"/>
        </a:spcBef>
        <a:spcAft>
          <a:spcPct val="0"/>
        </a:spcAft>
        <a:buChar char="»"/>
        <a:defRPr sz="6667">
          <a:solidFill>
            <a:schemeClr val="bg1"/>
          </a:solidFill>
          <a:latin typeface="+mn-lt"/>
        </a:defRPr>
      </a:lvl9pPr>
    </p:bodyStyle>
    <p:otherStyle>
      <a:defPPr>
        <a:defRPr lang="en-US"/>
      </a:defPPr>
      <a:lvl1pPr marL="0" algn="l" defTabSz="3047970" rtl="0" eaLnBrk="1" latinLnBrk="0" hangingPunct="1">
        <a:defRPr sz="6000" kern="1200">
          <a:solidFill>
            <a:schemeClr val="tx1"/>
          </a:solidFill>
          <a:latin typeface="+mn-lt"/>
          <a:ea typeface="+mn-ea"/>
          <a:cs typeface="+mn-cs"/>
        </a:defRPr>
      </a:lvl1pPr>
      <a:lvl2pPr marL="1523985" algn="l" defTabSz="3047970" rtl="0" eaLnBrk="1" latinLnBrk="0" hangingPunct="1">
        <a:defRPr sz="6000" kern="1200">
          <a:solidFill>
            <a:schemeClr val="tx1"/>
          </a:solidFill>
          <a:latin typeface="+mn-lt"/>
          <a:ea typeface="+mn-ea"/>
          <a:cs typeface="+mn-cs"/>
        </a:defRPr>
      </a:lvl2pPr>
      <a:lvl3pPr marL="3047970" algn="l" defTabSz="3047970" rtl="0" eaLnBrk="1" latinLnBrk="0" hangingPunct="1">
        <a:defRPr sz="6000" kern="1200">
          <a:solidFill>
            <a:schemeClr val="tx1"/>
          </a:solidFill>
          <a:latin typeface="+mn-lt"/>
          <a:ea typeface="+mn-ea"/>
          <a:cs typeface="+mn-cs"/>
        </a:defRPr>
      </a:lvl3pPr>
      <a:lvl4pPr marL="4571954" algn="l" defTabSz="3047970" rtl="0" eaLnBrk="1" latinLnBrk="0" hangingPunct="1">
        <a:defRPr sz="6000" kern="1200">
          <a:solidFill>
            <a:schemeClr val="tx1"/>
          </a:solidFill>
          <a:latin typeface="+mn-lt"/>
          <a:ea typeface="+mn-ea"/>
          <a:cs typeface="+mn-cs"/>
        </a:defRPr>
      </a:lvl4pPr>
      <a:lvl5pPr marL="6095939" algn="l" defTabSz="3047970" rtl="0" eaLnBrk="1" latinLnBrk="0" hangingPunct="1">
        <a:defRPr sz="6000" kern="1200">
          <a:solidFill>
            <a:schemeClr val="tx1"/>
          </a:solidFill>
          <a:latin typeface="+mn-lt"/>
          <a:ea typeface="+mn-ea"/>
          <a:cs typeface="+mn-cs"/>
        </a:defRPr>
      </a:lvl5pPr>
      <a:lvl6pPr marL="7619924" algn="l" defTabSz="3047970" rtl="0" eaLnBrk="1" latinLnBrk="0" hangingPunct="1">
        <a:defRPr sz="6000" kern="1200">
          <a:solidFill>
            <a:schemeClr val="tx1"/>
          </a:solidFill>
          <a:latin typeface="+mn-lt"/>
          <a:ea typeface="+mn-ea"/>
          <a:cs typeface="+mn-cs"/>
        </a:defRPr>
      </a:lvl6pPr>
      <a:lvl7pPr marL="9143909" algn="l" defTabSz="3047970" rtl="0" eaLnBrk="1" latinLnBrk="0" hangingPunct="1">
        <a:defRPr sz="6000" kern="1200">
          <a:solidFill>
            <a:schemeClr val="tx1"/>
          </a:solidFill>
          <a:latin typeface="+mn-lt"/>
          <a:ea typeface="+mn-ea"/>
          <a:cs typeface="+mn-cs"/>
        </a:defRPr>
      </a:lvl7pPr>
      <a:lvl8pPr marL="10667893" algn="l" defTabSz="3047970" rtl="0" eaLnBrk="1" latinLnBrk="0" hangingPunct="1">
        <a:defRPr sz="6000" kern="1200">
          <a:solidFill>
            <a:schemeClr val="tx1"/>
          </a:solidFill>
          <a:latin typeface="+mn-lt"/>
          <a:ea typeface="+mn-ea"/>
          <a:cs typeface="+mn-cs"/>
        </a:defRPr>
      </a:lvl8pPr>
      <a:lvl9pPr marL="12191878" algn="l" defTabSz="3047970" rtl="0" eaLnBrk="1" latinLnBrk="0" hangingPunct="1">
        <a:defRPr sz="6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65812" y="2178442"/>
            <a:ext cx="33244383" cy="1969770"/>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Click to edit Master title style</a:t>
            </a:r>
          </a:p>
        </p:txBody>
      </p:sp>
      <p:sp>
        <p:nvSpPr>
          <p:cNvPr id="1027" name="Rectangle 3"/>
          <p:cNvSpPr>
            <a:spLocks noGrp="1" noChangeArrowheads="1"/>
          </p:cNvSpPr>
          <p:nvPr>
            <p:ph type="body" idx="1"/>
          </p:nvPr>
        </p:nvSpPr>
        <p:spPr bwMode="auto">
          <a:xfrm>
            <a:off x="1724675" y="6674559"/>
            <a:ext cx="33163103" cy="130268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1D69214B-99AB-46ED-9864-662329C3618F}"/>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33769393" y="19284732"/>
            <a:ext cx="1935627" cy="687737"/>
          </a:xfrm>
          <a:prstGeom prst="rect">
            <a:avLst/>
          </a:prstGeom>
        </p:spPr>
      </p:pic>
    </p:spTree>
    <p:extLst>
      <p:ext uri="{BB962C8B-B14F-4D97-AF65-F5344CB8AC3E}">
        <p14:creationId xmlns:p14="http://schemas.microsoft.com/office/powerpoint/2010/main" val="3478454774"/>
      </p:ext>
    </p:extLst>
  </p:cSld>
  <p:clrMap bg1="dk2" tx1="lt1" bg2="dk1" tx2="lt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12000" b="1"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10667" b="1">
          <a:solidFill>
            <a:srgbClr val="73B900"/>
          </a:solidFill>
          <a:latin typeface="Arial" charset="0"/>
        </a:defRPr>
      </a:lvl2pPr>
      <a:lvl3pPr algn="l" rtl="0" fontAlgn="base">
        <a:spcBef>
          <a:spcPct val="0"/>
        </a:spcBef>
        <a:spcAft>
          <a:spcPct val="0"/>
        </a:spcAft>
        <a:defRPr sz="10667" b="1">
          <a:solidFill>
            <a:srgbClr val="73B900"/>
          </a:solidFill>
          <a:latin typeface="Arial" charset="0"/>
        </a:defRPr>
      </a:lvl3pPr>
      <a:lvl4pPr algn="l" rtl="0" fontAlgn="base">
        <a:spcBef>
          <a:spcPct val="0"/>
        </a:spcBef>
        <a:spcAft>
          <a:spcPct val="0"/>
        </a:spcAft>
        <a:defRPr sz="10667" b="1">
          <a:solidFill>
            <a:srgbClr val="73B900"/>
          </a:solidFill>
          <a:latin typeface="Arial" charset="0"/>
        </a:defRPr>
      </a:lvl4pPr>
      <a:lvl5pPr algn="l" rtl="0" fontAlgn="base">
        <a:spcBef>
          <a:spcPct val="0"/>
        </a:spcBef>
        <a:spcAft>
          <a:spcPct val="0"/>
        </a:spcAft>
        <a:defRPr sz="10667" b="1">
          <a:solidFill>
            <a:srgbClr val="73B900"/>
          </a:solidFill>
          <a:latin typeface="Arial" charset="0"/>
        </a:defRPr>
      </a:lvl5pPr>
      <a:lvl6pPr marL="1523985" algn="l" rtl="0" eaLnBrk="1" fontAlgn="base" hangingPunct="1">
        <a:spcBef>
          <a:spcPct val="0"/>
        </a:spcBef>
        <a:spcAft>
          <a:spcPct val="0"/>
        </a:spcAft>
        <a:defRPr sz="10667" b="1">
          <a:solidFill>
            <a:srgbClr val="73B900"/>
          </a:solidFill>
          <a:latin typeface="Arial" charset="0"/>
        </a:defRPr>
      </a:lvl6pPr>
      <a:lvl7pPr marL="3047970" algn="l" rtl="0" eaLnBrk="1" fontAlgn="base" hangingPunct="1">
        <a:spcBef>
          <a:spcPct val="0"/>
        </a:spcBef>
        <a:spcAft>
          <a:spcPct val="0"/>
        </a:spcAft>
        <a:defRPr sz="10667" b="1">
          <a:solidFill>
            <a:srgbClr val="73B900"/>
          </a:solidFill>
          <a:latin typeface="Arial" charset="0"/>
        </a:defRPr>
      </a:lvl7pPr>
      <a:lvl8pPr marL="4571954" algn="l" rtl="0" eaLnBrk="1" fontAlgn="base" hangingPunct="1">
        <a:spcBef>
          <a:spcPct val="0"/>
        </a:spcBef>
        <a:spcAft>
          <a:spcPct val="0"/>
        </a:spcAft>
        <a:defRPr sz="10667" b="1">
          <a:solidFill>
            <a:srgbClr val="73B900"/>
          </a:solidFill>
          <a:latin typeface="Arial" charset="0"/>
        </a:defRPr>
      </a:lvl8pPr>
      <a:lvl9pPr marL="6095939" algn="l" rtl="0" eaLnBrk="1" fontAlgn="base" hangingPunct="1">
        <a:spcBef>
          <a:spcPct val="0"/>
        </a:spcBef>
        <a:spcAft>
          <a:spcPct val="0"/>
        </a:spcAft>
        <a:defRPr sz="10667" b="1">
          <a:solidFill>
            <a:srgbClr val="73B900"/>
          </a:solidFill>
          <a:latin typeface="Arial" charset="0"/>
        </a:defRPr>
      </a:lvl9pPr>
    </p:titleStyle>
    <p:bodyStyle>
      <a:lvl1pPr marL="0" indent="0" algn="l" rtl="0" fontAlgn="base">
        <a:lnSpc>
          <a:spcPct val="90000"/>
        </a:lnSpc>
        <a:spcBef>
          <a:spcPts val="3000"/>
        </a:spcBef>
        <a:spcAft>
          <a:spcPts val="3000"/>
        </a:spcAft>
        <a:buClr>
          <a:schemeClr val="bg2"/>
        </a:buClr>
        <a:buSzPct val="100000"/>
        <a:buFontTx/>
        <a:buNone/>
        <a:defRPr sz="6667" b="0">
          <a:solidFill>
            <a:schemeClr val="bg1"/>
          </a:solidFill>
          <a:latin typeface="Trebuchet MS" pitchFamily="34" charset="0"/>
          <a:ea typeface="+mn-ea"/>
          <a:cs typeface="+mn-cs"/>
        </a:defRPr>
      </a:lvl1pPr>
      <a:lvl2pPr marL="1904981" indent="0" algn="l" rtl="0" fontAlgn="base">
        <a:lnSpc>
          <a:spcPct val="90000"/>
        </a:lnSpc>
        <a:spcBef>
          <a:spcPts val="3000"/>
        </a:spcBef>
        <a:spcAft>
          <a:spcPts val="3000"/>
        </a:spcAft>
        <a:buClr>
          <a:schemeClr val="bg2"/>
        </a:buClr>
        <a:buSzPct val="100000"/>
        <a:buFontTx/>
        <a:buNone/>
        <a:defRPr sz="6000" b="0">
          <a:solidFill>
            <a:schemeClr val="bg1"/>
          </a:solidFill>
          <a:latin typeface="Trebuchet MS" pitchFamily="34" charset="0"/>
        </a:defRPr>
      </a:lvl2pPr>
      <a:lvl3pPr marL="3630047" indent="0" algn="l" rtl="0" fontAlgn="base">
        <a:lnSpc>
          <a:spcPct val="90000"/>
        </a:lnSpc>
        <a:spcBef>
          <a:spcPts val="3000"/>
        </a:spcBef>
        <a:spcAft>
          <a:spcPts val="3000"/>
        </a:spcAft>
        <a:buClr>
          <a:schemeClr val="bg2"/>
        </a:buClr>
        <a:buSzPct val="100000"/>
        <a:buFontTx/>
        <a:buNone/>
        <a:defRPr sz="5333" b="0">
          <a:solidFill>
            <a:schemeClr val="bg1"/>
          </a:solidFill>
          <a:latin typeface="Trebuchet MS" pitchFamily="34" charset="0"/>
        </a:defRPr>
      </a:lvl3pPr>
      <a:lvl4pPr marL="5916024" indent="-761992" algn="l" rtl="0" fontAlgn="base">
        <a:spcBef>
          <a:spcPct val="20000"/>
        </a:spcBef>
        <a:spcAft>
          <a:spcPct val="0"/>
        </a:spcAft>
        <a:buChar char="–"/>
        <a:defRPr sz="6667">
          <a:solidFill>
            <a:schemeClr val="bg1"/>
          </a:solidFill>
          <a:latin typeface="+mn-lt"/>
        </a:defRPr>
      </a:lvl4pPr>
      <a:lvl5pPr marL="7059013" indent="-761992" algn="l" rtl="0" fontAlgn="base">
        <a:spcBef>
          <a:spcPct val="20000"/>
        </a:spcBef>
        <a:spcAft>
          <a:spcPct val="0"/>
        </a:spcAft>
        <a:buChar char="»"/>
        <a:defRPr sz="6667">
          <a:solidFill>
            <a:schemeClr val="bg1"/>
          </a:solidFill>
          <a:latin typeface="+mn-lt"/>
        </a:defRPr>
      </a:lvl5pPr>
      <a:lvl6pPr marL="8582998" indent="-761992" algn="l" rtl="0" eaLnBrk="1" fontAlgn="base" hangingPunct="1">
        <a:spcBef>
          <a:spcPct val="20000"/>
        </a:spcBef>
        <a:spcAft>
          <a:spcPct val="0"/>
        </a:spcAft>
        <a:buChar char="»"/>
        <a:defRPr sz="6667">
          <a:solidFill>
            <a:schemeClr val="bg1"/>
          </a:solidFill>
          <a:latin typeface="+mn-lt"/>
        </a:defRPr>
      </a:lvl6pPr>
      <a:lvl7pPr marL="10106982" indent="-761992" algn="l" rtl="0" eaLnBrk="1" fontAlgn="base" hangingPunct="1">
        <a:spcBef>
          <a:spcPct val="20000"/>
        </a:spcBef>
        <a:spcAft>
          <a:spcPct val="0"/>
        </a:spcAft>
        <a:buChar char="»"/>
        <a:defRPr sz="6667">
          <a:solidFill>
            <a:schemeClr val="bg1"/>
          </a:solidFill>
          <a:latin typeface="+mn-lt"/>
        </a:defRPr>
      </a:lvl7pPr>
      <a:lvl8pPr marL="11630967" indent="-761992" algn="l" rtl="0" eaLnBrk="1" fontAlgn="base" hangingPunct="1">
        <a:spcBef>
          <a:spcPct val="20000"/>
        </a:spcBef>
        <a:spcAft>
          <a:spcPct val="0"/>
        </a:spcAft>
        <a:buChar char="»"/>
        <a:defRPr sz="6667">
          <a:solidFill>
            <a:schemeClr val="bg1"/>
          </a:solidFill>
          <a:latin typeface="+mn-lt"/>
        </a:defRPr>
      </a:lvl8pPr>
      <a:lvl9pPr marL="13154952" indent="-761992" algn="l" rtl="0" eaLnBrk="1" fontAlgn="base" hangingPunct="1">
        <a:spcBef>
          <a:spcPct val="20000"/>
        </a:spcBef>
        <a:spcAft>
          <a:spcPct val="0"/>
        </a:spcAft>
        <a:buChar char="»"/>
        <a:defRPr sz="6667">
          <a:solidFill>
            <a:schemeClr val="bg1"/>
          </a:solidFill>
          <a:latin typeface="+mn-lt"/>
        </a:defRPr>
      </a:lvl9pPr>
    </p:bodyStyle>
    <p:otherStyle>
      <a:defPPr>
        <a:defRPr lang="en-US"/>
      </a:defPPr>
      <a:lvl1pPr marL="0" algn="l" defTabSz="3047970" rtl="0" eaLnBrk="1" latinLnBrk="0" hangingPunct="1">
        <a:defRPr sz="6000" kern="1200">
          <a:solidFill>
            <a:schemeClr val="tx1"/>
          </a:solidFill>
          <a:latin typeface="+mn-lt"/>
          <a:ea typeface="+mn-ea"/>
          <a:cs typeface="+mn-cs"/>
        </a:defRPr>
      </a:lvl1pPr>
      <a:lvl2pPr marL="1523985" algn="l" defTabSz="3047970" rtl="0" eaLnBrk="1" latinLnBrk="0" hangingPunct="1">
        <a:defRPr sz="6000" kern="1200">
          <a:solidFill>
            <a:schemeClr val="tx1"/>
          </a:solidFill>
          <a:latin typeface="+mn-lt"/>
          <a:ea typeface="+mn-ea"/>
          <a:cs typeface="+mn-cs"/>
        </a:defRPr>
      </a:lvl2pPr>
      <a:lvl3pPr marL="3047970" algn="l" defTabSz="3047970" rtl="0" eaLnBrk="1" latinLnBrk="0" hangingPunct="1">
        <a:defRPr sz="6000" kern="1200">
          <a:solidFill>
            <a:schemeClr val="tx1"/>
          </a:solidFill>
          <a:latin typeface="+mn-lt"/>
          <a:ea typeface="+mn-ea"/>
          <a:cs typeface="+mn-cs"/>
        </a:defRPr>
      </a:lvl3pPr>
      <a:lvl4pPr marL="4571954" algn="l" defTabSz="3047970" rtl="0" eaLnBrk="1" latinLnBrk="0" hangingPunct="1">
        <a:defRPr sz="6000" kern="1200">
          <a:solidFill>
            <a:schemeClr val="tx1"/>
          </a:solidFill>
          <a:latin typeface="+mn-lt"/>
          <a:ea typeface="+mn-ea"/>
          <a:cs typeface="+mn-cs"/>
        </a:defRPr>
      </a:lvl4pPr>
      <a:lvl5pPr marL="6095939" algn="l" defTabSz="3047970" rtl="0" eaLnBrk="1" latinLnBrk="0" hangingPunct="1">
        <a:defRPr sz="6000" kern="1200">
          <a:solidFill>
            <a:schemeClr val="tx1"/>
          </a:solidFill>
          <a:latin typeface="+mn-lt"/>
          <a:ea typeface="+mn-ea"/>
          <a:cs typeface="+mn-cs"/>
        </a:defRPr>
      </a:lvl5pPr>
      <a:lvl6pPr marL="7619924" algn="l" defTabSz="3047970" rtl="0" eaLnBrk="1" latinLnBrk="0" hangingPunct="1">
        <a:defRPr sz="6000" kern="1200">
          <a:solidFill>
            <a:schemeClr val="tx1"/>
          </a:solidFill>
          <a:latin typeface="+mn-lt"/>
          <a:ea typeface="+mn-ea"/>
          <a:cs typeface="+mn-cs"/>
        </a:defRPr>
      </a:lvl6pPr>
      <a:lvl7pPr marL="9143909" algn="l" defTabSz="3047970" rtl="0" eaLnBrk="1" latinLnBrk="0" hangingPunct="1">
        <a:defRPr sz="6000" kern="1200">
          <a:solidFill>
            <a:schemeClr val="tx1"/>
          </a:solidFill>
          <a:latin typeface="+mn-lt"/>
          <a:ea typeface="+mn-ea"/>
          <a:cs typeface="+mn-cs"/>
        </a:defRPr>
      </a:lvl7pPr>
      <a:lvl8pPr marL="10667893" algn="l" defTabSz="3047970" rtl="0" eaLnBrk="1" latinLnBrk="0" hangingPunct="1">
        <a:defRPr sz="6000" kern="1200">
          <a:solidFill>
            <a:schemeClr val="tx1"/>
          </a:solidFill>
          <a:latin typeface="+mn-lt"/>
          <a:ea typeface="+mn-ea"/>
          <a:cs typeface="+mn-cs"/>
        </a:defRPr>
      </a:lvl8pPr>
      <a:lvl9pPr marL="12191878" algn="l" defTabSz="3047970"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8.jpg"/><Relationship Id="rId4" Type="http://schemas.openxmlformats.org/officeDocument/2006/relationships/image" Target="../media/image47.jpg"/></Relationships>
</file>

<file path=ppt/slides/_rels/slide1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2.xml"/><Relationship Id="rId1" Type="http://schemas.openxmlformats.org/officeDocument/2006/relationships/slideLayout" Target="../slideLayouts/slideLayout4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3.xml"/><Relationship Id="rId1" Type="http://schemas.openxmlformats.org/officeDocument/2006/relationships/slideLayout" Target="../slideLayouts/slideLayout4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5.xml"/><Relationship Id="rId1" Type="http://schemas.openxmlformats.org/officeDocument/2006/relationships/slideLayout" Target="../slideLayouts/slideLayout4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6.xml"/><Relationship Id="rId1" Type="http://schemas.openxmlformats.org/officeDocument/2006/relationships/slideLayout" Target="../slideLayouts/slideLayout4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7.xml"/><Relationship Id="rId1" Type="http://schemas.openxmlformats.org/officeDocument/2006/relationships/slideLayout" Target="../slideLayouts/slideLayout4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8.xml"/><Relationship Id="rId1" Type="http://schemas.openxmlformats.org/officeDocument/2006/relationships/slideLayout" Target="../slideLayouts/slideLayout4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1.xml"/><Relationship Id="rId1" Type="http://schemas.openxmlformats.org/officeDocument/2006/relationships/slideLayout" Target="../slideLayouts/slideLayout45.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2.xml"/><Relationship Id="rId1" Type="http://schemas.openxmlformats.org/officeDocument/2006/relationships/slideLayout" Target="../slideLayouts/slideLayout4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44.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6C5838-5B15-4295-A6AB-336C44034843}"/>
              </a:ext>
            </a:extLst>
          </p:cNvPr>
          <p:cNvSpPr>
            <a:spLocks noGrp="1"/>
          </p:cNvSpPr>
          <p:nvPr>
            <p:ph type="ctrTitle"/>
          </p:nvPr>
        </p:nvSpPr>
        <p:spPr>
          <a:xfrm>
            <a:off x="1513012" y="2983577"/>
            <a:ext cx="19282214" cy="4937760"/>
          </a:xfrm>
        </p:spPr>
        <p:txBody>
          <a:bodyPr/>
          <a:lstStyle/>
          <a:p>
            <a:r>
              <a:rPr lang="zh-TW" altLang="en-US" dirty="0"/>
              <a:t>深度學習基本原理</a:t>
            </a:r>
            <a:br>
              <a:rPr lang="zh-TW" altLang="en-US" dirty="0"/>
            </a:br>
            <a:r>
              <a:rPr lang="en-US" altLang="zh-TW" sz="8800" dirty="0"/>
              <a:t>(</a:t>
            </a:r>
            <a:r>
              <a:rPr lang="en-US" sz="8800" dirty="0"/>
              <a:t>Fundamentals of Deep Learning)</a:t>
            </a:r>
            <a:endParaRPr dirty="0"/>
          </a:p>
        </p:txBody>
      </p:sp>
      <p:sp>
        <p:nvSpPr>
          <p:cNvPr id="10" name="Subtitle 9">
            <a:extLst>
              <a:ext uri="{FF2B5EF4-FFF2-40B4-BE49-F238E27FC236}">
                <a16:creationId xmlns:a16="http://schemas.microsoft.com/office/drawing/2014/main" id="{4C4E44C6-E88C-4CDE-9E6A-035AA5A6FA95}"/>
              </a:ext>
            </a:extLst>
          </p:cNvPr>
          <p:cNvSpPr>
            <a:spLocks noGrp="1"/>
          </p:cNvSpPr>
          <p:nvPr>
            <p:ph type="subTitle" idx="1"/>
          </p:nvPr>
        </p:nvSpPr>
        <p:spPr>
          <a:xfrm>
            <a:off x="1689475" y="8743832"/>
            <a:ext cx="19282214" cy="1703832"/>
          </a:xfrm>
        </p:spPr>
        <p:txBody>
          <a:bodyPr>
            <a:normAutofit/>
          </a:bodyPr>
          <a:lstStyle/>
          <a:p>
            <a:r>
              <a:rPr sz="6000" dirty="0" err="1"/>
              <a:t>第一部分：深度學習</a:t>
            </a:r>
            <a:r>
              <a:rPr sz="6000" dirty="0"/>
              <a:t>(Deep Learning)</a:t>
            </a:r>
            <a:r>
              <a:rPr sz="6000" dirty="0" err="1"/>
              <a:t>簡介</a:t>
            </a:r>
            <a:endParaRPr sz="6000" dirty="0"/>
          </a:p>
        </p:txBody>
      </p:sp>
    </p:spTree>
    <p:extLst>
      <p:ext uri="{BB962C8B-B14F-4D97-AF65-F5344CB8AC3E}">
        <p14:creationId xmlns:p14="http://schemas.microsoft.com/office/powerpoint/2010/main" val="1887837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78E0B866-8D5C-ABB7-396A-E5AC69D40BD8}"/>
              </a:ext>
            </a:extLst>
          </p:cNvPr>
          <p:cNvGraphicFramePr>
            <a:graphicFrameLocks noGrp="1"/>
          </p:cNvGraphicFramePr>
          <p:nvPr/>
        </p:nvGraphicFramePr>
        <p:xfrm>
          <a:off x="18651265" y="7034764"/>
          <a:ext cx="15895909" cy="11573992"/>
        </p:xfrm>
        <a:graphic>
          <a:graphicData uri="http://schemas.openxmlformats.org/drawingml/2006/table">
            <a:tbl>
              <a:tblPr firstRow="1" bandRow="1">
                <a:tableStyleId>{5C22544A-7EE6-4342-B048-85BDC9FD1C3A}</a:tableStyleId>
              </a:tblPr>
              <a:tblGrid>
                <a:gridCol w="988254">
                  <a:extLst>
                    <a:ext uri="{9D8B030D-6E8A-4147-A177-3AD203B41FA5}">
                      <a16:colId xmlns:a16="http://schemas.microsoft.com/office/drawing/2014/main" val="2906691046"/>
                    </a:ext>
                  </a:extLst>
                </a:gridCol>
                <a:gridCol w="14907655">
                  <a:extLst>
                    <a:ext uri="{9D8B030D-6E8A-4147-A177-3AD203B41FA5}">
                      <a16:colId xmlns:a16="http://schemas.microsoft.com/office/drawing/2014/main" val="3388937594"/>
                    </a:ext>
                  </a:extLst>
                </a:gridCol>
              </a:tblGrid>
              <a:tr h="1796218">
                <a:tc>
                  <a:txBody>
                    <a:bodyPr/>
                    <a:lstStyle/>
                    <a:p>
                      <a:pPr marL="0" indent="0" algn="l">
                        <a:buFont typeface="NVIDIA Sans" panose="020B0503020203020204" pitchFamily="34" charset="0"/>
                        <a:buNone/>
                      </a:pPr>
                      <a:r>
                        <a:rPr lang="en-US" sz="6000" b="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1 </a:t>
                      </a:r>
                      <a:r>
                        <a:rPr lang="zh-TW" altLang="en-US" sz="4800" b="0" dirty="0">
                          <a:solidFill>
                            <a:schemeClr val="bg1"/>
                          </a:solidFill>
                          <a:latin typeface="NVIDIA Sans Medium" panose="020B0603020203020204" pitchFamily="34" charset="0"/>
                          <a:cs typeface="NVIDIA Sans Medium" panose="020B0603020203020204" pitchFamily="34" charset="0"/>
                        </a:rPr>
                        <a:t>部分：深度學習簡介</a:t>
                      </a:r>
                    </a:p>
                  </a:txBody>
                  <a:tcPr marL="0" marR="36576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958080"/>
                  </a:ext>
                </a:extLst>
              </a:tr>
              <a:tr h="1796218">
                <a:tc>
                  <a:txBody>
                    <a:bodyPr/>
                    <a:lstStyle/>
                    <a:p>
                      <a:pPr marL="0" indent="0" algn="l">
                        <a:buFont typeface="NVIDIA Sans" panose="020B0503020203020204" pitchFamily="34" charset="0"/>
                        <a:buNone/>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2 </a:t>
                      </a:r>
                      <a:r>
                        <a:rPr lang="zh-TW" altLang="en-US" sz="4800" b="0" dirty="0">
                          <a:solidFill>
                            <a:schemeClr val="bg1"/>
                          </a:solidFill>
                          <a:latin typeface="NVIDIA Sans Medium" panose="020B0603020203020204" pitchFamily="34" charset="0"/>
                          <a:cs typeface="NVIDIA Sans Medium" panose="020B0603020203020204" pitchFamily="34" charset="0"/>
                        </a:rPr>
                        <a:t>部分：神經網路如何訓練</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8812821"/>
                  </a:ext>
                </a:extLst>
              </a:tr>
              <a:tr h="1796218">
                <a:tc>
                  <a:txBody>
                    <a:bodyPr/>
                    <a:lstStyle/>
                    <a:p>
                      <a:pPr marL="0" indent="0" algn="l">
                        <a:buFont typeface="NVIDIA Sans" panose="020B0503020203020204" pitchFamily="34" charset="0"/>
                        <a:buNone/>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3 </a:t>
                      </a:r>
                      <a:r>
                        <a:rPr lang="zh-TW" altLang="en-US" sz="4800" b="0" dirty="0">
                          <a:solidFill>
                            <a:schemeClr val="bg1"/>
                          </a:solidFill>
                          <a:latin typeface="NVIDIA Sans Medium" panose="020B0603020203020204" pitchFamily="34" charset="0"/>
                          <a:cs typeface="NVIDIA Sans Medium" panose="020B0603020203020204" pitchFamily="34" charset="0"/>
                        </a:rPr>
                        <a:t>部分：卷積神經網路</a:t>
                      </a:r>
                      <a:br>
                        <a:rPr lang="en-US" altLang="zh-TW" sz="4800" b="0" dirty="0">
                          <a:solidFill>
                            <a:schemeClr val="bg1"/>
                          </a:solidFill>
                          <a:latin typeface="NVIDIA Sans Medium" panose="020B0603020203020204" pitchFamily="34" charset="0"/>
                          <a:cs typeface="NVIDIA Sans Medium" panose="020B0603020203020204" pitchFamily="34" charset="0"/>
                        </a:rPr>
                      </a:br>
                      <a:r>
                        <a:rPr lang="en-US" altLang="zh-TW" sz="4800" b="0" dirty="0">
                          <a:solidFill>
                            <a:schemeClr val="bg1"/>
                          </a:solidFill>
                          <a:latin typeface="NVIDIA Sans Medium" panose="020B0603020203020204" pitchFamily="34" charset="0"/>
                          <a:cs typeface="NVIDIA Sans Medium" panose="020B0603020203020204" pitchFamily="34" charset="0"/>
                        </a:rPr>
                        <a:t>                     (Convolutional Neural Networks)</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311925"/>
                  </a:ext>
                </a:extLst>
              </a:tr>
              <a:tr h="1796218">
                <a:tc>
                  <a:txBody>
                    <a:bodyPr/>
                    <a:lstStyle/>
                    <a:p>
                      <a:pPr algn="l"/>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en-US" altLang="zh-TW"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4 </a:t>
                      </a:r>
                      <a:r>
                        <a:rPr lang="zh-TW" altLang="en-US" sz="4800" b="0" dirty="0">
                          <a:solidFill>
                            <a:schemeClr val="bg1"/>
                          </a:solidFill>
                          <a:latin typeface="NVIDIA Sans Medium" panose="020B0603020203020204" pitchFamily="34" charset="0"/>
                          <a:cs typeface="NVIDIA Sans Medium" panose="020B0603020203020204" pitchFamily="34" charset="0"/>
                        </a:rPr>
                        <a:t>部分：資料增強與部署</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6270836"/>
                  </a:ext>
                </a:extLst>
              </a:tr>
              <a:tr h="1796218">
                <a:tc>
                  <a:txBody>
                    <a:bodyPr/>
                    <a:lstStyle/>
                    <a:p>
                      <a:pPr marL="0" marR="0" lvl="0" indent="0" algn="l" defTabSz="2743200" rtl="0" eaLnBrk="1" fontAlgn="auto" latinLnBrk="0" hangingPunct="1">
                        <a:lnSpc>
                          <a:spcPct val="100000"/>
                        </a:lnSpc>
                        <a:spcBef>
                          <a:spcPts val="0"/>
                        </a:spcBef>
                        <a:spcAft>
                          <a:spcPts val="0"/>
                        </a:spcAft>
                        <a:buClrTx/>
                        <a:buSzTx/>
                        <a:buFontTx/>
                        <a:buNone/>
                        <a:tabLst/>
                        <a:defRPr/>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5 </a:t>
                      </a:r>
                      <a:r>
                        <a:rPr lang="zh-TW" altLang="en-US" sz="4800" b="0" dirty="0">
                          <a:solidFill>
                            <a:schemeClr val="bg1"/>
                          </a:solidFill>
                          <a:latin typeface="NVIDIA Sans Medium" panose="020B0603020203020204" pitchFamily="34" charset="0"/>
                          <a:cs typeface="NVIDIA Sans Medium" panose="020B0603020203020204" pitchFamily="34" charset="0"/>
                        </a:rPr>
                        <a:t>部分：預訓練模型</a:t>
                      </a:r>
                    </a:p>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864478"/>
                  </a:ext>
                </a:extLst>
              </a:tr>
              <a:tr h="1796218">
                <a:tc>
                  <a:txBody>
                    <a:bodyPr/>
                    <a:lstStyle/>
                    <a:p>
                      <a:pPr algn="l"/>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lang="zh-TW" altLang="en-US" sz="4400" b="0" dirty="0">
                          <a:solidFill>
                            <a:schemeClr val="bg1"/>
                          </a:solidFill>
                          <a:latin typeface="NVIDIA Sans Medium" panose="020B0603020203020204" pitchFamily="34" charset="0"/>
                          <a:cs typeface="NVIDIA Sans Medium" panose="020B0603020203020204" pitchFamily="34" charset="0"/>
                        </a:rPr>
                        <a:t>第 </a:t>
                      </a:r>
                      <a:r>
                        <a:rPr lang="en-US" altLang="zh-TW" sz="4400" b="0" dirty="0">
                          <a:solidFill>
                            <a:schemeClr val="bg1"/>
                          </a:solidFill>
                          <a:latin typeface="NVIDIA Sans Medium" panose="020B0603020203020204" pitchFamily="34" charset="0"/>
                          <a:cs typeface="NVIDIA Sans Medium" panose="020B0603020203020204" pitchFamily="34" charset="0"/>
                        </a:rPr>
                        <a:t>6 </a:t>
                      </a:r>
                      <a:r>
                        <a:rPr lang="zh-TW" altLang="en-US" sz="4400" b="0" dirty="0">
                          <a:solidFill>
                            <a:schemeClr val="bg1"/>
                          </a:solidFill>
                          <a:latin typeface="NVIDIA Sans Medium" panose="020B0603020203020204" pitchFamily="34" charset="0"/>
                          <a:cs typeface="NVIDIA Sans Medium" panose="020B0603020203020204" pitchFamily="34" charset="0"/>
                        </a:rPr>
                        <a:t>部分：進階架構</a:t>
                      </a:r>
                      <a:endParaRPr kumimoji="0" lang="en-US" sz="44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937403"/>
                  </a:ext>
                </a:extLst>
              </a:tr>
            </a:tbl>
          </a:graphicData>
        </a:graphic>
      </p:graphicFrame>
      <p:sp>
        <p:nvSpPr>
          <p:cNvPr id="6" name="TextBox 5">
            <a:extLst>
              <a:ext uri="{FF2B5EF4-FFF2-40B4-BE49-F238E27FC236}">
                <a16:creationId xmlns:a16="http://schemas.microsoft.com/office/drawing/2014/main" id="{F743F418-8875-D8F7-3CC1-B6DE2F73A307}"/>
              </a:ext>
            </a:extLst>
          </p:cNvPr>
          <p:cNvSpPr txBox="1"/>
          <p:nvPr/>
        </p:nvSpPr>
        <p:spPr>
          <a:xfrm>
            <a:off x="19524558" y="5114484"/>
            <a:ext cx="11248985" cy="1569660"/>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TW" altLang="en-US" sz="9600" b="1" i="0" u="none" strike="noStrike" kern="1200" cap="none" spc="0" normalizeH="0" baseline="0" noProof="0" dirty="0">
                <a:ln>
                  <a:noFill/>
                </a:ln>
                <a:solidFill>
                  <a:srgbClr val="76B900"/>
                </a:solidFill>
                <a:effectLst/>
                <a:uLnTx/>
                <a:uFillTx/>
                <a:latin typeface="NVIDIA Sans" panose="020B0503020203020204" pitchFamily="34" charset="0"/>
                <a:ea typeface="+mn-ea"/>
                <a:cs typeface="NVIDIA Sans" panose="020B0503020203020204" pitchFamily="34" charset="0"/>
                <a:sym typeface="Arial"/>
              </a:rPr>
              <a:t>課程大綱</a:t>
            </a:r>
            <a:endParaRPr kumimoji="0" lang="en-US" sz="9600" b="1" i="0" u="none" strike="noStrike" kern="1200" cap="none" spc="0" normalizeH="0" baseline="0" noProof="0" dirty="0">
              <a:ln>
                <a:noFill/>
              </a:ln>
              <a:solidFill>
                <a:srgbClr val="76B900"/>
              </a:solidFill>
              <a:effectLst/>
              <a:uLnTx/>
              <a:uFillTx/>
              <a:latin typeface="NVIDIA Sans" panose="020B0503020203020204" pitchFamily="34" charset="0"/>
              <a:ea typeface="+mn-ea"/>
              <a:cs typeface="NVIDIA Sans" panose="020B0503020203020204" pitchFamily="34" charset="0"/>
              <a:sym typeface="Arial"/>
            </a:endParaRPr>
          </a:p>
        </p:txBody>
      </p:sp>
      <p:sp>
        <p:nvSpPr>
          <p:cNvPr id="2" name="Rectangle 1">
            <a:extLst>
              <a:ext uri="{FF2B5EF4-FFF2-40B4-BE49-F238E27FC236}">
                <a16:creationId xmlns:a16="http://schemas.microsoft.com/office/drawing/2014/main" id="{B8E6121E-A96A-F527-8E76-FFB24307ED22}"/>
              </a:ext>
            </a:extLst>
          </p:cNvPr>
          <p:cNvSpPr/>
          <p:nvPr/>
        </p:nvSpPr>
        <p:spPr>
          <a:xfrm>
            <a:off x="18013680" y="7320433"/>
            <a:ext cx="17129760" cy="1326262"/>
          </a:xfrm>
          <a:prstGeom prst="rect">
            <a:avLst/>
          </a:prstGeom>
          <a:noFill/>
          <a:ln w="190500">
            <a:solidFill>
              <a:srgbClr val="76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90000"/>
              </a:lnSpc>
              <a:spcBef>
                <a:spcPts val="0"/>
              </a:spcBef>
              <a:spcAft>
                <a:spcPts val="0"/>
              </a:spcAft>
              <a:buClrTx/>
              <a:buSzTx/>
              <a:buFontTx/>
              <a:buNone/>
              <a:tabLst/>
              <a:defRPr/>
            </a:pPr>
            <a:endParaRPr kumimoji="0" lang="en-US" sz="4000" b="0" i="0" u="none" strike="noStrike" kern="1200" cap="none" spc="0" normalizeH="0" baseline="0" noProof="0" err="1">
              <a:ln>
                <a:noFill/>
              </a:ln>
              <a:solidFill>
                <a:srgbClr val="FFFFFF"/>
              </a:solidFill>
              <a:effectLst/>
              <a:uLnTx/>
              <a:uFillTx/>
              <a:latin typeface="Trebuchet MS" panose="020B0603020202020204" pitchFamily="34" charset="0"/>
              <a:ea typeface="+mn-ea"/>
              <a:cs typeface="+mn-cs"/>
              <a:sym typeface="Arial"/>
            </a:endParaRPr>
          </a:p>
        </p:txBody>
      </p:sp>
    </p:spTree>
    <p:extLst>
      <p:ext uri="{BB962C8B-B14F-4D97-AF65-F5344CB8AC3E}">
        <p14:creationId xmlns:p14="http://schemas.microsoft.com/office/powerpoint/2010/main" val="785282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81E266-1D73-5E8A-43AA-DC2121F45F45}"/>
              </a:ext>
            </a:extLst>
          </p:cNvPr>
          <p:cNvSpPr/>
          <p:nvPr/>
        </p:nvSpPr>
        <p:spPr>
          <a:xfrm>
            <a:off x="4507832" y="7352680"/>
            <a:ext cx="26918651" cy="2800767"/>
          </a:xfrm>
          <a:prstGeom prst="rect">
            <a:avLst/>
          </a:prstGeom>
        </p:spPr>
        <p:txBody>
          <a:bodyPr wrap="square">
            <a:spAutoFit/>
          </a:bodyPr>
          <a:lstStyle/>
          <a:p>
            <a:pPr algn="ctr" defTabSz="1523985" fontAlgn="base">
              <a:spcBef>
                <a:spcPct val="0"/>
              </a:spcBef>
              <a:spcAft>
                <a:spcPct val="0"/>
              </a:spcAft>
            </a:pPr>
            <a:r>
              <a:rPr sz="8800" dirty="0" err="1">
                <a:solidFill>
                  <a:schemeClr val="bg1"/>
                </a:solidFill>
              </a:rPr>
              <a:t>要查看</a:t>
            </a:r>
            <a:r>
              <a:rPr lang="zh-TW" altLang="en-US" sz="8800" dirty="0">
                <a:solidFill>
                  <a:schemeClr val="bg1"/>
                </a:solidFill>
              </a:rPr>
              <a:t>課程</a:t>
            </a:r>
            <a:r>
              <a:rPr sz="8800" dirty="0" err="1">
                <a:solidFill>
                  <a:schemeClr val="bg1"/>
                </a:solidFill>
              </a:rPr>
              <a:t>講義</a:t>
            </a:r>
            <a:r>
              <a:rPr sz="8800" dirty="0">
                <a:solidFill>
                  <a:schemeClr val="bg1"/>
                </a:solidFill>
              </a:rPr>
              <a:t>，</a:t>
            </a:r>
            <a:r>
              <a:rPr lang="zh-TW" altLang="en-US" sz="8800" dirty="0">
                <a:solidFill>
                  <a:schemeClr val="bg1"/>
                </a:solidFill>
              </a:rPr>
              <a:t>請切換到</a:t>
            </a:r>
            <a:r>
              <a:rPr sz="8800" dirty="0" err="1">
                <a:solidFill>
                  <a:schemeClr val="bg1"/>
                </a:solidFill>
              </a:rPr>
              <a:t>全螢幕顯示</a:t>
            </a:r>
            <a:br>
              <a:rPr lang="en-US" sz="8800" dirty="0">
                <a:solidFill>
                  <a:schemeClr val="bg1"/>
                </a:solidFill>
              </a:rPr>
            </a:br>
            <a:r>
              <a:rPr sz="8800" dirty="0" err="1">
                <a:solidFill>
                  <a:schemeClr val="bg1"/>
                </a:solidFill>
              </a:rPr>
              <a:t>並點擊</a:t>
            </a:r>
            <a:r>
              <a:rPr lang="en-US" sz="8800" dirty="0">
                <a:solidFill>
                  <a:schemeClr val="bg1"/>
                </a:solidFill>
              </a:rPr>
              <a:t>“</a:t>
            </a:r>
            <a:r>
              <a:rPr lang="zh-TW" altLang="en-US" sz="8800" dirty="0">
                <a:solidFill>
                  <a:schemeClr val="bg1"/>
                </a:solidFill>
              </a:rPr>
              <a:t>備忘稿</a:t>
            </a:r>
            <a:r>
              <a:rPr lang="en-US" sz="8800" dirty="0">
                <a:solidFill>
                  <a:schemeClr val="bg1"/>
                </a:solidFill>
              </a:rPr>
              <a:t>”</a:t>
            </a:r>
            <a:r>
              <a:rPr sz="8800" dirty="0" err="1">
                <a:solidFill>
                  <a:schemeClr val="bg1"/>
                </a:solidFill>
              </a:rPr>
              <a:t>按鈕</a:t>
            </a:r>
            <a:endParaRPr sz="8800" dirty="0">
              <a:solidFill>
                <a:schemeClr val="bg1"/>
              </a:solidFill>
            </a:endParaRPr>
          </a:p>
        </p:txBody>
      </p:sp>
    </p:spTree>
    <p:extLst>
      <p:ext uri="{BB962C8B-B14F-4D97-AF65-F5344CB8AC3E}">
        <p14:creationId xmlns:p14="http://schemas.microsoft.com/office/powerpoint/2010/main" val="8693427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158734-2DD9-7159-9E54-FB84C5E99985}"/>
              </a:ext>
            </a:extLst>
          </p:cNvPr>
          <p:cNvSpPr>
            <a:spLocks noGrp="1"/>
          </p:cNvSpPr>
          <p:nvPr>
            <p:ph type="body" sz="quarter" idx="13"/>
          </p:nvPr>
        </p:nvSpPr>
        <p:spPr/>
        <p:txBody>
          <a:bodyPr/>
          <a:lstStyle/>
          <a:p>
            <a:r>
              <a:rPr dirty="0"/>
              <a:t>Welcome!</a:t>
            </a:r>
            <a:r>
              <a:rPr lang="zh-TW" altLang="en-US" dirty="0"/>
              <a:t> </a:t>
            </a:r>
            <a:r>
              <a:rPr dirty="0" err="1"/>
              <a:t>歡迎</a:t>
            </a:r>
            <a:r>
              <a:rPr dirty="0"/>
              <a:t>！</a:t>
            </a:r>
          </a:p>
        </p:txBody>
      </p:sp>
    </p:spTree>
    <p:extLst>
      <p:ext uri="{BB962C8B-B14F-4D97-AF65-F5344CB8AC3E}">
        <p14:creationId xmlns:p14="http://schemas.microsoft.com/office/powerpoint/2010/main" val="1621097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E1B996E-3E6F-2636-740A-2F791A14EB95}"/>
              </a:ext>
            </a:extLst>
          </p:cNvPr>
          <p:cNvSpPr>
            <a:spLocks noGrp="1"/>
          </p:cNvSpPr>
          <p:nvPr>
            <p:ph type="title"/>
          </p:nvPr>
        </p:nvSpPr>
        <p:spPr>
          <a:xfrm>
            <a:off x="2514600" y="0"/>
            <a:ext cx="31546800" cy="2514601"/>
          </a:xfrm>
        </p:spPr>
        <p:txBody>
          <a:bodyPr anchor="b">
            <a:normAutofit/>
          </a:bodyPr>
          <a:lstStyle/>
          <a:p>
            <a:r>
              <a:rPr dirty="0" err="1"/>
              <a:t>本課程的目標</a:t>
            </a:r>
            <a:endParaRPr dirty="0"/>
          </a:p>
        </p:txBody>
      </p:sp>
      <p:graphicFrame>
        <p:nvGraphicFramePr>
          <p:cNvPr id="9" name="Content Placeholder 2">
            <a:extLst>
              <a:ext uri="{FF2B5EF4-FFF2-40B4-BE49-F238E27FC236}">
                <a16:creationId xmlns:a16="http://schemas.microsoft.com/office/drawing/2014/main" id="{87A4EBA0-A4BE-723C-5835-1D5EB50C14E4}"/>
              </a:ext>
            </a:extLst>
          </p:cNvPr>
          <p:cNvGraphicFramePr>
            <a:graphicFrameLocks noGrp="1"/>
          </p:cNvGraphicFramePr>
          <p:nvPr>
            <p:ph idx="1"/>
            <p:extLst>
              <p:ext uri="{D42A27DB-BD31-4B8C-83A1-F6EECF244321}">
                <p14:modId xmlns:p14="http://schemas.microsoft.com/office/powerpoint/2010/main" val="3069828871"/>
              </p:ext>
            </p:extLst>
          </p:nvPr>
        </p:nvGraphicFramePr>
        <p:xfrm>
          <a:off x="2514600" y="4846320"/>
          <a:ext cx="31546800" cy="136519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9265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dirty="0" err="1"/>
              <a:t>享受</a:t>
            </a:r>
            <a:r>
              <a:rPr lang="zh-TW" altLang="en-US" dirty="0"/>
              <a:t>學習</a:t>
            </a:r>
            <a:r>
              <a:rPr dirty="0" err="1"/>
              <a:t>樂趣</a:t>
            </a:r>
            <a:r>
              <a:rPr dirty="0"/>
              <a:t>！</a:t>
            </a:r>
            <a:br>
              <a:rPr dirty="0"/>
            </a:br>
            <a:endParaRPr dirty="0"/>
          </a:p>
        </p:txBody>
      </p:sp>
    </p:spTree>
    <p:extLst>
      <p:ext uri="{BB962C8B-B14F-4D97-AF65-F5344CB8AC3E}">
        <p14:creationId xmlns:p14="http://schemas.microsoft.com/office/powerpoint/2010/main" val="3106100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5D74B-CE75-4C92-AEB9-496738414D15}"/>
              </a:ext>
            </a:extLst>
          </p:cNvPr>
          <p:cNvSpPr>
            <a:spLocks noGrp="1"/>
          </p:cNvSpPr>
          <p:nvPr>
            <p:ph type="title"/>
          </p:nvPr>
        </p:nvSpPr>
        <p:spPr/>
        <p:txBody>
          <a:bodyPr wrap="square" anchor="b">
            <a:normAutofit/>
          </a:bodyPr>
          <a:lstStyle/>
          <a:p>
            <a:r>
              <a:rPr dirty="0" err="1"/>
              <a:t>人類與機器學習</a:t>
            </a:r>
            <a:r>
              <a:rPr dirty="0"/>
              <a:t>(Machine Learning)</a:t>
            </a:r>
            <a:r>
              <a:rPr dirty="0" err="1"/>
              <a:t>的比較</a:t>
            </a:r>
            <a:endParaRPr dirty="0"/>
          </a:p>
        </p:txBody>
      </p:sp>
      <p:sp>
        <p:nvSpPr>
          <p:cNvPr id="4" name="Text Placeholder 3">
            <a:extLst>
              <a:ext uri="{FF2B5EF4-FFF2-40B4-BE49-F238E27FC236}">
                <a16:creationId xmlns:a16="http://schemas.microsoft.com/office/drawing/2014/main" id="{2A2C383B-117F-44DE-AFD1-CCC706DE6F81}"/>
              </a:ext>
            </a:extLst>
          </p:cNvPr>
          <p:cNvSpPr>
            <a:spLocks noGrp="1"/>
          </p:cNvSpPr>
          <p:nvPr>
            <p:ph type="body" sz="quarter" idx="10"/>
          </p:nvPr>
        </p:nvSpPr>
        <p:spPr>
          <a:xfrm>
            <a:off x="2445712" y="2973802"/>
            <a:ext cx="31546800" cy="1408176"/>
          </a:xfrm>
        </p:spPr>
        <p:txBody>
          <a:bodyPr wrap="square" anchor="t">
            <a:normAutofit/>
          </a:bodyPr>
          <a:lstStyle/>
          <a:p>
            <a:r>
              <a:rPr lang="zh-TW" altLang="en-US" dirty="0"/>
              <a:t>放鬆性的警覺</a:t>
            </a:r>
            <a:r>
              <a:rPr lang="en-US" altLang="zh-TW" dirty="0"/>
              <a:t>(</a:t>
            </a:r>
            <a:r>
              <a:rPr lang="en-US" dirty="0" err="1"/>
              <a:t>Relaxe</a:t>
            </a:r>
            <a:r>
              <a:rPr lang="en-US" dirty="0"/>
              <a:t> Alertness)</a:t>
            </a:r>
          </a:p>
        </p:txBody>
      </p:sp>
      <p:pic>
        <p:nvPicPr>
          <p:cNvPr id="7" name="Content Placeholder 6" descr="Robot Hand">
            <a:extLst>
              <a:ext uri="{FF2B5EF4-FFF2-40B4-BE49-F238E27FC236}">
                <a16:creationId xmlns:a16="http://schemas.microsoft.com/office/drawing/2014/main" id="{D3E054DD-1629-4CFB-8EE3-B054EA4B83A7}"/>
              </a:ext>
            </a:extLst>
          </p:cNvPr>
          <p:cNvPicPr>
            <a:picLocks noGrp="1" noChangeAspect="1"/>
          </p:cNvPicPr>
          <p:nvPr>
            <p:ph sz="half" idx="4294967295"/>
          </p:nvPr>
        </p:nvPicPr>
        <p:blipFill>
          <a:blip r:embed="rId3">
            <a:extLst>
              <a:ext uri="{96DAC541-7B7A-43D3-8B79-37D633B846F1}">
                <asvg:svgBlip xmlns:asvg="http://schemas.microsoft.com/office/drawing/2016/SVG/main" r:embed="rId4"/>
              </a:ext>
            </a:extLst>
          </a:blip>
          <a:stretch>
            <a:fillRect/>
          </a:stretch>
        </p:blipFill>
        <p:spPr>
          <a:xfrm>
            <a:off x="2445712" y="9711191"/>
            <a:ext cx="5200650" cy="4770437"/>
          </a:xfrm>
          <a:prstGeom prst="rect">
            <a:avLst/>
          </a:prstGeom>
        </p:spPr>
      </p:pic>
      <p:graphicFrame>
        <p:nvGraphicFramePr>
          <p:cNvPr id="6" name="Table 6">
            <a:extLst>
              <a:ext uri="{FF2B5EF4-FFF2-40B4-BE49-F238E27FC236}">
                <a16:creationId xmlns:a16="http://schemas.microsoft.com/office/drawing/2014/main" id="{8810F85A-B56D-4B37-9B70-30F07F981420}"/>
              </a:ext>
            </a:extLst>
          </p:cNvPr>
          <p:cNvGraphicFramePr>
            <a:graphicFrameLocks noGrp="1"/>
          </p:cNvGraphicFramePr>
          <p:nvPr>
            <p:extLst>
              <p:ext uri="{D42A27DB-BD31-4B8C-83A1-F6EECF244321}">
                <p14:modId xmlns:p14="http://schemas.microsoft.com/office/powerpoint/2010/main" val="6507656"/>
              </p:ext>
            </p:extLst>
          </p:nvPr>
        </p:nvGraphicFramePr>
        <p:xfrm>
          <a:off x="18737362" y="6885599"/>
          <a:ext cx="14914430" cy="10421620"/>
        </p:xfrm>
        <a:graphic>
          <a:graphicData uri="http://schemas.openxmlformats.org/drawingml/2006/table">
            <a:tbl>
              <a:tblPr firstRow="1" bandRow="1">
                <a:effectLst/>
                <a:tableStyleId>{5C22544A-7EE6-4342-B048-85BDC9FD1C3A}</a:tableStyleId>
              </a:tblPr>
              <a:tblGrid>
                <a:gridCol w="7133433">
                  <a:extLst>
                    <a:ext uri="{9D8B030D-6E8A-4147-A177-3AD203B41FA5}">
                      <a16:colId xmlns:a16="http://schemas.microsoft.com/office/drawing/2014/main" val="3347456844"/>
                    </a:ext>
                  </a:extLst>
                </a:gridCol>
                <a:gridCol w="7780997">
                  <a:extLst>
                    <a:ext uri="{9D8B030D-6E8A-4147-A177-3AD203B41FA5}">
                      <a16:colId xmlns:a16="http://schemas.microsoft.com/office/drawing/2014/main" val="64765546"/>
                    </a:ext>
                  </a:extLst>
                </a:gridCol>
              </a:tblGrid>
              <a:tr h="2542540">
                <a:tc>
                  <a:txBody>
                    <a:bodyPr/>
                    <a:lstStyle/>
                    <a:p>
                      <a:pPr algn="ctr"/>
                      <a:r>
                        <a:rPr dirty="0" err="1"/>
                        <a:t>人類</a:t>
                      </a:r>
                      <a:endParaRPr dirty="0"/>
                    </a:p>
                  </a:txBody>
                  <a:tcPr marL="419100" marR="419100" marT="209550" marB="209550" anchor="ctr">
                    <a:lnB w="12700" cap="flat" cmpd="sng" algn="ctr">
                      <a:solidFill>
                        <a:schemeClr val="bg1"/>
                      </a:solidFill>
                      <a:prstDash val="solid"/>
                      <a:round/>
                      <a:headEnd type="none" w="med" len="med"/>
                      <a:tailEnd type="none" w="med" len="med"/>
                    </a:lnB>
                    <a:solidFill>
                      <a:schemeClr val="tx2"/>
                    </a:solidFill>
                  </a:tcPr>
                </a:tc>
                <a:tc>
                  <a:txBody>
                    <a:bodyPr/>
                    <a:lstStyle/>
                    <a:p>
                      <a:pPr algn="ctr"/>
                      <a:r>
                        <a:rPr dirty="0" err="1"/>
                        <a:t>機器</a:t>
                      </a:r>
                      <a:endParaRPr dirty="0"/>
                    </a:p>
                  </a:txBody>
                  <a:tcPr marL="419100" marR="419100" marT="209550" marB="209550" anchor="ctr">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3131567046"/>
                  </a:ext>
                </a:extLst>
              </a:tr>
              <a:tr h="3939540">
                <a:tc>
                  <a:txBody>
                    <a:bodyPr/>
                    <a:lstStyle/>
                    <a:p>
                      <a:pPr algn="ctr"/>
                      <a:r>
                        <a:rPr dirty="0" err="1">
                          <a:solidFill>
                            <a:schemeClr val="bg1"/>
                          </a:solidFill>
                        </a:rPr>
                        <a:t>休息與消化</a:t>
                      </a:r>
                      <a:br>
                        <a:rPr lang="en-US" dirty="0">
                          <a:solidFill>
                            <a:schemeClr val="bg1"/>
                          </a:solidFill>
                        </a:rPr>
                      </a:br>
                      <a:r>
                        <a:rPr lang="en-US" dirty="0">
                          <a:solidFill>
                            <a:schemeClr val="bg1"/>
                          </a:solidFill>
                        </a:rPr>
                        <a:t>(Rest and Digest)</a:t>
                      </a:r>
                      <a:endParaRPr dirty="0">
                        <a:solidFill>
                          <a:schemeClr val="bg1"/>
                        </a:solidFill>
                      </a:endParaRPr>
                    </a:p>
                  </a:txBody>
                  <a:tcPr marL="419100" marR="419100" marT="209550" marB="209550" anchor="ctr">
                    <a:lnT w="12700" cap="flat" cmpd="sng" algn="ctr">
                      <a:solidFill>
                        <a:schemeClr val="bg1"/>
                      </a:solidFill>
                      <a:prstDash val="solid"/>
                      <a:round/>
                      <a:headEnd type="none" w="med" len="med"/>
                      <a:tailEnd type="none" w="med" len="med"/>
                    </a:lnT>
                    <a:gradFill>
                      <a:gsLst>
                        <a:gs pos="0">
                          <a:schemeClr val="tx1">
                            <a:lumMod val="95000"/>
                          </a:schemeClr>
                        </a:gs>
                        <a:gs pos="100000">
                          <a:schemeClr val="tx2">
                            <a:lumMod val="20000"/>
                            <a:lumOff val="80000"/>
                          </a:schemeClr>
                        </a:gs>
                      </a:gsLst>
                      <a:lin ang="5400000" scaled="1"/>
                    </a:gradFill>
                  </a:tcPr>
                </a:tc>
                <a:tc>
                  <a:txBody>
                    <a:bodyPr/>
                    <a:lstStyle/>
                    <a:p>
                      <a:pPr algn="ctr"/>
                      <a:r>
                        <a:rPr dirty="0" err="1">
                          <a:solidFill>
                            <a:schemeClr val="bg1"/>
                          </a:solidFill>
                        </a:rPr>
                        <a:t>訓練</a:t>
                      </a:r>
                      <a:r>
                        <a:rPr dirty="0">
                          <a:solidFill>
                            <a:schemeClr val="bg1"/>
                          </a:solidFill>
                        </a:rPr>
                        <a:t>(Training)</a:t>
                      </a:r>
                    </a:p>
                  </a:txBody>
                  <a:tcPr marL="419100" marR="419100" marT="209550" marB="209550" anchor="ctr">
                    <a:lnT w="12700" cap="flat" cmpd="sng" algn="ctr">
                      <a:solidFill>
                        <a:schemeClr val="bg1"/>
                      </a:solidFill>
                      <a:prstDash val="solid"/>
                      <a:round/>
                      <a:headEnd type="none" w="med" len="med"/>
                      <a:tailEnd type="none" w="med" len="med"/>
                    </a:lnT>
                    <a:gradFill>
                      <a:gsLst>
                        <a:gs pos="0">
                          <a:schemeClr val="tx1">
                            <a:lumMod val="95000"/>
                          </a:schemeClr>
                        </a:gs>
                        <a:gs pos="100000">
                          <a:schemeClr val="tx2">
                            <a:lumMod val="20000"/>
                            <a:lumOff val="80000"/>
                          </a:schemeClr>
                        </a:gs>
                      </a:gsLst>
                      <a:lin ang="5400000" scaled="1"/>
                    </a:gradFill>
                  </a:tcPr>
                </a:tc>
                <a:extLst>
                  <a:ext uri="{0D108BD9-81ED-4DB2-BD59-A6C34878D82A}">
                    <a16:rowId xmlns:a16="http://schemas.microsoft.com/office/drawing/2014/main" val="735802270"/>
                  </a:ext>
                </a:extLst>
              </a:tr>
              <a:tr h="3939540">
                <a:tc>
                  <a:txBody>
                    <a:bodyPr/>
                    <a:lstStyle/>
                    <a:p>
                      <a:pPr algn="ctr"/>
                      <a:r>
                        <a:rPr dirty="0" err="1">
                          <a:solidFill>
                            <a:schemeClr val="bg1"/>
                          </a:solidFill>
                        </a:rPr>
                        <a:t>戰鬥或逃跑</a:t>
                      </a:r>
                      <a:br>
                        <a:rPr dirty="0">
                          <a:solidFill>
                            <a:schemeClr val="bg1"/>
                          </a:solidFill>
                        </a:rPr>
                      </a:br>
                      <a:r>
                        <a:rPr lang="en-US" dirty="0">
                          <a:solidFill>
                            <a:schemeClr val="bg1"/>
                          </a:solidFill>
                        </a:rPr>
                        <a:t>(Fight-or-flight)</a:t>
                      </a:r>
                      <a:endParaRPr dirty="0">
                        <a:solidFill>
                          <a:schemeClr val="bg1"/>
                        </a:solidFill>
                      </a:endParaRPr>
                    </a:p>
                  </a:txBody>
                  <a:tcPr marL="419100" marR="419100" marT="209550" marB="209550" anchor="ctr">
                    <a:gradFill>
                      <a:gsLst>
                        <a:gs pos="0">
                          <a:schemeClr val="tx1">
                            <a:lumMod val="95000"/>
                          </a:schemeClr>
                        </a:gs>
                        <a:gs pos="100000">
                          <a:schemeClr val="tx2">
                            <a:lumMod val="20000"/>
                            <a:lumOff val="80000"/>
                          </a:schemeClr>
                        </a:gs>
                      </a:gsLst>
                      <a:lin ang="5400000" scaled="1"/>
                    </a:gradFill>
                  </a:tcPr>
                </a:tc>
                <a:tc>
                  <a:txBody>
                    <a:bodyPr/>
                    <a:lstStyle/>
                    <a:p>
                      <a:pPr algn="ctr"/>
                      <a:r>
                        <a:rPr lang="zh-TW" altLang="en-US" dirty="0">
                          <a:solidFill>
                            <a:schemeClr val="bg1"/>
                          </a:solidFill>
                        </a:rPr>
                        <a:t>推論</a:t>
                      </a:r>
                      <a:r>
                        <a:rPr lang="en-US" altLang="zh-TW" dirty="0">
                          <a:solidFill>
                            <a:schemeClr val="bg1"/>
                          </a:solidFill>
                        </a:rPr>
                        <a:t>/</a:t>
                      </a:r>
                      <a:r>
                        <a:rPr lang="zh-TW" altLang="en-US" dirty="0">
                          <a:solidFill>
                            <a:schemeClr val="bg1"/>
                          </a:solidFill>
                        </a:rPr>
                        <a:t>預測</a:t>
                      </a:r>
                      <a:r>
                        <a:rPr dirty="0">
                          <a:solidFill>
                            <a:schemeClr val="bg1"/>
                          </a:solidFill>
                        </a:rPr>
                        <a:t>(Prediction)</a:t>
                      </a:r>
                    </a:p>
                  </a:txBody>
                  <a:tcPr marL="419100" marR="419100" marT="209550" marB="209550" anchor="ctr">
                    <a:gradFill>
                      <a:gsLst>
                        <a:gs pos="0">
                          <a:schemeClr val="tx1">
                            <a:lumMod val="95000"/>
                          </a:schemeClr>
                        </a:gs>
                        <a:gs pos="100000">
                          <a:schemeClr val="tx2">
                            <a:lumMod val="20000"/>
                            <a:lumOff val="80000"/>
                          </a:schemeClr>
                        </a:gs>
                      </a:gsLst>
                      <a:lin ang="5400000" scaled="1"/>
                    </a:gradFill>
                  </a:tcPr>
                </a:tc>
                <a:extLst>
                  <a:ext uri="{0D108BD9-81ED-4DB2-BD59-A6C34878D82A}">
                    <a16:rowId xmlns:a16="http://schemas.microsoft.com/office/drawing/2014/main" val="1691594903"/>
                  </a:ext>
                </a:extLst>
              </a:tr>
            </a:tbl>
          </a:graphicData>
        </a:graphic>
      </p:graphicFrame>
      <p:pic>
        <p:nvPicPr>
          <p:cNvPr id="9" name="Graphic 8" descr="Dancing">
            <a:extLst>
              <a:ext uri="{FF2B5EF4-FFF2-40B4-BE49-F238E27FC236}">
                <a16:creationId xmlns:a16="http://schemas.microsoft.com/office/drawing/2014/main" id="{D49CAF31-2AB6-4C11-BBC9-CDCE7BA1311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055287" y="10491378"/>
            <a:ext cx="4304856" cy="3696957"/>
          </a:xfrm>
          <a:prstGeom prst="rect">
            <a:avLst/>
          </a:prstGeom>
        </p:spPr>
      </p:pic>
      <p:sp>
        <p:nvSpPr>
          <p:cNvPr id="13" name="Arrow: Circular 12">
            <a:extLst>
              <a:ext uri="{FF2B5EF4-FFF2-40B4-BE49-F238E27FC236}">
                <a16:creationId xmlns:a16="http://schemas.microsoft.com/office/drawing/2014/main" id="{C22F1080-0EFE-48A3-882D-AC631076A2ED}"/>
              </a:ext>
            </a:extLst>
          </p:cNvPr>
          <p:cNvSpPr/>
          <p:nvPr/>
        </p:nvSpPr>
        <p:spPr>
          <a:xfrm>
            <a:off x="2924208" y="6342138"/>
            <a:ext cx="13247606" cy="8545091"/>
          </a:xfrm>
          <a:prstGeom prst="circularArrow">
            <a:avLst>
              <a:gd name="adj1" fmla="val 9246"/>
              <a:gd name="adj2" fmla="val 505963"/>
              <a:gd name="adj3" fmla="val 20617961"/>
              <a:gd name="adj4" fmla="val 11057356"/>
              <a:gd name="adj5" fmla="val 14466"/>
            </a:avLst>
          </a:prstGeom>
          <a:gradFill flip="none" rotWithShape="1">
            <a:gsLst>
              <a:gs pos="0">
                <a:schemeClr val="tx2">
                  <a:lumMod val="20000"/>
                  <a:lumOff val="80000"/>
                </a:schemeClr>
              </a:gs>
              <a:gs pos="100000">
                <a:schemeClr val="tx2"/>
              </a:gs>
            </a:gsLst>
            <a:lin ang="10800000" scaled="1"/>
            <a:tileRect/>
          </a:gradFill>
          <a:ln>
            <a:solidFill>
              <a:schemeClr val="tx2"/>
            </a:solid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6000" dirty="0">
              <a:solidFill>
                <a:schemeClr val="tx1"/>
              </a:solidFill>
            </a:endParaRPr>
          </a:p>
        </p:txBody>
      </p:sp>
      <p:sp>
        <p:nvSpPr>
          <p:cNvPr id="15" name="Arrow: Circular 14">
            <a:extLst>
              <a:ext uri="{FF2B5EF4-FFF2-40B4-BE49-F238E27FC236}">
                <a16:creationId xmlns:a16="http://schemas.microsoft.com/office/drawing/2014/main" id="{32AFF443-2951-46AC-BC23-4690C53F97CA}"/>
              </a:ext>
            </a:extLst>
          </p:cNvPr>
          <p:cNvSpPr/>
          <p:nvPr/>
        </p:nvSpPr>
        <p:spPr>
          <a:xfrm rot="10800000">
            <a:off x="2990457" y="10262458"/>
            <a:ext cx="13247606" cy="7890925"/>
          </a:xfrm>
          <a:prstGeom prst="circularArrow">
            <a:avLst>
              <a:gd name="adj1" fmla="val 9246"/>
              <a:gd name="adj2" fmla="val 957560"/>
              <a:gd name="adj3" fmla="val 20617961"/>
              <a:gd name="adj4" fmla="val 11057356"/>
              <a:gd name="adj5" fmla="val 16616"/>
            </a:avLst>
          </a:prstGeom>
          <a:gradFill flip="none" rotWithShape="1">
            <a:gsLst>
              <a:gs pos="0">
                <a:schemeClr val="tx2">
                  <a:lumMod val="20000"/>
                  <a:lumOff val="80000"/>
                </a:schemeClr>
              </a:gs>
              <a:gs pos="100000">
                <a:schemeClr val="tx2"/>
              </a:gs>
            </a:gsLst>
            <a:lin ang="0" scaled="1"/>
            <a:tileRect/>
          </a:gradFill>
          <a:ln>
            <a:solidFill>
              <a:schemeClr val="tx2"/>
            </a:solid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6000" dirty="0">
              <a:solidFill>
                <a:schemeClr val="tx1"/>
              </a:solidFill>
            </a:endParaRPr>
          </a:p>
        </p:txBody>
      </p:sp>
    </p:spTree>
    <p:extLst>
      <p:ext uri="{BB962C8B-B14F-4D97-AF65-F5344CB8AC3E}">
        <p14:creationId xmlns:p14="http://schemas.microsoft.com/office/powerpoint/2010/main" val="37099385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E10C2B4-9F81-217E-21E3-1230EDBEBD27}"/>
              </a:ext>
            </a:extLst>
          </p:cNvPr>
          <p:cNvSpPr>
            <a:spLocks noGrp="1"/>
          </p:cNvSpPr>
          <p:nvPr>
            <p:ph type="title"/>
          </p:nvPr>
        </p:nvSpPr>
        <p:spPr>
          <a:xfrm>
            <a:off x="2514600" y="4833257"/>
            <a:ext cx="31546800" cy="2514601"/>
          </a:xfrm>
        </p:spPr>
        <p:txBody>
          <a:bodyPr>
            <a:normAutofit/>
          </a:bodyPr>
          <a:lstStyle/>
          <a:p>
            <a:r>
              <a:rPr sz="8000" dirty="0" err="1"/>
              <a:t>讓我們開始吧</a:t>
            </a:r>
            <a:br>
              <a:rPr sz="8000" dirty="0"/>
            </a:br>
            <a:endParaRPr sz="8000" dirty="0"/>
          </a:p>
        </p:txBody>
      </p:sp>
    </p:spTree>
    <p:extLst>
      <p:ext uri="{BB962C8B-B14F-4D97-AF65-F5344CB8AC3E}">
        <p14:creationId xmlns:p14="http://schemas.microsoft.com/office/powerpoint/2010/main" val="6584834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62A5CA7-D5F4-5086-F562-333E0B2353B5}"/>
              </a:ext>
            </a:extLst>
          </p:cNvPr>
          <p:cNvSpPr>
            <a:spLocks noGrp="1"/>
          </p:cNvSpPr>
          <p:nvPr>
            <p:ph type="body" sz="quarter" idx="13"/>
          </p:nvPr>
        </p:nvSpPr>
        <p:spPr/>
        <p:txBody>
          <a:bodyPr/>
          <a:lstStyle/>
          <a:p>
            <a:r>
              <a:rPr dirty="0" err="1"/>
              <a:t>人工智慧</a:t>
            </a:r>
            <a:r>
              <a:rPr dirty="0"/>
              <a:t>(AI)</a:t>
            </a:r>
            <a:r>
              <a:rPr dirty="0" err="1"/>
              <a:t>的歷史</a:t>
            </a:r>
            <a:br>
              <a:rPr dirty="0"/>
            </a:br>
            <a:endParaRPr dirty="0"/>
          </a:p>
        </p:txBody>
      </p:sp>
    </p:spTree>
    <p:extLst>
      <p:ext uri="{BB962C8B-B14F-4D97-AF65-F5344CB8AC3E}">
        <p14:creationId xmlns:p14="http://schemas.microsoft.com/office/powerpoint/2010/main" val="8451273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wrap="square" anchor="b">
            <a:normAutofit/>
          </a:bodyPr>
          <a:lstStyle/>
          <a:p>
            <a:r>
              <a:rPr dirty="0" err="1"/>
              <a:t>人工智慧</a:t>
            </a:r>
            <a:r>
              <a:rPr dirty="0"/>
              <a:t>(AI)</a:t>
            </a:r>
            <a:r>
              <a:rPr dirty="0" err="1"/>
              <a:t>的起源</a:t>
            </a:r>
            <a:endParaRPr lang="en-US" dirty="0"/>
          </a:p>
        </p:txBody>
      </p:sp>
      <p:graphicFrame>
        <p:nvGraphicFramePr>
          <p:cNvPr id="6" name="Content Placeholder 2">
            <a:extLst>
              <a:ext uri="{FF2B5EF4-FFF2-40B4-BE49-F238E27FC236}">
                <a16:creationId xmlns:a16="http://schemas.microsoft.com/office/drawing/2014/main" id="{D1704707-1D30-43F9-9AF6-EBF1E2A94F28}"/>
              </a:ext>
            </a:extLst>
          </p:cNvPr>
          <p:cNvGraphicFramePr>
            <a:graphicFrameLocks noGrp="1"/>
          </p:cNvGraphicFramePr>
          <p:nvPr>
            <p:ph idx="4294967295"/>
            <p:extLst>
              <p:ext uri="{D42A27DB-BD31-4B8C-83A1-F6EECF244321}">
                <p14:modId xmlns:p14="http://schemas.microsoft.com/office/powerpoint/2010/main" val="2014430395"/>
              </p:ext>
            </p:extLst>
          </p:nvPr>
        </p:nvGraphicFramePr>
        <p:xfrm>
          <a:off x="1709737" y="3204368"/>
          <a:ext cx="33156525" cy="141652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3693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2596896" y="1218776"/>
            <a:ext cx="14639544" cy="3365695"/>
          </a:xfrm>
        </p:spPr>
        <p:txBody>
          <a:bodyPr vert="horz" lIns="91440" tIns="45720" rIns="91440" bIns="45720" rtlCol="0" anchor="b">
            <a:normAutofit/>
          </a:bodyPr>
          <a:lstStyle/>
          <a:p>
            <a:r>
              <a:rPr dirty="0" err="1"/>
              <a:t>早期神經網路</a:t>
            </a:r>
            <a:r>
              <a:rPr dirty="0"/>
              <a:t>(Neural Networks)</a:t>
            </a:r>
          </a:p>
        </p:txBody>
      </p:sp>
      <p:sp>
        <p:nvSpPr>
          <p:cNvPr id="38" name="TextBox 37">
            <a:extLst>
              <a:ext uri="{FF2B5EF4-FFF2-40B4-BE49-F238E27FC236}">
                <a16:creationId xmlns:a16="http://schemas.microsoft.com/office/drawing/2014/main" id="{F7A2D9A5-0C87-8435-1881-3AC3AE004F38}"/>
              </a:ext>
            </a:extLst>
          </p:cNvPr>
          <p:cNvSpPr txBox="1"/>
          <p:nvPr/>
        </p:nvSpPr>
        <p:spPr>
          <a:xfrm>
            <a:off x="2596896" y="6988192"/>
            <a:ext cx="14639544" cy="11345523"/>
          </a:xfrm>
          <a:prstGeom prst="rect">
            <a:avLst/>
          </a:prstGeom>
        </p:spPr>
        <p:txBody>
          <a:bodyPr>
            <a:normAutofit/>
          </a:bodyPr>
          <a:lstStyle/>
          <a:p>
            <a:pPr marL="457200" indent="-457200" defTabSz="2743200">
              <a:lnSpc>
                <a:spcPct val="90000"/>
              </a:lnSpc>
              <a:spcBef>
                <a:spcPts val="3000"/>
              </a:spcBef>
              <a:buClr>
                <a:schemeClr val="tx2"/>
              </a:buClr>
              <a:buFont typeface="NVIDIA Sans" panose="020B0503020203020204" pitchFamily="34" charset="0"/>
              <a:buChar char="•"/>
            </a:pPr>
            <a:r>
              <a:t>Inspired by biology受生物學啟發</a:t>
            </a:r>
            <a:br/>
            <a:endParaRPr/>
          </a:p>
          <a:p>
            <a:pPr marL="457200" indent="-457200" defTabSz="2743200">
              <a:lnSpc>
                <a:spcPct val="90000"/>
              </a:lnSpc>
              <a:spcBef>
                <a:spcPts val="3000"/>
              </a:spcBef>
              <a:buClr>
                <a:schemeClr val="tx2"/>
              </a:buClr>
              <a:buFont typeface="NVIDIA Sans" panose="020B0503020203020204" pitchFamily="34" charset="0"/>
              <a:buChar char="•"/>
            </a:pPr>
            <a:r>
              <a:t>Created in the 1950’s創建於1950年代</a:t>
            </a:r>
            <a:br/>
            <a:endParaRPr/>
          </a:p>
          <a:p>
            <a:pPr marL="457200" indent="-457200" defTabSz="2743200">
              <a:lnSpc>
                <a:spcPct val="90000"/>
              </a:lnSpc>
              <a:spcBef>
                <a:spcPts val="3000"/>
              </a:spcBef>
              <a:buClr>
                <a:schemeClr val="tx2"/>
              </a:buClr>
              <a:buFont typeface="NVIDIA Sans" panose="020B0503020203020204" pitchFamily="34" charset="0"/>
              <a:buChar char="•"/>
            </a:pPr>
            <a:r>
              <a:t>Outclassed by Von Neumann Architecture被馮·諾依曼架構(Von Neumann Architecture)超越</a:t>
            </a:r>
            <a:br/>
            <a:endParaRPr/>
          </a:p>
        </p:txBody>
      </p:sp>
      <p:pic>
        <p:nvPicPr>
          <p:cNvPr id="14" name="Picture 13" descr="Human brain nerve cells">
            <a:extLst>
              <a:ext uri="{FF2B5EF4-FFF2-40B4-BE49-F238E27FC236}">
                <a16:creationId xmlns:a16="http://schemas.microsoft.com/office/drawing/2014/main" id="{306EB4BE-1F75-1306-22E6-45E6314A45F4}"/>
              </a:ext>
            </a:extLst>
          </p:cNvPr>
          <p:cNvPicPr>
            <a:picLocks noChangeAspect="1"/>
          </p:cNvPicPr>
          <p:nvPr/>
        </p:nvPicPr>
        <p:blipFill rotWithShape="1">
          <a:blip r:embed="rId3">
            <a:duotone>
              <a:prstClr val="black"/>
              <a:schemeClr val="tx2">
                <a:tint val="45000"/>
                <a:satMod val="400000"/>
              </a:schemeClr>
            </a:duotone>
            <a:extLst>
              <a:ext uri="{28A0092B-C50C-407E-A947-70E740481C1C}">
                <a14:useLocalDpi xmlns:a14="http://schemas.microsoft.com/office/drawing/2010/main" val="0"/>
              </a:ext>
            </a:extLst>
          </a:blip>
          <a:srcRect l="7672" r="32496"/>
          <a:stretch/>
        </p:blipFill>
        <p:spPr>
          <a:xfrm>
            <a:off x="20162837" y="10"/>
            <a:ext cx="16413163" cy="20573990"/>
          </a:xfrm>
          <a:prstGeom prst="rect">
            <a:avLst/>
          </a:prstGeom>
          <a:noFill/>
          <a:ln w="9525">
            <a:solidFill>
              <a:schemeClr val="accent5"/>
            </a:solidFill>
          </a:ln>
        </p:spPr>
      </p:pic>
    </p:spTree>
    <p:extLst>
      <p:ext uri="{BB962C8B-B14F-4D97-AF65-F5344CB8AC3E}">
        <p14:creationId xmlns:p14="http://schemas.microsoft.com/office/powerpoint/2010/main" val="24458542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wrap="square" anchor="b">
            <a:normAutofit/>
          </a:bodyPr>
          <a:lstStyle/>
          <a:p>
            <a:r>
              <a:rPr dirty="0" err="1"/>
              <a:t>專家系統</a:t>
            </a:r>
            <a:r>
              <a:rPr dirty="0"/>
              <a:t>(Expert Systems)</a:t>
            </a:r>
          </a:p>
        </p:txBody>
      </p:sp>
      <p:graphicFrame>
        <p:nvGraphicFramePr>
          <p:cNvPr id="6" name="Content Placeholder 2">
            <a:extLst>
              <a:ext uri="{FF2B5EF4-FFF2-40B4-BE49-F238E27FC236}">
                <a16:creationId xmlns:a16="http://schemas.microsoft.com/office/drawing/2014/main" id="{C022A9E2-8985-4259-8114-8FAE1D76ACB7}"/>
              </a:ext>
            </a:extLst>
          </p:cNvPr>
          <p:cNvGraphicFramePr>
            <a:graphicFrameLocks noGrp="1"/>
          </p:cNvGraphicFramePr>
          <p:nvPr>
            <p:ph idx="4294967295"/>
            <p:extLst>
              <p:ext uri="{D42A27DB-BD31-4B8C-83A1-F6EECF244321}">
                <p14:modId xmlns:p14="http://schemas.microsoft.com/office/powerpoint/2010/main" val="1683385026"/>
              </p:ext>
            </p:extLst>
          </p:nvPr>
        </p:nvGraphicFramePr>
        <p:xfrm>
          <a:off x="1708943" y="4090987"/>
          <a:ext cx="33158113" cy="123920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071627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dirty="0" err="1"/>
              <a:t>專家系統</a:t>
            </a:r>
            <a:r>
              <a:rPr dirty="0"/>
              <a:t>(Expert Systems) - </a:t>
            </a:r>
            <a:r>
              <a:rPr dirty="0" err="1"/>
              <a:t>限制</a:t>
            </a:r>
            <a:br>
              <a:rPr dirty="0"/>
            </a:br>
            <a:endParaRPr dirty="0"/>
          </a:p>
        </p:txBody>
      </p:sp>
      <p:sp>
        <p:nvSpPr>
          <p:cNvPr id="5" name="Text Placeholder 4">
            <a:extLst>
              <a:ext uri="{FF2B5EF4-FFF2-40B4-BE49-F238E27FC236}">
                <a16:creationId xmlns:a16="http://schemas.microsoft.com/office/drawing/2014/main" id="{FDE2C990-BFD4-0718-07B2-6E64ED4DFEB1}"/>
              </a:ext>
            </a:extLst>
          </p:cNvPr>
          <p:cNvSpPr>
            <a:spLocks noGrp="1"/>
          </p:cNvSpPr>
          <p:nvPr>
            <p:ph type="body" sz="quarter" idx="10"/>
          </p:nvPr>
        </p:nvSpPr>
        <p:spPr/>
        <p:txBody>
          <a:bodyPr/>
          <a:lstStyle/>
          <a:p>
            <a:r>
              <a:rPr dirty="0" err="1"/>
              <a:t>這三張圖片是什麼</a:t>
            </a:r>
            <a:r>
              <a:rPr dirty="0"/>
              <a:t>？</a:t>
            </a:r>
            <a:br>
              <a:rPr dirty="0"/>
            </a:br>
            <a:endParaRPr dirty="0"/>
          </a:p>
          <a:p>
            <a:endParaRPr lang="en-US" dirty="0"/>
          </a:p>
        </p:txBody>
      </p:sp>
      <p:grpSp>
        <p:nvGrpSpPr>
          <p:cNvPr id="7" name="Group 6">
            <a:extLst>
              <a:ext uri="{FF2B5EF4-FFF2-40B4-BE49-F238E27FC236}">
                <a16:creationId xmlns:a16="http://schemas.microsoft.com/office/drawing/2014/main" id="{47A36AF4-A343-3F70-19D5-58F0F4F4F87F}"/>
              </a:ext>
            </a:extLst>
          </p:cNvPr>
          <p:cNvGrpSpPr/>
          <p:nvPr/>
        </p:nvGrpSpPr>
        <p:grpSpPr>
          <a:xfrm>
            <a:off x="2844195" y="7935686"/>
            <a:ext cx="30887610" cy="6422725"/>
            <a:chOff x="2822967" y="7968343"/>
            <a:chExt cx="30887610" cy="6422725"/>
          </a:xfrm>
        </p:grpSpPr>
        <p:pic>
          <p:nvPicPr>
            <p:cNvPr id="6" name="Picture 5" descr="Kitten in Flower Meadow">
              <a:extLst>
                <a:ext uri="{FF2B5EF4-FFF2-40B4-BE49-F238E27FC236}">
                  <a16:creationId xmlns:a16="http://schemas.microsoft.com/office/drawing/2014/main" id="{169780BF-20B0-4E2A-97F6-B6293063F9DF}"/>
                </a:ext>
              </a:extLst>
            </p:cNvPr>
            <p:cNvPicPr>
              <a:picLocks noChangeAspect="1"/>
            </p:cNvPicPr>
            <p:nvPr/>
          </p:nvPicPr>
          <p:blipFill>
            <a:blip r:embed="rId3"/>
            <a:stretch>
              <a:fillRect/>
            </a:stretch>
          </p:blipFill>
          <p:spPr>
            <a:xfrm>
              <a:off x="13401781" y="7968345"/>
              <a:ext cx="9636440" cy="6422723"/>
            </a:xfrm>
            <a:prstGeom prst="rect">
              <a:avLst/>
            </a:prstGeom>
            <a:ln w="38100">
              <a:solidFill>
                <a:schemeClr val="tx1"/>
              </a:solidFill>
            </a:ln>
            <a:effectLst>
              <a:outerShdw blurRad="50800" dist="38100" dir="8100000" algn="tr" rotWithShape="0">
                <a:prstClr val="black">
                  <a:alpha val="40000"/>
                </a:prstClr>
              </a:outerShdw>
            </a:effectLst>
          </p:spPr>
        </p:pic>
        <p:pic>
          <p:nvPicPr>
            <p:cNvPr id="8" name="Picture 7" descr="Closeup of yellow classic vintage car">
              <a:extLst>
                <a:ext uri="{FF2B5EF4-FFF2-40B4-BE49-F238E27FC236}">
                  <a16:creationId xmlns:a16="http://schemas.microsoft.com/office/drawing/2014/main" id="{C29D2810-1E18-4D38-AB03-82585B0BD59C}"/>
                </a:ext>
              </a:extLst>
            </p:cNvPr>
            <p:cNvPicPr>
              <a:picLocks noChangeAspect="1"/>
            </p:cNvPicPr>
            <p:nvPr/>
          </p:nvPicPr>
          <p:blipFill>
            <a:blip r:embed="rId4"/>
            <a:stretch>
              <a:fillRect/>
            </a:stretch>
          </p:blipFill>
          <p:spPr>
            <a:xfrm>
              <a:off x="24074137" y="7968345"/>
              <a:ext cx="9636440" cy="6422723"/>
            </a:xfrm>
            <a:prstGeom prst="rect">
              <a:avLst/>
            </a:prstGeom>
            <a:ln w="38100">
              <a:solidFill>
                <a:schemeClr val="tx1"/>
              </a:solidFill>
            </a:ln>
            <a:effectLst>
              <a:outerShdw blurRad="50800" dist="38100" dir="8100000" algn="tr" rotWithShape="0">
                <a:prstClr val="black">
                  <a:alpha val="40000"/>
                </a:prstClr>
              </a:outerShdw>
            </a:effectLst>
          </p:spPr>
        </p:pic>
        <p:pic>
          <p:nvPicPr>
            <p:cNvPr id="10" name="Picture 9" descr="Breaking wave">
              <a:extLst>
                <a:ext uri="{FF2B5EF4-FFF2-40B4-BE49-F238E27FC236}">
                  <a16:creationId xmlns:a16="http://schemas.microsoft.com/office/drawing/2014/main" id="{D7D4DD0C-1AE0-4474-A94E-D8DC666F8539}"/>
                </a:ext>
              </a:extLst>
            </p:cNvPr>
            <p:cNvPicPr>
              <a:picLocks noChangeAspect="1"/>
            </p:cNvPicPr>
            <p:nvPr/>
          </p:nvPicPr>
          <p:blipFill>
            <a:blip r:embed="rId5"/>
            <a:stretch>
              <a:fillRect/>
            </a:stretch>
          </p:blipFill>
          <p:spPr>
            <a:xfrm>
              <a:off x="2822967" y="7968343"/>
              <a:ext cx="9542900" cy="6360380"/>
            </a:xfrm>
            <a:prstGeom prst="rect">
              <a:avLst/>
            </a:prstGeom>
            <a:ln w="38100">
              <a:solidFill>
                <a:schemeClr val="tx1"/>
              </a:solidFill>
            </a:ln>
            <a:effectLst>
              <a:outerShdw blurRad="50800" dist="38100" dir="8100000" algn="tr" rotWithShape="0">
                <a:prstClr val="black">
                  <a:alpha val="40000"/>
                </a:prstClr>
              </a:outerShdw>
            </a:effectLst>
          </p:spPr>
        </p:pic>
      </p:grpSp>
    </p:spTree>
    <p:extLst>
      <p:ext uri="{BB962C8B-B14F-4D97-AF65-F5344CB8AC3E}">
        <p14:creationId xmlns:p14="http://schemas.microsoft.com/office/powerpoint/2010/main" val="440728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A743A6C-BA11-6A59-45FA-3E6A87B456E0}"/>
              </a:ext>
            </a:extLst>
          </p:cNvPr>
          <p:cNvSpPr txBox="1"/>
          <p:nvPr/>
        </p:nvSpPr>
        <p:spPr>
          <a:xfrm>
            <a:off x="19129248" y="6988192"/>
            <a:ext cx="14639544" cy="11345523"/>
          </a:xfrm>
          <a:prstGeom prst="rect">
            <a:avLst/>
          </a:prstGeom>
        </p:spPr>
        <p:txBody>
          <a:bodyPr>
            <a:normAutofit/>
          </a:bodyPr>
          <a:lstStyle/>
          <a:p>
            <a:pPr marL="457200" indent="-457200" defTabSz="2743200">
              <a:lnSpc>
                <a:spcPct val="90000"/>
              </a:lnSpc>
              <a:spcBef>
                <a:spcPts val="3000"/>
              </a:spcBef>
              <a:buClr>
                <a:schemeClr val="tx2"/>
              </a:buClr>
              <a:buFont typeface="NVIDIA Sans" panose="020B0503020203020204" pitchFamily="34" charset="0"/>
              <a:buChar char="•"/>
            </a:pPr>
            <a:r>
              <a:t>Expose them to lots of data讓他們接觸大量數據</a:t>
            </a:r>
            <a:br/>
            <a:endParaRPr/>
          </a:p>
          <a:p>
            <a:pPr marL="457200" indent="-457200" defTabSz="2743200">
              <a:lnSpc>
                <a:spcPct val="90000"/>
              </a:lnSpc>
              <a:spcBef>
                <a:spcPts val="3000"/>
              </a:spcBef>
              <a:buClr>
                <a:schemeClr val="tx2"/>
              </a:buClr>
              <a:buFont typeface="NVIDIA Sans" panose="020B0503020203020204" pitchFamily="34" charset="0"/>
              <a:buChar char="•"/>
            </a:pPr>
            <a:r>
              <a:t>Give them the “correct answer”給他們「正確答案」</a:t>
            </a:r>
            <a:br/>
            <a:endParaRPr/>
          </a:p>
          <a:p>
            <a:pPr marL="457200" indent="-457200" defTabSz="2743200">
              <a:lnSpc>
                <a:spcPct val="90000"/>
              </a:lnSpc>
              <a:spcBef>
                <a:spcPts val="3000"/>
              </a:spcBef>
              <a:buClr>
                <a:schemeClr val="tx2"/>
              </a:buClr>
              <a:buFont typeface="NVIDIA Sans" panose="020B0503020203020204" pitchFamily="34" charset="0"/>
              <a:buChar char="•"/>
            </a:pPr>
            <a:r>
              <a:t>They will pick up the important patterns on their own他們會自己掌握重要的模式</a:t>
            </a:r>
            <a:br/>
            <a:endParaRPr/>
          </a:p>
        </p:txBody>
      </p:sp>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9129248" y="1218776"/>
            <a:ext cx="14639544" cy="3365695"/>
          </a:xfrm>
        </p:spPr>
        <p:txBody>
          <a:bodyPr vert="horz" lIns="91440" tIns="45720" rIns="91440" bIns="45720" rtlCol="0" anchor="b">
            <a:normAutofit/>
          </a:bodyPr>
          <a:lstStyle/>
          <a:p>
            <a:r>
              <a:rPr dirty="0" err="1"/>
              <a:t>孩子們如何學習</a:t>
            </a:r>
            <a:r>
              <a:rPr dirty="0"/>
              <a:t>？</a:t>
            </a:r>
            <a:br>
              <a:rPr dirty="0"/>
            </a:br>
            <a:endParaRPr dirty="0"/>
          </a:p>
        </p:txBody>
      </p:sp>
      <p:pic>
        <p:nvPicPr>
          <p:cNvPr id="7" name="Picture 6" descr="Aspirations to be an astronaut">
            <a:extLst>
              <a:ext uri="{FF2B5EF4-FFF2-40B4-BE49-F238E27FC236}">
                <a16:creationId xmlns:a16="http://schemas.microsoft.com/office/drawing/2014/main" id="{DAFCC191-D8C2-43FB-93C3-BBADAEB17108}"/>
              </a:ext>
            </a:extLst>
          </p:cNvPr>
          <p:cNvPicPr>
            <a:picLocks noChangeAspect="1"/>
          </p:cNvPicPr>
          <p:nvPr/>
        </p:nvPicPr>
        <p:blipFill rotWithShape="1">
          <a:blip r:embed="rId3"/>
          <a:srcRect l="18625" r="28125"/>
          <a:stretch/>
        </p:blipFill>
        <p:spPr>
          <a:xfrm>
            <a:off x="20" y="10"/>
            <a:ext cx="16413143" cy="20573990"/>
          </a:xfrm>
          <a:prstGeom prst="rect">
            <a:avLst/>
          </a:prstGeom>
          <a:noFill/>
          <a:ln w="9525">
            <a:solidFill>
              <a:schemeClr val="accent5"/>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3380401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A3BAD9-2356-078F-F855-51F348A61AC4}"/>
              </a:ext>
            </a:extLst>
          </p:cNvPr>
          <p:cNvSpPr>
            <a:spLocks noGrp="1"/>
          </p:cNvSpPr>
          <p:nvPr>
            <p:ph type="body" sz="quarter" idx="13"/>
          </p:nvPr>
        </p:nvSpPr>
        <p:spPr/>
        <p:txBody>
          <a:bodyPr/>
          <a:lstStyle/>
          <a:p>
            <a:r>
              <a:rPr dirty="0" err="1"/>
              <a:t>深度學習</a:t>
            </a:r>
            <a:r>
              <a:rPr dirty="0"/>
              <a:t>(Deep Learning)</a:t>
            </a:r>
            <a:r>
              <a:rPr dirty="0" err="1"/>
              <a:t>革命</a:t>
            </a:r>
            <a:br>
              <a:rPr dirty="0"/>
            </a:br>
            <a:endParaRPr dirty="0"/>
          </a:p>
        </p:txBody>
      </p:sp>
    </p:spTree>
    <p:extLst>
      <p:ext uri="{BB962C8B-B14F-4D97-AF65-F5344CB8AC3E}">
        <p14:creationId xmlns:p14="http://schemas.microsoft.com/office/powerpoint/2010/main" val="836328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2596896" y="1218776"/>
            <a:ext cx="14639544" cy="3365695"/>
          </a:xfrm>
        </p:spPr>
        <p:txBody>
          <a:bodyPr vert="horz" lIns="91440" tIns="45720" rIns="91440" bIns="45720" rtlCol="0" anchor="b">
            <a:normAutofit/>
          </a:bodyPr>
          <a:lstStyle/>
          <a:p>
            <a:r>
              <a:rPr dirty="0" err="1"/>
              <a:t>數據</a:t>
            </a:r>
            <a:br>
              <a:rPr dirty="0"/>
            </a:br>
            <a:endParaRPr dirty="0"/>
          </a:p>
        </p:txBody>
      </p:sp>
      <p:sp>
        <p:nvSpPr>
          <p:cNvPr id="7" name="TextBox 6">
            <a:extLst>
              <a:ext uri="{FF2B5EF4-FFF2-40B4-BE49-F238E27FC236}">
                <a16:creationId xmlns:a16="http://schemas.microsoft.com/office/drawing/2014/main" id="{02B79B04-6698-E752-738C-D3F2EAD31237}"/>
              </a:ext>
            </a:extLst>
          </p:cNvPr>
          <p:cNvSpPr txBox="1"/>
          <p:nvPr/>
        </p:nvSpPr>
        <p:spPr>
          <a:xfrm>
            <a:off x="2596896" y="6988192"/>
            <a:ext cx="14639544" cy="11345523"/>
          </a:xfrm>
          <a:prstGeom prst="rect">
            <a:avLst/>
          </a:prstGeom>
        </p:spPr>
        <p:txBody>
          <a:bodyPr>
            <a:normAutofit/>
          </a:bodyPr>
          <a:lstStyle/>
          <a:p>
            <a:pPr marL="457200" indent="-457200" defTabSz="2743200">
              <a:lnSpc>
                <a:spcPct val="90000"/>
              </a:lnSpc>
              <a:spcBef>
                <a:spcPts val="3000"/>
              </a:spcBef>
              <a:buClr>
                <a:schemeClr val="tx2"/>
              </a:buClr>
              <a:buFont typeface="NVIDIA Sans" panose="020B0503020203020204" pitchFamily="34" charset="0"/>
              <a:buChar char="•"/>
            </a:pPr>
            <a:r>
              <a:t>Networks need a lot of information to learn from網路需要大量信息來學習</a:t>
            </a:r>
            <a:br/>
            <a:endParaRPr/>
          </a:p>
          <a:p>
            <a:pPr marL="457200" indent="-457200" defTabSz="2743200">
              <a:lnSpc>
                <a:spcPct val="90000"/>
              </a:lnSpc>
              <a:spcBef>
                <a:spcPts val="3000"/>
              </a:spcBef>
              <a:buClr>
                <a:schemeClr val="tx2"/>
              </a:buClr>
              <a:buFont typeface="NVIDIA Sans" panose="020B0503020203020204" pitchFamily="34" charset="0"/>
              <a:buChar char="•"/>
            </a:pPr>
            <a:r>
              <a:t>The digital era and the internet has supplied that data數字時代和互聯網提供了這些數據</a:t>
            </a:r>
            <a:br/>
            <a:endParaRPr/>
          </a:p>
        </p:txBody>
      </p:sp>
      <p:pic>
        <p:nvPicPr>
          <p:cNvPr id="6" name="Picture 5" descr="Graph">
            <a:extLst>
              <a:ext uri="{FF2B5EF4-FFF2-40B4-BE49-F238E27FC236}">
                <a16:creationId xmlns:a16="http://schemas.microsoft.com/office/drawing/2014/main" id="{1DBABB24-70CB-4D43-B3AB-F8C16BDA103F}"/>
              </a:ext>
            </a:extLst>
          </p:cNvPr>
          <p:cNvPicPr>
            <a:picLocks noChangeAspect="1"/>
          </p:cNvPicPr>
          <p:nvPr/>
        </p:nvPicPr>
        <p:blipFill rotWithShape="1">
          <a:blip r:embed="rId3"/>
          <a:srcRect l="21385" r="25336"/>
          <a:stretch/>
        </p:blipFill>
        <p:spPr>
          <a:xfrm>
            <a:off x="19037405" y="1"/>
            <a:ext cx="17538596" cy="20574000"/>
          </a:xfrm>
          <a:prstGeom prst="rect">
            <a:avLst/>
          </a:prstGeom>
          <a:noFill/>
          <a:ln w="9525">
            <a:solidFill>
              <a:schemeClr val="accent5"/>
            </a:solidFill>
          </a:ln>
          <a:effectLst/>
        </p:spPr>
      </p:pic>
    </p:spTree>
    <p:extLst>
      <p:ext uri="{BB962C8B-B14F-4D97-AF65-F5344CB8AC3E}">
        <p14:creationId xmlns:p14="http://schemas.microsoft.com/office/powerpoint/2010/main" val="2231720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2514600" y="0"/>
            <a:ext cx="31546800" cy="2514601"/>
          </a:xfrm>
        </p:spPr>
        <p:txBody>
          <a:bodyPr anchor="b">
            <a:normAutofit/>
          </a:bodyPr>
          <a:lstStyle/>
          <a:p>
            <a:r>
              <a:rPr lang="zh-TW" altLang="en-US" dirty="0"/>
              <a:t>運</a:t>
            </a:r>
            <a:r>
              <a:rPr dirty="0" err="1"/>
              <a:t>算能力</a:t>
            </a:r>
            <a:br>
              <a:rPr dirty="0"/>
            </a:br>
            <a:endParaRPr dirty="0"/>
          </a:p>
        </p:txBody>
      </p:sp>
      <p:sp>
        <p:nvSpPr>
          <p:cNvPr id="3" name="Content Placeholder 2">
            <a:extLst>
              <a:ext uri="{FF2B5EF4-FFF2-40B4-BE49-F238E27FC236}">
                <a16:creationId xmlns:a16="http://schemas.microsoft.com/office/drawing/2014/main" id="{BC9C6C09-1E64-CA4F-8494-490CAA3DF388}"/>
              </a:ext>
            </a:extLst>
          </p:cNvPr>
          <p:cNvSpPr>
            <a:spLocks noGrp="1"/>
          </p:cNvSpPr>
          <p:nvPr>
            <p:ph type="body" sz="quarter" idx="10"/>
          </p:nvPr>
        </p:nvSpPr>
        <p:spPr>
          <a:xfrm>
            <a:off x="2514600" y="2487168"/>
            <a:ext cx="31546800" cy="1408176"/>
          </a:xfrm>
        </p:spPr>
        <p:txBody>
          <a:bodyPr>
            <a:normAutofit/>
          </a:bodyPr>
          <a:lstStyle/>
          <a:p>
            <a:pPr>
              <a:spcAft>
                <a:spcPts val="600"/>
              </a:spcAft>
            </a:pPr>
            <a:r>
              <a:rPr dirty="0"/>
              <a:t>.</a:t>
            </a:r>
            <a:r>
              <a:rPr dirty="0" err="1"/>
              <a:t>需要一種方式讓我們的人工「大腦」在</a:t>
            </a:r>
            <a:r>
              <a:rPr lang="zh-TW" altLang="en-US" dirty="0"/>
              <a:t>有限</a:t>
            </a:r>
            <a:r>
              <a:rPr dirty="0" err="1"/>
              <a:t>時間內觀察大量數據</a:t>
            </a:r>
            <a:r>
              <a:rPr dirty="0"/>
              <a:t>。</a:t>
            </a:r>
            <a:br>
              <a:rPr dirty="0"/>
            </a:br>
            <a:endParaRPr dirty="0"/>
          </a:p>
        </p:txBody>
      </p:sp>
      <p:pic>
        <p:nvPicPr>
          <p:cNvPr id="6" name="Picture 5" descr="Photographer shooting with a camera">
            <a:extLst>
              <a:ext uri="{FF2B5EF4-FFF2-40B4-BE49-F238E27FC236}">
                <a16:creationId xmlns:a16="http://schemas.microsoft.com/office/drawing/2014/main" id="{0EBB6E06-E2EC-4A88-9B32-B837EC2A0B42}"/>
              </a:ext>
            </a:extLst>
          </p:cNvPr>
          <p:cNvPicPr>
            <a:picLocks noChangeAspect="1"/>
          </p:cNvPicPr>
          <p:nvPr/>
        </p:nvPicPr>
        <p:blipFill rotWithShape="1">
          <a:blip r:embed="rId3"/>
          <a:srcRect t="16028" b="19140"/>
          <a:stretch/>
        </p:blipFill>
        <p:spPr>
          <a:xfrm>
            <a:off x="2514600" y="4846320"/>
            <a:ext cx="31546800" cy="13651992"/>
          </a:xfrm>
          <a:prstGeom prst="rect">
            <a:avLst/>
          </a:prstGeom>
          <a:noFill/>
        </p:spPr>
      </p:pic>
    </p:spTree>
    <p:extLst>
      <p:ext uri="{BB962C8B-B14F-4D97-AF65-F5344CB8AC3E}">
        <p14:creationId xmlns:p14="http://schemas.microsoft.com/office/powerpoint/2010/main" val="18125865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dirty="0" err="1"/>
              <a:t>GPU的重要性</a:t>
            </a:r>
            <a:br>
              <a:rPr dirty="0"/>
            </a:br>
            <a:endParaRPr dirty="0"/>
          </a:p>
        </p:txBody>
      </p:sp>
      <p:grpSp>
        <p:nvGrpSpPr>
          <p:cNvPr id="8" name="Group 7">
            <a:extLst>
              <a:ext uri="{FF2B5EF4-FFF2-40B4-BE49-F238E27FC236}">
                <a16:creationId xmlns:a16="http://schemas.microsoft.com/office/drawing/2014/main" id="{75FC8677-875C-1C5A-014E-545E4FB08375}"/>
              </a:ext>
            </a:extLst>
          </p:cNvPr>
          <p:cNvGrpSpPr/>
          <p:nvPr/>
        </p:nvGrpSpPr>
        <p:grpSpPr>
          <a:xfrm>
            <a:off x="7601460" y="4821960"/>
            <a:ext cx="21373080" cy="10930080"/>
            <a:chOff x="7144262" y="5179155"/>
            <a:chExt cx="21373080" cy="10930080"/>
          </a:xfrm>
        </p:grpSpPr>
        <p:sp>
          <p:nvSpPr>
            <p:cNvPr id="11" name="Rectangle 10">
              <a:extLst>
                <a:ext uri="{FF2B5EF4-FFF2-40B4-BE49-F238E27FC236}">
                  <a16:creationId xmlns:a16="http://schemas.microsoft.com/office/drawing/2014/main" id="{455105E0-CDE3-4877-B291-052FB8943413}"/>
                </a:ext>
              </a:extLst>
            </p:cNvPr>
            <p:cNvSpPr/>
            <p:nvPr/>
          </p:nvSpPr>
          <p:spPr>
            <a:xfrm>
              <a:off x="19382525" y="5216265"/>
              <a:ext cx="9134817" cy="10892970"/>
            </a:xfrm>
            <a:prstGeom prst="rect">
              <a:avLst/>
            </a:prstGeom>
            <a:solidFill>
              <a:schemeClr val="tx2">
                <a:lumMod val="20000"/>
                <a:lumOff val="80000"/>
              </a:schemeClr>
            </a:solidFill>
            <a:ln>
              <a:solidFill>
                <a:schemeClr val="tx2">
                  <a:lumMod val="5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6000" dirty="0">
                <a:solidFill>
                  <a:schemeClr val="bg1"/>
                </a:solidFill>
              </a:endParaRPr>
            </a:p>
            <a:p>
              <a:pPr algn="ctr"/>
              <a:r>
                <a:rPr lang="zh-TW" altLang="en-US" sz="6000" b="1" dirty="0">
                  <a:solidFill>
                    <a:schemeClr val="bg1"/>
                  </a:solidFill>
                </a:rPr>
                <a:t>類神經網路</a:t>
              </a:r>
              <a:br>
                <a:rPr lang="en-US" altLang="zh-TW" sz="6000" b="1" dirty="0">
                  <a:solidFill>
                    <a:schemeClr val="bg1"/>
                  </a:solidFill>
                </a:rPr>
              </a:br>
              <a:r>
                <a:rPr lang="en-US" altLang="zh-TW" sz="6000" b="1" dirty="0">
                  <a:solidFill>
                    <a:schemeClr val="bg1"/>
                  </a:solidFill>
                </a:rPr>
                <a:t>(</a:t>
              </a:r>
              <a:r>
                <a:rPr lang="en-US" sz="6000" b="1" dirty="0">
                  <a:solidFill>
                    <a:schemeClr val="bg1"/>
                  </a:solidFill>
                </a:rPr>
                <a:t>Neural Network)</a:t>
              </a:r>
            </a:p>
          </p:txBody>
        </p:sp>
        <p:grpSp>
          <p:nvGrpSpPr>
            <p:cNvPr id="6" name="Group 5">
              <a:extLst>
                <a:ext uri="{FF2B5EF4-FFF2-40B4-BE49-F238E27FC236}">
                  <a16:creationId xmlns:a16="http://schemas.microsoft.com/office/drawing/2014/main" id="{F6293374-DDE4-2998-3183-53964CA44AF2}"/>
                </a:ext>
              </a:extLst>
            </p:cNvPr>
            <p:cNvGrpSpPr/>
            <p:nvPr/>
          </p:nvGrpSpPr>
          <p:grpSpPr>
            <a:xfrm>
              <a:off x="20699972" y="8536581"/>
              <a:ext cx="6796840" cy="5537342"/>
              <a:chOff x="20993887" y="9124410"/>
              <a:chExt cx="6796840" cy="5537342"/>
            </a:xfrm>
            <a:solidFill>
              <a:schemeClr val="tx2">
                <a:lumMod val="40000"/>
                <a:lumOff val="60000"/>
              </a:schemeClr>
            </a:solidFill>
            <a:effectLst>
              <a:outerShdw blurRad="50800" dist="38100" dir="8100000" algn="tr" rotWithShape="0">
                <a:prstClr val="black">
                  <a:alpha val="40000"/>
                </a:prstClr>
              </a:outerShdw>
            </a:effectLst>
          </p:grpSpPr>
          <p:sp>
            <p:nvSpPr>
              <p:cNvPr id="12" name="Google Shape;219;p33">
                <a:extLst>
                  <a:ext uri="{FF2B5EF4-FFF2-40B4-BE49-F238E27FC236}">
                    <a16:creationId xmlns:a16="http://schemas.microsoft.com/office/drawing/2014/main" id="{DB338B57-CB84-4EDD-AAA2-64C689D9142C}"/>
                  </a:ext>
                </a:extLst>
              </p:cNvPr>
              <p:cNvSpPr/>
              <p:nvPr/>
            </p:nvSpPr>
            <p:spPr>
              <a:xfrm>
                <a:off x="20993887" y="9124410"/>
                <a:ext cx="1621121" cy="1611243"/>
              </a:xfrm>
              <a:prstGeom prst="ellipse">
                <a:avLst/>
              </a:prstGeom>
              <a:grpFill/>
              <a:ln w="762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dirty="0">
                  <a:solidFill>
                    <a:srgbClr val="000000"/>
                  </a:solidFill>
                  <a:latin typeface="Arial"/>
                  <a:ea typeface="Arial"/>
                  <a:cs typeface="Arial"/>
                  <a:sym typeface="Arial"/>
                </a:endParaRPr>
              </a:p>
            </p:txBody>
          </p:sp>
          <p:sp>
            <p:nvSpPr>
              <p:cNvPr id="13" name="Google Shape;219;p33">
                <a:extLst>
                  <a:ext uri="{FF2B5EF4-FFF2-40B4-BE49-F238E27FC236}">
                    <a16:creationId xmlns:a16="http://schemas.microsoft.com/office/drawing/2014/main" id="{942A11C9-2149-41F5-82B3-3812D10765B9}"/>
                  </a:ext>
                </a:extLst>
              </p:cNvPr>
              <p:cNvSpPr/>
              <p:nvPr/>
            </p:nvSpPr>
            <p:spPr>
              <a:xfrm>
                <a:off x="20993887" y="11096846"/>
                <a:ext cx="1621121" cy="1611243"/>
              </a:xfrm>
              <a:prstGeom prst="ellipse">
                <a:avLst/>
              </a:prstGeom>
              <a:grpFill/>
              <a:ln w="762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4" name="Google Shape;219;p33">
                <a:extLst>
                  <a:ext uri="{FF2B5EF4-FFF2-40B4-BE49-F238E27FC236}">
                    <a16:creationId xmlns:a16="http://schemas.microsoft.com/office/drawing/2014/main" id="{BCB441CC-A732-49DF-90A3-7687C779CB03}"/>
                  </a:ext>
                </a:extLst>
              </p:cNvPr>
              <p:cNvSpPr/>
              <p:nvPr/>
            </p:nvSpPr>
            <p:spPr>
              <a:xfrm>
                <a:off x="20993887" y="13050509"/>
                <a:ext cx="1621121" cy="1611243"/>
              </a:xfrm>
              <a:prstGeom prst="ellipse">
                <a:avLst/>
              </a:prstGeom>
              <a:grpFill/>
              <a:ln w="762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5" name="Google Shape;219;p33">
                <a:extLst>
                  <a:ext uri="{FF2B5EF4-FFF2-40B4-BE49-F238E27FC236}">
                    <a16:creationId xmlns:a16="http://schemas.microsoft.com/office/drawing/2014/main" id="{D1545BAD-2958-490D-A827-9B83A1C11713}"/>
                  </a:ext>
                </a:extLst>
              </p:cNvPr>
              <p:cNvSpPr/>
              <p:nvPr/>
            </p:nvSpPr>
            <p:spPr>
              <a:xfrm>
                <a:off x="23679717" y="9124410"/>
                <a:ext cx="1621121" cy="1611243"/>
              </a:xfrm>
              <a:prstGeom prst="ellipse">
                <a:avLst/>
              </a:prstGeom>
              <a:grpFill/>
              <a:ln w="762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6" name="Google Shape;219;p33">
                <a:extLst>
                  <a:ext uri="{FF2B5EF4-FFF2-40B4-BE49-F238E27FC236}">
                    <a16:creationId xmlns:a16="http://schemas.microsoft.com/office/drawing/2014/main" id="{EB72DB22-A86C-4C97-9ED9-233570F9CA26}"/>
                  </a:ext>
                </a:extLst>
              </p:cNvPr>
              <p:cNvSpPr/>
              <p:nvPr/>
            </p:nvSpPr>
            <p:spPr>
              <a:xfrm>
                <a:off x="23679717" y="11096846"/>
                <a:ext cx="1621121" cy="1611243"/>
              </a:xfrm>
              <a:prstGeom prst="ellipse">
                <a:avLst/>
              </a:prstGeom>
              <a:grpFill/>
              <a:ln w="762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7" name="Google Shape;219;p33">
                <a:extLst>
                  <a:ext uri="{FF2B5EF4-FFF2-40B4-BE49-F238E27FC236}">
                    <a16:creationId xmlns:a16="http://schemas.microsoft.com/office/drawing/2014/main" id="{03BFA2C3-05E0-4243-AE1D-F2A4E30F14BD}"/>
                  </a:ext>
                </a:extLst>
              </p:cNvPr>
              <p:cNvSpPr/>
              <p:nvPr/>
            </p:nvSpPr>
            <p:spPr>
              <a:xfrm>
                <a:off x="23679717" y="13050509"/>
                <a:ext cx="1621121" cy="1611243"/>
              </a:xfrm>
              <a:prstGeom prst="ellipse">
                <a:avLst/>
              </a:prstGeom>
              <a:grpFill/>
              <a:ln w="762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18" name="Google Shape;219;p33">
                <a:extLst>
                  <a:ext uri="{FF2B5EF4-FFF2-40B4-BE49-F238E27FC236}">
                    <a16:creationId xmlns:a16="http://schemas.microsoft.com/office/drawing/2014/main" id="{C70B5E96-7102-4D6F-9F2A-F78955B31461}"/>
                  </a:ext>
                </a:extLst>
              </p:cNvPr>
              <p:cNvSpPr/>
              <p:nvPr/>
            </p:nvSpPr>
            <p:spPr>
              <a:xfrm>
                <a:off x="26169606" y="11096846"/>
                <a:ext cx="1621121" cy="1611243"/>
              </a:xfrm>
              <a:prstGeom prst="ellipse">
                <a:avLst/>
              </a:prstGeom>
              <a:grpFill/>
              <a:ln w="762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dirty="0">
                  <a:solidFill>
                    <a:srgbClr val="000000"/>
                  </a:solidFill>
                  <a:latin typeface="Arial"/>
                  <a:ea typeface="Arial"/>
                  <a:cs typeface="Arial"/>
                  <a:sym typeface="Arial"/>
                </a:endParaRPr>
              </a:p>
            </p:txBody>
          </p:sp>
          <p:cxnSp>
            <p:nvCxnSpPr>
              <p:cNvPr id="19" name="Straight Connector 18">
                <a:extLst>
                  <a:ext uri="{FF2B5EF4-FFF2-40B4-BE49-F238E27FC236}">
                    <a16:creationId xmlns:a16="http://schemas.microsoft.com/office/drawing/2014/main" id="{64ACC5F6-4B9B-446C-A03B-4FB419B3D91E}"/>
                  </a:ext>
                </a:extLst>
              </p:cNvPr>
              <p:cNvCxnSpPr>
                <a:cxnSpLocks/>
                <a:stCxn id="15" idx="6"/>
                <a:endCxn id="18" idx="2"/>
              </p:cNvCxnSpPr>
              <p:nvPr/>
            </p:nvCxnSpPr>
            <p:spPr>
              <a:xfrm>
                <a:off x="25300838" y="9930032"/>
                <a:ext cx="868767" cy="1972435"/>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0EDFC0E-035F-4888-A7DE-BBFCA80C6A59}"/>
                  </a:ext>
                </a:extLst>
              </p:cNvPr>
              <p:cNvCxnSpPr>
                <a:cxnSpLocks/>
                <a:stCxn id="16" idx="6"/>
                <a:endCxn id="18" idx="2"/>
              </p:cNvCxnSpPr>
              <p:nvPr/>
            </p:nvCxnSpPr>
            <p:spPr>
              <a:xfrm>
                <a:off x="25300838" y="11902467"/>
                <a:ext cx="868767" cy="0"/>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DA74E71-721D-48E6-929B-0263B7680458}"/>
                  </a:ext>
                </a:extLst>
              </p:cNvPr>
              <p:cNvCxnSpPr>
                <a:cxnSpLocks/>
                <a:stCxn id="17" idx="6"/>
                <a:endCxn id="18" idx="2"/>
              </p:cNvCxnSpPr>
              <p:nvPr/>
            </p:nvCxnSpPr>
            <p:spPr>
              <a:xfrm flipV="1">
                <a:off x="25300838" y="11902467"/>
                <a:ext cx="868767" cy="1953663"/>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29B9E32-A759-4DF8-B8B8-C2D61A4AFB0D}"/>
                  </a:ext>
                </a:extLst>
              </p:cNvPr>
              <p:cNvCxnSpPr>
                <a:cxnSpLocks/>
                <a:stCxn id="14" idx="6"/>
                <a:endCxn id="15" idx="2"/>
              </p:cNvCxnSpPr>
              <p:nvPr/>
            </p:nvCxnSpPr>
            <p:spPr>
              <a:xfrm flipV="1">
                <a:off x="22615008" y="9930032"/>
                <a:ext cx="1064709" cy="3926099"/>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B4FC4EB-6FC7-451E-B293-248302FA1B05}"/>
                  </a:ext>
                </a:extLst>
              </p:cNvPr>
              <p:cNvCxnSpPr>
                <a:cxnSpLocks/>
                <a:stCxn id="14" idx="6"/>
                <a:endCxn id="16" idx="2"/>
              </p:cNvCxnSpPr>
              <p:nvPr/>
            </p:nvCxnSpPr>
            <p:spPr>
              <a:xfrm flipV="1">
                <a:off x="22615008" y="11902468"/>
                <a:ext cx="1064709" cy="1953663"/>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108927D-672C-4471-83CD-3F99765693BC}"/>
                  </a:ext>
                </a:extLst>
              </p:cNvPr>
              <p:cNvCxnSpPr>
                <a:cxnSpLocks/>
                <a:stCxn id="14" idx="6"/>
                <a:endCxn id="17" idx="2"/>
              </p:cNvCxnSpPr>
              <p:nvPr/>
            </p:nvCxnSpPr>
            <p:spPr>
              <a:xfrm>
                <a:off x="22615008" y="13856131"/>
                <a:ext cx="1064709" cy="0"/>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C137C1C-EAD9-44C6-AAD3-D3DE735FE9BC}"/>
                  </a:ext>
                </a:extLst>
              </p:cNvPr>
              <p:cNvCxnSpPr>
                <a:cxnSpLocks/>
                <a:stCxn id="12" idx="6"/>
                <a:endCxn id="15" idx="2"/>
              </p:cNvCxnSpPr>
              <p:nvPr/>
            </p:nvCxnSpPr>
            <p:spPr>
              <a:xfrm>
                <a:off x="22615008" y="9930032"/>
                <a:ext cx="1064709" cy="0"/>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1530B59-DA23-4C5A-B53D-AD643CD65F93}"/>
                  </a:ext>
                </a:extLst>
              </p:cNvPr>
              <p:cNvCxnSpPr>
                <a:cxnSpLocks/>
                <a:stCxn id="12" idx="6"/>
                <a:endCxn id="16" idx="2"/>
              </p:cNvCxnSpPr>
              <p:nvPr/>
            </p:nvCxnSpPr>
            <p:spPr>
              <a:xfrm>
                <a:off x="22615008" y="9930032"/>
                <a:ext cx="1064709" cy="1972436"/>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3D73D73-A1F9-4468-991C-B49A62EB3426}"/>
                  </a:ext>
                </a:extLst>
              </p:cNvPr>
              <p:cNvCxnSpPr>
                <a:cxnSpLocks/>
                <a:stCxn id="12" idx="6"/>
                <a:endCxn id="17" idx="2"/>
              </p:cNvCxnSpPr>
              <p:nvPr/>
            </p:nvCxnSpPr>
            <p:spPr>
              <a:xfrm>
                <a:off x="22615008" y="9930032"/>
                <a:ext cx="1064709" cy="3926099"/>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FF1DD41-5D33-4C8B-B74E-890A15E0ABB1}"/>
                  </a:ext>
                </a:extLst>
              </p:cNvPr>
              <p:cNvCxnSpPr>
                <a:cxnSpLocks/>
                <a:stCxn id="13" idx="6"/>
                <a:endCxn id="15" idx="2"/>
              </p:cNvCxnSpPr>
              <p:nvPr/>
            </p:nvCxnSpPr>
            <p:spPr>
              <a:xfrm flipV="1">
                <a:off x="22615008" y="9930032"/>
                <a:ext cx="1064709" cy="1972436"/>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2B7C162-38C6-4231-8158-12957FF0525E}"/>
                  </a:ext>
                </a:extLst>
              </p:cNvPr>
              <p:cNvCxnSpPr>
                <a:cxnSpLocks/>
                <a:stCxn id="13" idx="6"/>
                <a:endCxn id="16" idx="2"/>
              </p:cNvCxnSpPr>
              <p:nvPr/>
            </p:nvCxnSpPr>
            <p:spPr>
              <a:xfrm>
                <a:off x="22615008" y="11902468"/>
                <a:ext cx="1064709" cy="0"/>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39E85AB-0AF2-4577-A012-07AEDCAB9859}"/>
                  </a:ext>
                </a:extLst>
              </p:cNvPr>
              <p:cNvCxnSpPr>
                <a:cxnSpLocks/>
                <a:stCxn id="13" idx="6"/>
                <a:endCxn id="17" idx="2"/>
              </p:cNvCxnSpPr>
              <p:nvPr/>
            </p:nvCxnSpPr>
            <p:spPr>
              <a:xfrm>
                <a:off x="22615008" y="11902468"/>
                <a:ext cx="1064709" cy="1953663"/>
              </a:xfrm>
              <a:prstGeom prst="line">
                <a:avLst/>
              </a:prstGeom>
              <a:grpFill/>
              <a:ln w="762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05D5A741-F472-4E9D-B253-4350862256EB}"/>
                </a:ext>
              </a:extLst>
            </p:cNvPr>
            <p:cNvGrpSpPr/>
            <p:nvPr/>
          </p:nvGrpSpPr>
          <p:grpSpPr>
            <a:xfrm>
              <a:off x="7144262" y="5179155"/>
              <a:ext cx="9134817" cy="10892970"/>
              <a:chOff x="2017682" y="1983604"/>
              <a:chExt cx="2740445" cy="3267891"/>
            </a:xfrm>
            <a:solidFill>
              <a:schemeClr val="tx2">
                <a:lumMod val="20000"/>
                <a:lumOff val="80000"/>
              </a:schemeClr>
            </a:solidFill>
          </p:grpSpPr>
          <p:sp>
            <p:nvSpPr>
              <p:cNvPr id="33" name="Rectangle 32">
                <a:extLst>
                  <a:ext uri="{FF2B5EF4-FFF2-40B4-BE49-F238E27FC236}">
                    <a16:creationId xmlns:a16="http://schemas.microsoft.com/office/drawing/2014/main" id="{2F3CA02E-F13A-4872-A029-2D9CF5EC55D8}"/>
                  </a:ext>
                </a:extLst>
              </p:cNvPr>
              <p:cNvSpPr/>
              <p:nvPr/>
            </p:nvSpPr>
            <p:spPr>
              <a:xfrm>
                <a:off x="2017682" y="1983604"/>
                <a:ext cx="2740445" cy="3267891"/>
              </a:xfrm>
              <a:prstGeom prst="rect">
                <a:avLst/>
              </a:prstGeom>
              <a:grpFill/>
              <a:ln>
                <a:solidFill>
                  <a:schemeClr val="tx2">
                    <a:lumMod val="5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6000" dirty="0">
                  <a:solidFill>
                    <a:schemeClr val="bg1"/>
                  </a:solidFill>
                </a:endParaRPr>
              </a:p>
              <a:p>
                <a:pPr algn="ctr"/>
                <a:r>
                  <a:rPr lang="zh-TW" altLang="en-US" sz="6000" b="1" dirty="0">
                    <a:solidFill>
                      <a:schemeClr val="bg1"/>
                    </a:solidFill>
                  </a:rPr>
                  <a:t>電腦繪製</a:t>
                </a:r>
                <a:r>
                  <a:rPr lang="en-US" altLang="zh-TW" sz="6000" b="1" dirty="0">
                    <a:solidFill>
                      <a:schemeClr val="bg1"/>
                    </a:solidFill>
                  </a:rPr>
                  <a:t>(</a:t>
                </a:r>
                <a:r>
                  <a:rPr lang="en-US" sz="6000" b="1" dirty="0">
                    <a:solidFill>
                      <a:schemeClr val="bg1"/>
                    </a:solidFill>
                  </a:rPr>
                  <a:t>rendered)</a:t>
                </a:r>
                <a:r>
                  <a:rPr lang="zh-TW" altLang="en-US" sz="6000" b="1" dirty="0">
                    <a:solidFill>
                      <a:schemeClr val="bg1"/>
                    </a:solidFill>
                  </a:rPr>
                  <a:t>的</a:t>
                </a:r>
                <a:br>
                  <a:rPr lang="en-US" altLang="zh-TW" sz="6000" b="1" dirty="0">
                    <a:solidFill>
                      <a:schemeClr val="bg1"/>
                    </a:solidFill>
                  </a:rPr>
                </a:br>
                <a:r>
                  <a:rPr lang="zh-TW" altLang="en-US" sz="6000" b="1" dirty="0">
                    <a:solidFill>
                      <a:schemeClr val="bg1"/>
                    </a:solidFill>
                  </a:rPr>
                  <a:t>圖片</a:t>
                </a:r>
                <a:endParaRPr lang="en-US" sz="6000" b="1" dirty="0">
                  <a:solidFill>
                    <a:schemeClr val="bg1"/>
                  </a:solidFill>
                </a:endParaRPr>
              </a:p>
            </p:txBody>
          </p:sp>
          <p:pic>
            <p:nvPicPr>
              <p:cNvPr id="1026" name="Picture 2">
                <a:extLst>
                  <a:ext uri="{FF2B5EF4-FFF2-40B4-BE49-F238E27FC236}">
                    <a16:creationId xmlns:a16="http://schemas.microsoft.com/office/drawing/2014/main" id="{05DA0BD8-856F-4FCA-8085-168C6B4A42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562" t="24748" r="1" b="22669"/>
              <a:stretch/>
            </p:blipFill>
            <p:spPr bwMode="auto">
              <a:xfrm>
                <a:off x="2209083" y="2937317"/>
                <a:ext cx="2357643" cy="1768232"/>
              </a:xfrm>
              <a:prstGeom prst="rect">
                <a:avLst/>
              </a:prstGeom>
              <a:grpFill/>
              <a:ln w="28575">
                <a:solidFill>
                  <a:schemeClr val="bg1"/>
                </a:solidFill>
              </a:ln>
              <a:effectLst>
                <a:outerShdw blurRad="50800" dist="38100" dir="8100000" algn="tr" rotWithShape="0">
                  <a:prstClr val="black">
                    <a:alpha val="40000"/>
                  </a:prstClr>
                </a:outerShdw>
              </a:effectLst>
            </p:spPr>
          </p:pic>
        </p:grpSp>
      </p:grpSp>
    </p:spTree>
    <p:extLst>
      <p:ext uri="{BB962C8B-B14F-4D97-AF65-F5344CB8AC3E}">
        <p14:creationId xmlns:p14="http://schemas.microsoft.com/office/powerpoint/2010/main" val="13394851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06413E9-984D-3BCC-8CA1-E21E00CABC7F}"/>
              </a:ext>
            </a:extLst>
          </p:cNvPr>
          <p:cNvSpPr>
            <a:spLocks noGrp="1"/>
          </p:cNvSpPr>
          <p:nvPr>
            <p:ph type="body" sz="quarter" idx="13"/>
          </p:nvPr>
        </p:nvSpPr>
        <p:spPr/>
        <p:txBody>
          <a:bodyPr/>
          <a:lstStyle/>
          <a:p>
            <a:r>
              <a:rPr dirty="0" err="1"/>
              <a:t>什麼是深度學習</a:t>
            </a:r>
            <a:r>
              <a:rPr dirty="0"/>
              <a:t>(Deep Learning)？</a:t>
            </a:r>
            <a:br>
              <a:rPr dirty="0"/>
            </a:br>
            <a:endParaRPr dirty="0"/>
          </a:p>
        </p:txBody>
      </p:sp>
    </p:spTree>
    <p:extLst>
      <p:ext uri="{BB962C8B-B14F-4D97-AF65-F5344CB8AC3E}">
        <p14:creationId xmlns:p14="http://schemas.microsoft.com/office/powerpoint/2010/main" val="793704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720CBFB-3CFA-89FC-0611-F24D063C98ED}"/>
              </a:ext>
            </a:extLst>
          </p:cNvPr>
          <p:cNvSpPr>
            <a:spLocks noGrp="1"/>
          </p:cNvSpPr>
          <p:nvPr>
            <p:ph type="body" sz="quarter" idx="14"/>
          </p:nvPr>
        </p:nvSpPr>
        <p:spPr>
          <a:xfrm>
            <a:off x="6158753" y="8085388"/>
            <a:ext cx="24258494" cy="4403224"/>
          </a:xfrm>
        </p:spPr>
        <p:txBody>
          <a:bodyPr/>
          <a:lstStyle/>
          <a:p>
            <a:r>
              <a:rPr dirty="0" err="1"/>
              <a:t>深度學習</a:t>
            </a:r>
            <a:r>
              <a:rPr dirty="0"/>
              <a:t>(Deep Learning)</a:t>
            </a:r>
            <a:r>
              <a:rPr dirty="0" err="1"/>
              <a:t>顛覆了</a:t>
            </a:r>
            <a:br>
              <a:rPr lang="en-US" dirty="0"/>
            </a:br>
            <a:r>
              <a:rPr dirty="0" err="1"/>
              <a:t>傳統</a:t>
            </a:r>
            <a:r>
              <a:rPr lang="zh-TW" altLang="en-US" dirty="0"/>
              <a:t>程式開發</a:t>
            </a:r>
            <a:br>
              <a:rPr dirty="0"/>
            </a:br>
            <a:endParaRPr dirty="0"/>
          </a:p>
        </p:txBody>
      </p:sp>
    </p:spTree>
    <p:extLst>
      <p:ext uri="{BB962C8B-B14F-4D97-AF65-F5344CB8AC3E}">
        <p14:creationId xmlns:p14="http://schemas.microsoft.com/office/powerpoint/2010/main" val="22601739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2514600" y="0"/>
            <a:ext cx="31546800" cy="2514601"/>
          </a:xfrm>
        </p:spPr>
        <p:txBody>
          <a:bodyPr anchor="b">
            <a:normAutofit/>
          </a:bodyPr>
          <a:lstStyle/>
          <a:p>
            <a:r>
              <a:rPr dirty="0" err="1"/>
              <a:t>傳統</a:t>
            </a:r>
            <a:r>
              <a:rPr lang="zh-TW" altLang="en-US" dirty="0"/>
              <a:t>程式開發</a:t>
            </a:r>
            <a:endParaRPr dirty="0"/>
          </a:p>
        </p:txBody>
      </p:sp>
      <p:sp>
        <p:nvSpPr>
          <p:cNvPr id="4" name="Text Placeholder 3">
            <a:extLst>
              <a:ext uri="{FF2B5EF4-FFF2-40B4-BE49-F238E27FC236}">
                <a16:creationId xmlns:a16="http://schemas.microsoft.com/office/drawing/2014/main" id="{BC3E2FB5-8D51-E146-842B-7E7CC771C40D}"/>
              </a:ext>
            </a:extLst>
          </p:cNvPr>
          <p:cNvSpPr>
            <a:spLocks noGrp="1"/>
          </p:cNvSpPr>
          <p:nvPr>
            <p:ph type="body" sz="quarter" idx="10"/>
          </p:nvPr>
        </p:nvSpPr>
        <p:spPr>
          <a:xfrm>
            <a:off x="2514600" y="2487168"/>
            <a:ext cx="31546800" cy="1408176"/>
          </a:xfrm>
        </p:spPr>
        <p:txBody>
          <a:bodyPr>
            <a:normAutofit/>
          </a:bodyPr>
          <a:lstStyle/>
          <a:p>
            <a:pPr>
              <a:spcAft>
                <a:spcPts val="600"/>
              </a:spcAft>
            </a:pPr>
            <a:r>
              <a:rPr lang="zh-TW" altLang="en-US" dirty="0"/>
              <a:t>設計一個</a:t>
            </a:r>
            <a:r>
              <a:rPr dirty="0" err="1"/>
              <a:t>分類器</a:t>
            </a:r>
            <a:r>
              <a:rPr dirty="0"/>
              <a:t>(Classifier)</a:t>
            </a:r>
            <a:br>
              <a:rPr dirty="0"/>
            </a:br>
            <a:endParaRPr dirty="0"/>
          </a:p>
        </p:txBody>
      </p:sp>
      <p:graphicFrame>
        <p:nvGraphicFramePr>
          <p:cNvPr id="6" name="Content Placeholder 2">
            <a:extLst>
              <a:ext uri="{FF2B5EF4-FFF2-40B4-BE49-F238E27FC236}">
                <a16:creationId xmlns:a16="http://schemas.microsoft.com/office/drawing/2014/main" id="{9D83C17F-FF65-4C52-B31E-C2537177F6AC}"/>
              </a:ext>
            </a:extLst>
          </p:cNvPr>
          <p:cNvGraphicFramePr>
            <a:graphicFrameLocks noGrp="1"/>
          </p:cNvGraphicFramePr>
          <p:nvPr>
            <p:ph idx="1"/>
            <p:extLst>
              <p:ext uri="{D42A27DB-BD31-4B8C-83A1-F6EECF244321}">
                <p14:modId xmlns:p14="http://schemas.microsoft.com/office/powerpoint/2010/main" val="3995907011"/>
              </p:ext>
            </p:extLst>
          </p:nvPr>
        </p:nvGraphicFramePr>
        <p:xfrm>
          <a:off x="2514600" y="4434840"/>
          <a:ext cx="31546800" cy="136519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4637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C9ECE66-DF66-9E81-41F7-93C0F33B38A3}"/>
              </a:ext>
            </a:extLst>
          </p:cNvPr>
          <p:cNvSpPr>
            <a:spLocks noGrp="1"/>
          </p:cNvSpPr>
          <p:nvPr>
            <p:ph type="title"/>
          </p:nvPr>
        </p:nvSpPr>
        <p:spPr/>
        <p:txBody>
          <a:bodyPr anchor="b">
            <a:normAutofit/>
          </a:bodyPr>
          <a:lstStyle/>
          <a:p>
            <a:r>
              <a:rPr dirty="0" err="1"/>
              <a:t>機器學習</a:t>
            </a:r>
            <a:r>
              <a:rPr dirty="0"/>
              <a:t>(Machine Learning)</a:t>
            </a:r>
          </a:p>
        </p:txBody>
      </p:sp>
      <p:sp>
        <p:nvSpPr>
          <p:cNvPr id="13" name="Text Placeholder 3">
            <a:extLst>
              <a:ext uri="{FF2B5EF4-FFF2-40B4-BE49-F238E27FC236}">
                <a16:creationId xmlns:a16="http://schemas.microsoft.com/office/drawing/2014/main" id="{05EA3271-4A0D-652F-CED5-17F604E9AA1A}"/>
              </a:ext>
            </a:extLst>
          </p:cNvPr>
          <p:cNvSpPr>
            <a:spLocks noGrp="1"/>
          </p:cNvSpPr>
          <p:nvPr>
            <p:ph type="body" sz="quarter" idx="10"/>
          </p:nvPr>
        </p:nvSpPr>
        <p:spPr/>
        <p:txBody>
          <a:bodyPr>
            <a:normAutofit/>
          </a:bodyPr>
          <a:lstStyle/>
          <a:p>
            <a:pPr>
              <a:spcAft>
                <a:spcPts val="600"/>
              </a:spcAft>
            </a:pPr>
            <a:r>
              <a:rPr dirty="0" err="1"/>
              <a:t>構建分類器</a:t>
            </a:r>
            <a:r>
              <a:rPr dirty="0"/>
              <a:t>(Classifier)</a:t>
            </a:r>
            <a:br>
              <a:rPr dirty="0"/>
            </a:br>
            <a:endParaRPr dirty="0"/>
          </a:p>
        </p:txBody>
      </p:sp>
      <p:graphicFrame>
        <p:nvGraphicFramePr>
          <p:cNvPr id="14" name="Content Placeholder 2">
            <a:extLst>
              <a:ext uri="{FF2B5EF4-FFF2-40B4-BE49-F238E27FC236}">
                <a16:creationId xmlns:a16="http://schemas.microsoft.com/office/drawing/2014/main" id="{833C7A4F-AE85-F215-4601-66B74BFA859E}"/>
              </a:ext>
            </a:extLst>
          </p:cNvPr>
          <p:cNvGraphicFramePr>
            <a:graphicFrameLocks/>
          </p:cNvGraphicFramePr>
          <p:nvPr>
            <p:extLst>
              <p:ext uri="{D42A27DB-BD31-4B8C-83A1-F6EECF244321}">
                <p14:modId xmlns:p14="http://schemas.microsoft.com/office/powerpoint/2010/main" val="895859524"/>
              </p:ext>
            </p:extLst>
          </p:nvPr>
        </p:nvGraphicFramePr>
        <p:xfrm>
          <a:off x="2514600" y="4434840"/>
          <a:ext cx="31546800" cy="136519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034097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E6A726-E57F-D757-2E9D-2731F4956616}"/>
              </a:ext>
            </a:extLst>
          </p:cNvPr>
          <p:cNvSpPr>
            <a:spLocks noGrp="1"/>
          </p:cNvSpPr>
          <p:nvPr>
            <p:ph type="body" sz="quarter" idx="13"/>
          </p:nvPr>
        </p:nvSpPr>
        <p:spPr/>
        <p:txBody>
          <a:bodyPr/>
          <a:lstStyle/>
          <a:p>
            <a:r>
              <a:rPr dirty="0" err="1"/>
              <a:t>這是一個根本性的轉變</a:t>
            </a:r>
            <a:br>
              <a:rPr dirty="0"/>
            </a:br>
            <a:endParaRPr dirty="0"/>
          </a:p>
        </p:txBody>
      </p:sp>
    </p:spTree>
    <p:extLst>
      <p:ext uri="{BB962C8B-B14F-4D97-AF65-F5344CB8AC3E}">
        <p14:creationId xmlns:p14="http://schemas.microsoft.com/office/powerpoint/2010/main" val="28501810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8E1CC790-DC0D-4EA6-87A0-75B7A8E62679}"/>
              </a:ext>
            </a:extLst>
          </p:cNvPr>
          <p:cNvGraphicFramePr>
            <a:graphicFrameLocks noGrp="1"/>
          </p:cNvGraphicFramePr>
          <p:nvPr>
            <p:ph idx="1"/>
            <p:extLst>
              <p:ext uri="{D42A27DB-BD31-4B8C-83A1-F6EECF244321}">
                <p14:modId xmlns:p14="http://schemas.microsoft.com/office/powerpoint/2010/main" val="53746745"/>
              </p:ext>
            </p:extLst>
          </p:nvPr>
        </p:nvGraphicFramePr>
        <p:xfrm>
          <a:off x="1709212" y="7011460"/>
          <a:ext cx="33157583" cy="123137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Rounded Corners 4">
            <a:extLst>
              <a:ext uri="{FF2B5EF4-FFF2-40B4-BE49-F238E27FC236}">
                <a16:creationId xmlns:a16="http://schemas.microsoft.com/office/drawing/2014/main" id="{A86668CF-7ACA-442B-8E83-0816F24E9E8A}"/>
              </a:ext>
            </a:extLst>
          </p:cNvPr>
          <p:cNvSpPr/>
          <p:nvPr/>
        </p:nvSpPr>
        <p:spPr>
          <a:xfrm>
            <a:off x="1706883" y="5267742"/>
            <a:ext cx="14228860" cy="2252870"/>
          </a:xfrm>
          <a:prstGeom prst="roundRect">
            <a:avLst>
              <a:gd name="adj" fmla="val 35785"/>
            </a:avLst>
          </a:prstGeom>
          <a:solidFill>
            <a:srgbClr val="598B00"/>
          </a:solidFill>
          <a:ln w="3810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7200" dirty="0">
                <a:solidFill>
                  <a:schemeClr val="tx1"/>
                </a:solidFill>
              </a:rPr>
              <a:t>程式設計</a:t>
            </a:r>
            <a:endParaRPr sz="7200" dirty="0">
              <a:solidFill>
                <a:schemeClr val="tx1"/>
              </a:solidFill>
            </a:endParaRPr>
          </a:p>
        </p:txBody>
      </p:sp>
      <p:sp>
        <p:nvSpPr>
          <p:cNvPr id="7" name="Rectangle: Rounded Corners 6">
            <a:extLst>
              <a:ext uri="{FF2B5EF4-FFF2-40B4-BE49-F238E27FC236}">
                <a16:creationId xmlns:a16="http://schemas.microsoft.com/office/drawing/2014/main" id="{308DBE49-4F09-4331-8B41-DACB5758A843}"/>
              </a:ext>
            </a:extLst>
          </p:cNvPr>
          <p:cNvSpPr/>
          <p:nvPr/>
        </p:nvSpPr>
        <p:spPr>
          <a:xfrm>
            <a:off x="19078273" y="5267742"/>
            <a:ext cx="14228860" cy="2252870"/>
          </a:xfrm>
          <a:prstGeom prst="roundRect">
            <a:avLst>
              <a:gd name="adj" fmla="val 35785"/>
            </a:avLst>
          </a:prstGeom>
          <a:solidFill>
            <a:srgbClr val="598B00"/>
          </a:solidFill>
          <a:ln w="38100">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7200" dirty="0" err="1">
                <a:solidFill>
                  <a:schemeClr val="tx1"/>
                </a:solidFill>
              </a:rPr>
              <a:t>深度學習</a:t>
            </a:r>
            <a:r>
              <a:rPr sz="7200" dirty="0">
                <a:solidFill>
                  <a:schemeClr val="tx1"/>
                </a:solidFill>
              </a:rPr>
              <a:t>(Deep Learning)</a:t>
            </a:r>
          </a:p>
        </p:txBody>
      </p:sp>
      <p:sp>
        <p:nvSpPr>
          <p:cNvPr id="3" name="Title 1">
            <a:extLst>
              <a:ext uri="{FF2B5EF4-FFF2-40B4-BE49-F238E27FC236}">
                <a16:creationId xmlns:a16="http://schemas.microsoft.com/office/drawing/2014/main" id="{150F93B6-F364-7417-A6A2-C137FDE2B388}"/>
              </a:ext>
            </a:extLst>
          </p:cNvPr>
          <p:cNvSpPr txBox="1">
            <a:spLocks/>
          </p:cNvSpPr>
          <p:nvPr/>
        </p:nvSpPr>
        <p:spPr>
          <a:xfrm>
            <a:off x="2514600" y="0"/>
            <a:ext cx="31546800" cy="2514601"/>
          </a:xfrm>
          <a:prstGeom prst="rect">
            <a:avLst/>
          </a:prstGeom>
        </p:spPr>
        <p:txBody>
          <a:bodyPr vert="horz" lIns="91440" tIns="45720" rIns="91440" bIns="45720" rtlCol="0" anchor="b">
            <a:normAutofit/>
          </a:bodyPr>
          <a:lst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a:lstStyle>
          <a:p>
            <a:r>
              <a:rPr dirty="0" err="1"/>
              <a:t>何時選擇深度學習</a:t>
            </a:r>
            <a:r>
              <a:rPr dirty="0"/>
              <a:t>(Deep Learning)</a:t>
            </a:r>
            <a:br>
              <a:rPr dirty="0"/>
            </a:br>
            <a:endParaRPr dirty="0"/>
          </a:p>
        </p:txBody>
      </p:sp>
    </p:spTree>
    <p:extLst>
      <p:ext uri="{BB962C8B-B14F-4D97-AF65-F5344CB8AC3E}">
        <p14:creationId xmlns:p14="http://schemas.microsoft.com/office/powerpoint/2010/main" val="38831910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2">
            <a:extLst>
              <a:ext uri="{FF2B5EF4-FFF2-40B4-BE49-F238E27FC236}">
                <a16:creationId xmlns:a16="http://schemas.microsoft.com/office/drawing/2014/main" id="{96A398C4-17DB-41B3-965B-D2E6016B43A6}"/>
              </a:ext>
            </a:extLst>
          </p:cNvPr>
          <p:cNvGraphicFramePr>
            <a:graphicFrameLocks noGrp="1"/>
          </p:cNvGraphicFramePr>
          <p:nvPr>
            <p:ph idx="1"/>
            <p:extLst>
              <p:ext uri="{D42A27DB-BD31-4B8C-83A1-F6EECF244321}">
                <p14:modId xmlns:p14="http://schemas.microsoft.com/office/powerpoint/2010/main" val="3927738969"/>
              </p:ext>
            </p:extLst>
          </p:nvPr>
        </p:nvGraphicFramePr>
        <p:xfrm>
          <a:off x="1661160" y="3722914"/>
          <a:ext cx="33162240" cy="146470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20349F79-F67D-37BF-F3C4-EFC1B08A6B8F}"/>
              </a:ext>
            </a:extLst>
          </p:cNvPr>
          <p:cNvSpPr txBox="1">
            <a:spLocks/>
          </p:cNvSpPr>
          <p:nvPr/>
        </p:nvSpPr>
        <p:spPr>
          <a:xfrm>
            <a:off x="2514600" y="0"/>
            <a:ext cx="31546800" cy="2514601"/>
          </a:xfrm>
          <a:prstGeom prst="rect">
            <a:avLst/>
          </a:prstGeom>
        </p:spPr>
        <p:txBody>
          <a:bodyPr vert="horz" lIns="91440" tIns="45720" rIns="91440" bIns="45720" rtlCol="0" anchor="b">
            <a:normAutofit/>
          </a:bodyPr>
          <a:lst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a:lstStyle>
          <a:p>
            <a:r>
              <a:rPr dirty="0" err="1"/>
              <a:t>深度學習</a:t>
            </a:r>
            <a:r>
              <a:rPr dirty="0"/>
              <a:t>(Deep Learning)</a:t>
            </a:r>
            <a:r>
              <a:rPr dirty="0" err="1"/>
              <a:t>與其他人工智慧</a:t>
            </a:r>
            <a:r>
              <a:rPr dirty="0"/>
              <a:t>(AI)</a:t>
            </a:r>
            <a:r>
              <a:rPr dirty="0" err="1"/>
              <a:t>的比較</a:t>
            </a:r>
            <a:br>
              <a:rPr dirty="0"/>
            </a:br>
            <a:endParaRPr dirty="0"/>
          </a:p>
        </p:txBody>
      </p:sp>
    </p:spTree>
    <p:extLst>
      <p:ext uri="{BB962C8B-B14F-4D97-AF65-F5344CB8AC3E}">
        <p14:creationId xmlns:p14="http://schemas.microsoft.com/office/powerpoint/2010/main" val="12652114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30DA7D-E861-5FDF-CFC0-1B7BB94BED71}"/>
              </a:ext>
            </a:extLst>
          </p:cNvPr>
          <p:cNvSpPr>
            <a:spLocks noGrp="1"/>
          </p:cNvSpPr>
          <p:nvPr>
            <p:ph type="body" sz="quarter" idx="13"/>
          </p:nvPr>
        </p:nvSpPr>
        <p:spPr>
          <a:xfrm>
            <a:off x="1473865" y="1865236"/>
            <a:ext cx="22895957" cy="5943600"/>
          </a:xfrm>
        </p:spPr>
        <p:txBody>
          <a:bodyPr/>
          <a:lstStyle/>
          <a:p>
            <a:r>
              <a:rPr dirty="0" err="1"/>
              <a:t>深度學習</a:t>
            </a:r>
            <a:r>
              <a:rPr dirty="0"/>
              <a:t>(Deep Learning)</a:t>
            </a:r>
            <a:r>
              <a:rPr dirty="0" err="1"/>
              <a:t>如何改變世界</a:t>
            </a:r>
            <a:br>
              <a:rPr dirty="0"/>
            </a:br>
            <a:endParaRPr lang="en-US" dirty="0"/>
          </a:p>
        </p:txBody>
      </p:sp>
    </p:spTree>
    <p:extLst>
      <p:ext uri="{BB962C8B-B14F-4D97-AF65-F5344CB8AC3E}">
        <p14:creationId xmlns:p14="http://schemas.microsoft.com/office/powerpoint/2010/main" val="2479119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2">
            <a:extLst>
              <a:ext uri="{FF2B5EF4-FFF2-40B4-BE49-F238E27FC236}">
                <a16:creationId xmlns:a16="http://schemas.microsoft.com/office/drawing/2014/main" id="{F2E4F35E-65E7-44A9-B71A-54136EBABF74}"/>
              </a:ext>
            </a:extLst>
          </p:cNvPr>
          <p:cNvGraphicFramePr>
            <a:graphicFrameLocks noGrp="1"/>
          </p:cNvGraphicFramePr>
          <p:nvPr>
            <p:ph idx="1"/>
            <p:extLst>
              <p:ext uri="{D42A27DB-BD31-4B8C-83A1-F6EECF244321}">
                <p14:modId xmlns:p14="http://schemas.microsoft.com/office/powerpoint/2010/main" val="2839957576"/>
              </p:ext>
            </p:extLst>
          </p:nvPr>
        </p:nvGraphicFramePr>
        <p:xfrm>
          <a:off x="1706880" y="4088791"/>
          <a:ext cx="33162240" cy="123964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DE265E25-591E-F4EC-9131-E63FC4636C42}"/>
              </a:ext>
            </a:extLst>
          </p:cNvPr>
          <p:cNvSpPr txBox="1">
            <a:spLocks/>
          </p:cNvSpPr>
          <p:nvPr/>
        </p:nvSpPr>
        <p:spPr>
          <a:xfrm>
            <a:off x="2514600" y="0"/>
            <a:ext cx="31546800" cy="2514601"/>
          </a:xfrm>
          <a:prstGeom prst="rect">
            <a:avLst/>
          </a:prstGeom>
        </p:spPr>
        <p:txBody>
          <a:bodyPr vert="horz" lIns="91440" tIns="45720" rIns="91440" bIns="45720" rtlCol="0" anchor="b">
            <a:normAutofit/>
          </a:bodyPr>
          <a:lst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a:lstStyle>
          <a:p>
            <a:r>
              <a:rPr dirty="0" err="1"/>
              <a:t>電腦視覺</a:t>
            </a:r>
            <a:r>
              <a:rPr dirty="0"/>
              <a:t>(Computer Vision)</a:t>
            </a:r>
          </a:p>
        </p:txBody>
      </p:sp>
    </p:spTree>
    <p:extLst>
      <p:ext uri="{BB962C8B-B14F-4D97-AF65-F5344CB8AC3E}">
        <p14:creationId xmlns:p14="http://schemas.microsoft.com/office/powerpoint/2010/main" val="29516477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2">
            <a:extLst>
              <a:ext uri="{FF2B5EF4-FFF2-40B4-BE49-F238E27FC236}">
                <a16:creationId xmlns:a16="http://schemas.microsoft.com/office/drawing/2014/main" id="{CCADF472-225F-4652-B94A-CB649342918E}"/>
              </a:ext>
            </a:extLst>
          </p:cNvPr>
          <p:cNvGraphicFramePr>
            <a:graphicFrameLocks noGrp="1"/>
          </p:cNvGraphicFramePr>
          <p:nvPr>
            <p:ph idx="1"/>
            <p:extLst>
              <p:ext uri="{D42A27DB-BD31-4B8C-83A1-F6EECF244321}">
                <p14:modId xmlns:p14="http://schemas.microsoft.com/office/powerpoint/2010/main" val="3956608658"/>
              </p:ext>
            </p:extLst>
          </p:nvPr>
        </p:nvGraphicFramePr>
        <p:xfrm>
          <a:off x="1706880" y="4088791"/>
          <a:ext cx="33162240" cy="123964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2465F751-78FC-F0DD-A372-234B6410991C}"/>
              </a:ext>
            </a:extLst>
          </p:cNvPr>
          <p:cNvSpPr txBox="1">
            <a:spLocks/>
          </p:cNvSpPr>
          <p:nvPr/>
        </p:nvSpPr>
        <p:spPr>
          <a:xfrm>
            <a:off x="2514600" y="0"/>
            <a:ext cx="31546800" cy="2514601"/>
          </a:xfrm>
          <a:prstGeom prst="rect">
            <a:avLst/>
          </a:prstGeom>
        </p:spPr>
        <p:txBody>
          <a:bodyPr vert="horz" lIns="91440" tIns="45720" rIns="91440" bIns="45720" rtlCol="0" anchor="b">
            <a:normAutofit/>
          </a:bodyPr>
          <a:lst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a:lstStyle>
          <a:p>
            <a:r>
              <a:rPr dirty="0" err="1"/>
              <a:t>自然語言處理</a:t>
            </a:r>
            <a:r>
              <a:rPr dirty="0"/>
              <a:t>(Natural Language Processing)</a:t>
            </a:r>
          </a:p>
        </p:txBody>
      </p:sp>
    </p:spTree>
    <p:extLst>
      <p:ext uri="{BB962C8B-B14F-4D97-AF65-F5344CB8AC3E}">
        <p14:creationId xmlns:p14="http://schemas.microsoft.com/office/powerpoint/2010/main" val="22770658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23E19524-D6AC-40EA-8703-AEA8386C9548}"/>
              </a:ext>
            </a:extLst>
          </p:cNvPr>
          <p:cNvGraphicFramePr>
            <a:graphicFrameLocks noGrp="1"/>
          </p:cNvGraphicFramePr>
          <p:nvPr>
            <p:ph idx="1"/>
            <p:extLst>
              <p:ext uri="{D42A27DB-BD31-4B8C-83A1-F6EECF244321}">
                <p14:modId xmlns:p14="http://schemas.microsoft.com/office/powerpoint/2010/main" val="2999889016"/>
              </p:ext>
            </p:extLst>
          </p:nvPr>
        </p:nvGraphicFramePr>
        <p:xfrm>
          <a:off x="1706880" y="4088791"/>
          <a:ext cx="33162240" cy="123964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2BB14E84-1B18-15ED-1222-EEF1DA79D2E9}"/>
              </a:ext>
            </a:extLst>
          </p:cNvPr>
          <p:cNvSpPr txBox="1">
            <a:spLocks/>
          </p:cNvSpPr>
          <p:nvPr/>
        </p:nvSpPr>
        <p:spPr>
          <a:xfrm>
            <a:off x="2514600" y="0"/>
            <a:ext cx="31546800" cy="2514601"/>
          </a:xfrm>
          <a:prstGeom prst="rect">
            <a:avLst/>
          </a:prstGeom>
        </p:spPr>
        <p:txBody>
          <a:bodyPr vert="horz" lIns="91440" tIns="45720" rIns="91440" bIns="45720" rtlCol="0" anchor="b">
            <a:normAutofit/>
          </a:bodyPr>
          <a:lst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a:lstStyle>
          <a:p>
            <a:r>
              <a:rPr dirty="0" err="1"/>
              <a:t>推薦系統</a:t>
            </a:r>
            <a:r>
              <a:rPr dirty="0"/>
              <a:t>(Recommender Systems)</a:t>
            </a:r>
          </a:p>
        </p:txBody>
      </p:sp>
    </p:spTree>
    <p:extLst>
      <p:ext uri="{BB962C8B-B14F-4D97-AF65-F5344CB8AC3E}">
        <p14:creationId xmlns:p14="http://schemas.microsoft.com/office/powerpoint/2010/main" val="26270586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E1B67047-623D-4971-B3CC-2577A3A07E0C}"/>
              </a:ext>
            </a:extLst>
          </p:cNvPr>
          <p:cNvGraphicFramePr>
            <a:graphicFrameLocks noGrp="1"/>
          </p:cNvGraphicFramePr>
          <p:nvPr>
            <p:ph idx="1"/>
            <p:extLst>
              <p:ext uri="{D42A27DB-BD31-4B8C-83A1-F6EECF244321}">
                <p14:modId xmlns:p14="http://schemas.microsoft.com/office/powerpoint/2010/main" val="1811996360"/>
              </p:ext>
            </p:extLst>
          </p:nvPr>
        </p:nvGraphicFramePr>
        <p:xfrm>
          <a:off x="1706880" y="4088791"/>
          <a:ext cx="33162240" cy="123964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F28AF3A8-9D4F-8851-EC57-BC2104CCC4EF}"/>
              </a:ext>
            </a:extLst>
          </p:cNvPr>
          <p:cNvSpPr txBox="1">
            <a:spLocks/>
          </p:cNvSpPr>
          <p:nvPr/>
        </p:nvSpPr>
        <p:spPr>
          <a:xfrm>
            <a:off x="2514600" y="0"/>
            <a:ext cx="31546800" cy="2514601"/>
          </a:xfrm>
          <a:prstGeom prst="rect">
            <a:avLst/>
          </a:prstGeom>
        </p:spPr>
        <p:txBody>
          <a:bodyPr vert="horz" lIns="91440" tIns="45720" rIns="91440" bIns="45720" rtlCol="0" anchor="b">
            <a:normAutofit/>
          </a:bodyPr>
          <a:lst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a:lstStyle>
          <a:p>
            <a:r>
              <a:rPr dirty="0" err="1"/>
              <a:t>強化學習</a:t>
            </a:r>
            <a:r>
              <a:rPr dirty="0"/>
              <a:t>(Reinforcement Learning)</a:t>
            </a:r>
            <a:br>
              <a:rPr dirty="0"/>
            </a:br>
            <a:endParaRPr dirty="0"/>
          </a:p>
        </p:txBody>
      </p:sp>
    </p:spTree>
    <p:extLst>
      <p:ext uri="{BB962C8B-B14F-4D97-AF65-F5344CB8AC3E}">
        <p14:creationId xmlns:p14="http://schemas.microsoft.com/office/powerpoint/2010/main" val="20531583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CAFBA91-3489-2DBC-DBB5-6BD2EC91A73E}"/>
              </a:ext>
            </a:extLst>
          </p:cNvPr>
          <p:cNvSpPr>
            <a:spLocks noGrp="1"/>
          </p:cNvSpPr>
          <p:nvPr>
            <p:ph type="body" sz="quarter" idx="13"/>
          </p:nvPr>
        </p:nvSpPr>
        <p:spPr/>
        <p:txBody>
          <a:bodyPr/>
          <a:lstStyle/>
          <a:p>
            <a:r>
              <a:rPr dirty="0" err="1"/>
              <a:t>課程概述</a:t>
            </a:r>
            <a:r>
              <a:rPr dirty="0"/>
              <a:t>(Overview of the Course)</a:t>
            </a:r>
            <a:br>
              <a:rPr dirty="0"/>
            </a:br>
            <a:endParaRPr dirty="0"/>
          </a:p>
        </p:txBody>
      </p:sp>
    </p:spTree>
    <p:extLst>
      <p:ext uri="{BB962C8B-B14F-4D97-AF65-F5344CB8AC3E}">
        <p14:creationId xmlns:p14="http://schemas.microsoft.com/office/powerpoint/2010/main" val="33031894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2596896" y="1218776"/>
            <a:ext cx="14639544" cy="3365695"/>
          </a:xfrm>
        </p:spPr>
        <p:txBody>
          <a:bodyPr anchor="b">
            <a:normAutofit fontScale="90000"/>
          </a:bodyPr>
          <a:lstStyle/>
          <a:p>
            <a:r>
              <a:rPr sz="8800" dirty="0" err="1"/>
              <a:t>實作練習</a:t>
            </a:r>
            <a:r>
              <a:rPr sz="8800" dirty="0"/>
              <a:t>(Hands on Exercises)</a:t>
            </a:r>
            <a:br>
              <a:rPr sz="8800" dirty="0"/>
            </a:br>
            <a:endParaRPr sz="8800" dirty="0"/>
          </a:p>
        </p:txBody>
      </p:sp>
      <p:sp>
        <p:nvSpPr>
          <p:cNvPr id="3" name="Content Placeholder 2">
            <a:extLst>
              <a:ext uri="{FF2B5EF4-FFF2-40B4-BE49-F238E27FC236}">
                <a16:creationId xmlns:a16="http://schemas.microsoft.com/office/drawing/2014/main" id="{BC9C6C09-1E64-CA4F-8494-490CAA3DF388}"/>
              </a:ext>
            </a:extLst>
          </p:cNvPr>
          <p:cNvSpPr>
            <a:spLocks noGrp="1"/>
          </p:cNvSpPr>
          <p:nvPr>
            <p:ph idx="1"/>
          </p:nvPr>
        </p:nvSpPr>
        <p:spPr>
          <a:xfrm>
            <a:off x="2596896" y="6988192"/>
            <a:ext cx="14639544" cy="11345523"/>
          </a:xfrm>
        </p:spPr>
        <p:txBody>
          <a:bodyPr>
            <a:normAutofit/>
          </a:bodyPr>
          <a:lstStyle/>
          <a:p>
            <a:pPr marL="1523985" indent="-1523985">
              <a:buFont typeface="Arial" panose="020B0604020202020204" pitchFamily="34" charset="0"/>
              <a:buChar char="•"/>
            </a:pPr>
            <a:r>
              <a:rPr sz="6000" dirty="0" err="1"/>
              <a:t>熟悉</a:t>
            </a:r>
            <a:r>
              <a:rPr lang="zh-TW" altLang="en-US" sz="6000" dirty="0"/>
              <a:t>開發</a:t>
            </a:r>
            <a:r>
              <a:rPr sz="6000" dirty="0" err="1"/>
              <a:t>深度學習</a:t>
            </a:r>
            <a:r>
              <a:rPr lang="zh-TW" altLang="en-US" sz="6000" dirty="0"/>
              <a:t>模型</a:t>
            </a:r>
            <a:r>
              <a:rPr sz="6000" dirty="0" err="1"/>
              <a:t>的過程</a:t>
            </a:r>
            <a:br>
              <a:rPr sz="6000" dirty="0"/>
            </a:br>
            <a:endParaRPr sz="6000" dirty="0"/>
          </a:p>
          <a:p>
            <a:pPr marL="1523985" indent="-1523985">
              <a:buFont typeface="Arial" panose="020B0604020202020204" pitchFamily="34" charset="0"/>
              <a:buChar char="•"/>
            </a:pPr>
            <a:r>
              <a:rPr sz="6000" dirty="0" err="1"/>
              <a:t>接觸不同的模型和資料類型</a:t>
            </a:r>
            <a:r>
              <a:rPr sz="6000" dirty="0"/>
              <a:t>(datatypes)</a:t>
            </a:r>
            <a:br>
              <a:rPr sz="6000" dirty="0"/>
            </a:br>
            <a:endParaRPr sz="6000" dirty="0"/>
          </a:p>
          <a:p>
            <a:pPr marL="1523985" indent="-1523985">
              <a:buFont typeface="Arial" panose="020B0604020202020204" pitchFamily="34" charset="0"/>
              <a:buChar char="•"/>
            </a:pPr>
            <a:r>
              <a:rPr sz="6000" dirty="0"/>
              <a:t>為</a:t>
            </a:r>
            <a:r>
              <a:rPr lang="zh-TW" altLang="en-US" sz="6000" dirty="0"/>
              <a:t>進行</a:t>
            </a:r>
            <a:r>
              <a:rPr sz="6000" dirty="0" err="1"/>
              <a:t>你自己的專案</a:t>
            </a:r>
            <a:r>
              <a:rPr lang="zh-TW" altLang="en-US" sz="6000" dirty="0"/>
              <a:t>提供一個好的開始起點</a:t>
            </a:r>
            <a:br>
              <a:rPr sz="6000" dirty="0"/>
            </a:br>
            <a:endParaRPr sz="6000" dirty="0"/>
          </a:p>
        </p:txBody>
      </p:sp>
      <p:pic>
        <p:nvPicPr>
          <p:cNvPr id="6" name="Picture 5" descr="Sea of hands in the middle">
            <a:extLst>
              <a:ext uri="{FF2B5EF4-FFF2-40B4-BE49-F238E27FC236}">
                <a16:creationId xmlns:a16="http://schemas.microsoft.com/office/drawing/2014/main" id="{5FCCC926-26DB-498A-933E-3B042AFA56CD}"/>
              </a:ext>
            </a:extLst>
          </p:cNvPr>
          <p:cNvPicPr>
            <a:picLocks noChangeAspect="1"/>
          </p:cNvPicPr>
          <p:nvPr/>
        </p:nvPicPr>
        <p:blipFill rotWithShape="1">
          <a:blip r:embed="rId3"/>
          <a:srcRect l="25558" r="21192"/>
          <a:stretch/>
        </p:blipFill>
        <p:spPr>
          <a:xfrm>
            <a:off x="20162837" y="10"/>
            <a:ext cx="16413163" cy="20573990"/>
          </a:xfrm>
          <a:prstGeom prst="rect">
            <a:avLst/>
          </a:prstGeom>
          <a:noFill/>
          <a:ln w="9525">
            <a:solidFill>
              <a:schemeClr val="accent5"/>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31733448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2">
            <a:extLst>
              <a:ext uri="{FF2B5EF4-FFF2-40B4-BE49-F238E27FC236}">
                <a16:creationId xmlns:a16="http://schemas.microsoft.com/office/drawing/2014/main" id="{1B65CBA0-4C82-46BF-8A07-AAED8E004F72}"/>
              </a:ext>
            </a:extLst>
          </p:cNvPr>
          <p:cNvGraphicFramePr>
            <a:graphicFrameLocks noGrp="1"/>
          </p:cNvGraphicFramePr>
          <p:nvPr>
            <p:ph idx="1"/>
            <p:extLst>
              <p:ext uri="{D42A27DB-BD31-4B8C-83A1-F6EECF244321}">
                <p14:modId xmlns:p14="http://schemas.microsoft.com/office/powerpoint/2010/main" val="390162695"/>
              </p:ext>
            </p:extLst>
          </p:nvPr>
        </p:nvGraphicFramePr>
        <p:xfrm>
          <a:off x="1683313" y="4023504"/>
          <a:ext cx="33209373" cy="14221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FCF01FA6-5196-812D-AA3F-3B65F36B1C4B}"/>
              </a:ext>
            </a:extLst>
          </p:cNvPr>
          <p:cNvSpPr txBox="1">
            <a:spLocks/>
          </p:cNvSpPr>
          <p:nvPr/>
        </p:nvSpPr>
        <p:spPr>
          <a:xfrm>
            <a:off x="2514600" y="0"/>
            <a:ext cx="31546800" cy="2514601"/>
          </a:xfrm>
          <a:prstGeom prst="rect">
            <a:avLst/>
          </a:prstGeom>
        </p:spPr>
        <p:txBody>
          <a:bodyPr vert="horz" lIns="91440" tIns="45720" rIns="91440" bIns="45720" rtlCol="0" anchor="b">
            <a:normAutofit/>
          </a:bodyPr>
          <a:lst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a:lstStyle>
          <a:p>
            <a:r>
              <a:rPr dirty="0" err="1"/>
              <a:t>課程結構</a:t>
            </a:r>
            <a:endParaRPr dirty="0"/>
          </a:p>
        </p:txBody>
      </p:sp>
    </p:spTree>
    <p:extLst>
      <p:ext uri="{BB962C8B-B14F-4D97-AF65-F5344CB8AC3E}">
        <p14:creationId xmlns:p14="http://schemas.microsoft.com/office/powerpoint/2010/main" val="42495301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7AA2A08D-3EC1-4F87-A414-2B17B9A1A202}"/>
              </a:ext>
            </a:extLst>
          </p:cNvPr>
          <p:cNvGraphicFramePr>
            <a:graphicFrameLocks noGrp="1"/>
          </p:cNvGraphicFramePr>
          <p:nvPr>
            <p:ph idx="1"/>
            <p:extLst>
              <p:ext uri="{D42A27DB-BD31-4B8C-83A1-F6EECF244321}">
                <p14:modId xmlns:p14="http://schemas.microsoft.com/office/powerpoint/2010/main" val="3713425617"/>
              </p:ext>
            </p:extLst>
          </p:nvPr>
        </p:nvGraphicFramePr>
        <p:xfrm>
          <a:off x="1709208" y="5280634"/>
          <a:ext cx="33157583" cy="123930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5A1A1E26-394B-0DED-5A62-79D7CEA5B628}"/>
              </a:ext>
            </a:extLst>
          </p:cNvPr>
          <p:cNvSpPr txBox="1">
            <a:spLocks/>
          </p:cNvSpPr>
          <p:nvPr/>
        </p:nvSpPr>
        <p:spPr>
          <a:xfrm>
            <a:off x="2514600" y="0"/>
            <a:ext cx="31546800" cy="2514601"/>
          </a:xfrm>
          <a:prstGeom prst="rect">
            <a:avLst/>
          </a:prstGeom>
        </p:spPr>
        <p:txBody>
          <a:bodyPr vert="horz" lIns="91440" tIns="45720" rIns="91440" bIns="45720" rtlCol="0" anchor="b">
            <a:normAutofit/>
          </a:bodyPr>
          <a:lst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a:lstStyle>
          <a:p>
            <a:r>
              <a:rPr dirty="0" err="1"/>
              <a:t>課程平台</a:t>
            </a:r>
            <a:endParaRPr dirty="0"/>
          </a:p>
        </p:txBody>
      </p:sp>
    </p:spTree>
    <p:extLst>
      <p:ext uri="{BB962C8B-B14F-4D97-AF65-F5344CB8AC3E}">
        <p14:creationId xmlns:p14="http://schemas.microsoft.com/office/powerpoint/2010/main" val="3478078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4209B905-BDB3-4745-A81C-942D0782253D}"/>
              </a:ext>
            </a:extLst>
          </p:cNvPr>
          <p:cNvSpPr txBox="1">
            <a:spLocks/>
          </p:cNvSpPr>
          <p:nvPr/>
        </p:nvSpPr>
        <p:spPr bwMode="auto">
          <a:xfrm>
            <a:off x="20457167" y="5541152"/>
            <a:ext cx="13468407" cy="12311737"/>
          </a:xfrm>
          <a:prstGeom prst="rect">
            <a:avLst/>
          </a:prstGeom>
          <a:solidFill>
            <a:schemeClr val="bg2">
              <a:lumMod val="20000"/>
              <a:lumOff val="80000"/>
            </a:schemeClr>
          </a:solidFill>
          <a:ln w="9525">
            <a:solidFill>
              <a:schemeClr val="bg2">
                <a:lumMod val="75000"/>
              </a:schemeClr>
            </a:solidFill>
            <a:miter lim="800000"/>
            <a:headEnd/>
            <a:tailEnd/>
          </a:ln>
          <a:effectLst>
            <a:outerShdw blurRad="50800" dist="38100" dir="8100000" algn="tr" rotWithShape="0">
              <a:prstClr val="black">
                <a:alpha val="40000"/>
              </a:prstClr>
            </a:outerShdw>
          </a:effectLst>
        </p:spPr>
        <p:txBody>
          <a:bodyPr vert="horz" wrap="square" lIns="304800" tIns="152400" rIns="304800" bIns="152400" numCol="1" anchor="ctr" anchorCtr="0" compatLnSpc="1">
            <a:prstTxWarp prst="textNoShape">
              <a:avLst/>
            </a:prstTxWarp>
            <a:normAutofit/>
          </a:bodyPr>
          <a:lstStyle>
            <a:lvl1pPr marL="231775" indent="-231775" algn="l" rtl="0" fontAlgn="base">
              <a:lnSpc>
                <a:spcPct val="90000"/>
              </a:lnSpc>
              <a:spcBef>
                <a:spcPts val="900"/>
              </a:spcBef>
              <a:spcAft>
                <a:spcPts val="900"/>
              </a:spcAft>
              <a:buClr>
                <a:schemeClr val="bg2"/>
              </a:buClr>
              <a:buSzPct val="100000"/>
              <a:buFontTx/>
              <a:buBlip>
                <a:blip r:embed="rId3"/>
              </a:buBlip>
              <a:defRPr sz="2400" b="0">
                <a:solidFill>
                  <a:schemeClr val="bg1"/>
                </a:solidFill>
                <a:latin typeface="Trebuchet MS" pitchFamily="34" charset="0"/>
                <a:ea typeface="+mn-ea"/>
                <a:cs typeface="+mn-cs"/>
              </a:defRPr>
            </a:lvl1pPr>
            <a:lvl2pPr marL="803275" indent="-231775" algn="l" rtl="0" fontAlgn="base">
              <a:lnSpc>
                <a:spcPct val="90000"/>
              </a:lnSpc>
              <a:spcBef>
                <a:spcPts val="900"/>
              </a:spcBef>
              <a:spcAft>
                <a:spcPts val="900"/>
              </a:spcAft>
              <a:buClr>
                <a:schemeClr val="bg2"/>
              </a:buClr>
              <a:buSzPct val="100000"/>
              <a:buFontTx/>
              <a:buBlip>
                <a:blip r:embed="rId3"/>
              </a:buBlip>
              <a:defRPr sz="2000" b="0">
                <a:solidFill>
                  <a:schemeClr val="bg1"/>
                </a:solidFill>
                <a:latin typeface="Trebuchet MS" pitchFamily="34" charset="0"/>
              </a:defRPr>
            </a:lvl2pPr>
            <a:lvl3pPr marL="1255713" indent="-166688" algn="l" rtl="0" fontAlgn="base">
              <a:lnSpc>
                <a:spcPct val="90000"/>
              </a:lnSpc>
              <a:spcBef>
                <a:spcPts val="900"/>
              </a:spcBef>
              <a:spcAft>
                <a:spcPts val="900"/>
              </a:spcAft>
              <a:buClr>
                <a:schemeClr val="bg2"/>
              </a:buClr>
              <a:buSzPct val="100000"/>
              <a:buFontTx/>
              <a:buBlip>
                <a:blip r:embed="rId3"/>
              </a:buBlip>
              <a:defRPr sz="1800" b="0">
                <a:solidFill>
                  <a:schemeClr val="bg1"/>
                </a:solidFill>
                <a:latin typeface="Trebuchet MS" pitchFamily="34" charset="0"/>
              </a:defRPr>
            </a:lvl3pPr>
            <a:lvl4pPr marL="1774825" indent="-228600" algn="l" rtl="0" fontAlgn="base">
              <a:spcBef>
                <a:spcPct val="20000"/>
              </a:spcBef>
              <a:spcAft>
                <a:spcPct val="0"/>
              </a:spcAft>
              <a:buFont typeface="Wingdings" panose="05000000000000000000" pitchFamily="2" charset="2"/>
              <a:buChar char="§"/>
              <a:defRPr sz="1800" b="0">
                <a:solidFill>
                  <a:schemeClr val="tx1"/>
                </a:solidFill>
                <a:latin typeface="+mn-lt"/>
              </a:defRPr>
            </a:lvl4pPr>
            <a:lvl5pPr marL="2117725" indent="-228600" algn="l" rtl="0" fontAlgn="base">
              <a:spcBef>
                <a:spcPct val="20000"/>
              </a:spcBef>
              <a:spcAft>
                <a:spcPct val="0"/>
              </a:spcAft>
              <a:buFont typeface="Wingdings" panose="05000000000000000000" pitchFamily="2" charset="2"/>
              <a:buChar char="§"/>
              <a:defRPr sz="1800" b="0">
                <a:solidFill>
                  <a:schemeClr val="tx1"/>
                </a:solidFill>
                <a:latin typeface="+mn-lt"/>
              </a:defRPr>
            </a:lvl5pPr>
            <a:lvl6pPr marL="2574925" indent="-228600" algn="l" rtl="0" eaLnBrk="1" fontAlgn="base" hangingPunct="1">
              <a:spcBef>
                <a:spcPct val="20000"/>
              </a:spcBef>
              <a:spcAft>
                <a:spcPct val="0"/>
              </a:spcAft>
              <a:buChar char="»"/>
              <a:defRPr sz="1800">
                <a:solidFill>
                  <a:schemeClr val="bg1"/>
                </a:solidFill>
                <a:latin typeface="+mn-lt"/>
              </a:defRPr>
            </a:lvl6pPr>
            <a:lvl7pPr marL="3032125" indent="-228600" algn="l" rtl="0" eaLnBrk="1" fontAlgn="base" hangingPunct="1">
              <a:spcBef>
                <a:spcPct val="20000"/>
              </a:spcBef>
              <a:spcAft>
                <a:spcPct val="0"/>
              </a:spcAft>
              <a:buChar char="»"/>
              <a:defRPr sz="1800">
                <a:solidFill>
                  <a:schemeClr val="bg1"/>
                </a:solidFill>
                <a:latin typeface="+mn-lt"/>
              </a:defRPr>
            </a:lvl7pPr>
            <a:lvl8pPr marL="3489325" indent="-228600" algn="l" rtl="0" eaLnBrk="1" fontAlgn="base" hangingPunct="1">
              <a:spcBef>
                <a:spcPct val="20000"/>
              </a:spcBef>
              <a:spcAft>
                <a:spcPct val="0"/>
              </a:spcAft>
              <a:buChar char="»"/>
              <a:defRPr sz="1800">
                <a:solidFill>
                  <a:schemeClr val="bg1"/>
                </a:solidFill>
                <a:latin typeface="+mn-lt"/>
              </a:defRPr>
            </a:lvl8pPr>
            <a:lvl9pPr marL="3946525" indent="-228600" algn="l" rtl="0" eaLnBrk="1" fontAlgn="base" hangingPunct="1">
              <a:spcBef>
                <a:spcPct val="20000"/>
              </a:spcBef>
              <a:spcAft>
                <a:spcPct val="0"/>
              </a:spcAft>
              <a:buChar char="»"/>
              <a:defRPr sz="1800">
                <a:solidFill>
                  <a:schemeClr val="bg1"/>
                </a:solidFill>
                <a:latin typeface="+mn-lt"/>
              </a:defRPr>
            </a:lvl9pPr>
          </a:lstStyle>
          <a:p>
            <a:pPr marL="1142989" indent="-1142989" defTabSz="3047970">
              <a:buFontTx/>
              <a:buChar char="-"/>
            </a:pPr>
            <a:endParaRPr lang="en-US" sz="6667" kern="0" dirty="0"/>
          </a:p>
        </p:txBody>
      </p:sp>
      <p:sp>
        <p:nvSpPr>
          <p:cNvPr id="3" name="Content Placeholder 2">
            <a:extLst>
              <a:ext uri="{FF2B5EF4-FFF2-40B4-BE49-F238E27FC236}">
                <a16:creationId xmlns:a16="http://schemas.microsoft.com/office/drawing/2014/main" id="{BC9C6C09-1E64-CA4F-8494-490CAA3DF388}"/>
              </a:ext>
            </a:extLst>
          </p:cNvPr>
          <p:cNvSpPr>
            <a:spLocks noGrp="1"/>
          </p:cNvSpPr>
          <p:nvPr>
            <p:ph sz="half" idx="1"/>
          </p:nvPr>
        </p:nvSpPr>
        <p:spPr>
          <a:xfrm>
            <a:off x="2920122" y="5647412"/>
            <a:ext cx="16483543" cy="12311737"/>
          </a:xfrm>
          <a:solidFill>
            <a:schemeClr val="bg2">
              <a:lumMod val="20000"/>
              <a:lumOff val="80000"/>
            </a:schemeClr>
          </a:solidFill>
          <a:ln>
            <a:solidFill>
              <a:schemeClr val="bg2">
                <a:lumMod val="75000"/>
              </a:schemeClr>
            </a:solidFill>
          </a:ln>
          <a:effectLst>
            <a:outerShdw blurRad="50800" dist="38100" dir="8100000" algn="tr" rotWithShape="0">
              <a:prstClr val="black">
                <a:alpha val="40000"/>
              </a:prstClr>
            </a:outerShdw>
          </a:effectLst>
        </p:spPr>
        <p:txBody>
          <a:bodyPr wrap="square" anchor="ctr">
            <a:normAutofit/>
          </a:bodyPr>
          <a:lstStyle/>
          <a:p>
            <a:pPr>
              <a:buFont typeface="Arial"/>
              <a:buChar char="•"/>
            </a:pPr>
            <a:r>
              <a:rPr dirty="0" err="1"/>
              <a:t>主要深度學習</a:t>
            </a:r>
            <a:r>
              <a:rPr lang="zh-TW" altLang="en-US" dirty="0"/>
              <a:t>框架</a:t>
            </a:r>
            <a:r>
              <a:rPr dirty="0"/>
              <a:t>：</a:t>
            </a:r>
            <a:endParaRPr lang="en-US" dirty="0"/>
          </a:p>
          <a:p>
            <a:pPr lvl="1">
              <a:buFont typeface="Arial"/>
              <a:buChar char="•"/>
            </a:pPr>
            <a:r>
              <a:rPr dirty="0"/>
              <a:t>TensorFlow + </a:t>
            </a:r>
            <a:r>
              <a:rPr dirty="0" err="1"/>
              <a:t>Keras</a:t>
            </a:r>
            <a:r>
              <a:rPr dirty="0"/>
              <a:t> (Google)</a:t>
            </a:r>
          </a:p>
          <a:p>
            <a:pPr lvl="1">
              <a:buFont typeface="Arial"/>
              <a:buChar char="•"/>
            </a:pPr>
            <a:r>
              <a:rPr dirty="0" err="1"/>
              <a:t>PyTorch</a:t>
            </a:r>
            <a:r>
              <a:rPr dirty="0"/>
              <a:t> (Meta)</a:t>
            </a:r>
          </a:p>
          <a:p>
            <a:pPr lvl="1">
              <a:buFont typeface="Arial"/>
              <a:buChar char="•"/>
            </a:pPr>
            <a:r>
              <a:rPr dirty="0" err="1"/>
              <a:t>MXNet</a:t>
            </a:r>
            <a:r>
              <a:rPr dirty="0"/>
              <a:t> (Apache)</a:t>
            </a:r>
          </a:p>
          <a:p>
            <a:pPr>
              <a:buFont typeface="Arial"/>
              <a:buChar char="•"/>
            </a:pPr>
            <a:r>
              <a:rPr dirty="0" err="1"/>
              <a:t>我們將使用</a:t>
            </a:r>
            <a:r>
              <a:rPr dirty="0"/>
              <a:t> </a:t>
            </a:r>
            <a:r>
              <a:rPr dirty="0" err="1"/>
              <a:t>PyTorch</a:t>
            </a:r>
            <a:endParaRPr dirty="0"/>
          </a:p>
          <a:p>
            <a:pPr>
              <a:buFont typeface="Arial"/>
              <a:buChar char="•"/>
            </a:pPr>
            <a:r>
              <a:rPr lang="zh-TW" altLang="en-US" dirty="0"/>
              <a:t>建議你</a:t>
            </a:r>
            <a:r>
              <a:rPr dirty="0" err="1"/>
              <a:t>未來</a:t>
            </a:r>
            <a:r>
              <a:rPr lang="zh-TW" altLang="en-US" dirty="0"/>
              <a:t>也</a:t>
            </a:r>
            <a:r>
              <a:rPr dirty="0" err="1"/>
              <a:t>接觸其他</a:t>
            </a:r>
            <a:r>
              <a:rPr lang="zh-TW" altLang="en-US" dirty="0"/>
              <a:t>框架</a:t>
            </a:r>
            <a:br>
              <a:rPr dirty="0"/>
            </a:br>
            <a:endParaRPr lang="en-US" sz="6667" dirty="0">
              <a:latin typeface="Trebuchet MS"/>
            </a:endParaRPr>
          </a:p>
        </p:txBody>
      </p:sp>
      <p:pic>
        <p:nvPicPr>
          <p:cNvPr id="2050" name="Picture 2" descr="TensorFlow">
            <a:extLst>
              <a:ext uri="{FF2B5EF4-FFF2-40B4-BE49-F238E27FC236}">
                <a16:creationId xmlns:a16="http://schemas.microsoft.com/office/drawing/2014/main" id="{07BF478C-9AD4-4503-B2B5-D336D2BFFE8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479" r="13913"/>
          <a:stretch/>
        </p:blipFill>
        <p:spPr bwMode="auto">
          <a:xfrm>
            <a:off x="21095367" y="7840470"/>
            <a:ext cx="5532787" cy="4267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060D075-B125-42CF-8CA6-AE1E8DB386E2}"/>
              </a:ext>
            </a:extLst>
          </p:cNvPr>
          <p:cNvPicPr>
            <a:picLocks noChangeAspect="1"/>
          </p:cNvPicPr>
          <p:nvPr/>
        </p:nvPicPr>
        <p:blipFill rotWithShape="1">
          <a:blip r:embed="rId5"/>
          <a:srcRect t="10602" r="83786" b="78422"/>
          <a:stretch/>
        </p:blipFill>
        <p:spPr>
          <a:xfrm>
            <a:off x="27311690" y="8844919"/>
            <a:ext cx="5930347" cy="2258303"/>
          </a:xfrm>
          <a:prstGeom prst="rect">
            <a:avLst/>
          </a:prstGeom>
        </p:spPr>
      </p:pic>
      <p:pic>
        <p:nvPicPr>
          <p:cNvPr id="2052" name="Picture 4" descr="GitHub - apache/incubator-mxnet: Lightweight, Portable, Flexible ...">
            <a:extLst>
              <a:ext uri="{FF2B5EF4-FFF2-40B4-BE49-F238E27FC236}">
                <a16:creationId xmlns:a16="http://schemas.microsoft.com/office/drawing/2014/main" id="{01C5C483-40FB-4D4B-AFF0-3B3F607188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75794" y="13353512"/>
            <a:ext cx="7231153" cy="246687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4A88A6F6-D7E7-3334-D0E4-9A278F4B8A27}"/>
              </a:ext>
            </a:extLst>
          </p:cNvPr>
          <p:cNvSpPr txBox="1">
            <a:spLocks/>
          </p:cNvSpPr>
          <p:nvPr/>
        </p:nvSpPr>
        <p:spPr>
          <a:xfrm>
            <a:off x="2514600" y="0"/>
            <a:ext cx="31546800" cy="2514601"/>
          </a:xfrm>
          <a:prstGeom prst="rect">
            <a:avLst/>
          </a:prstGeom>
        </p:spPr>
        <p:txBody>
          <a:bodyPr vert="horz" lIns="91440" tIns="45720" rIns="91440" bIns="45720" rtlCol="0" anchor="b">
            <a:normAutofit/>
          </a:bodyPr>
          <a:lst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a:lstStyle>
          <a:p>
            <a:r>
              <a:rPr dirty="0" err="1"/>
              <a:t>本課程的軟體</a:t>
            </a:r>
            <a:r>
              <a:rPr lang="zh-TW" altLang="en-US" dirty="0"/>
              <a:t>環境</a:t>
            </a:r>
            <a:endParaRPr dirty="0"/>
          </a:p>
        </p:txBody>
      </p:sp>
    </p:spTree>
    <p:extLst>
      <p:ext uri="{BB962C8B-B14F-4D97-AF65-F5344CB8AC3E}">
        <p14:creationId xmlns:p14="http://schemas.microsoft.com/office/powerpoint/2010/main" val="32933562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7480B1A-E23B-9D80-98EE-665E95605347}"/>
              </a:ext>
            </a:extLst>
          </p:cNvPr>
          <p:cNvSpPr>
            <a:spLocks noGrp="1"/>
          </p:cNvSpPr>
          <p:nvPr>
            <p:ph type="body" sz="quarter" idx="13"/>
          </p:nvPr>
        </p:nvSpPr>
        <p:spPr>
          <a:xfrm>
            <a:off x="1473866" y="1865236"/>
            <a:ext cx="24718614" cy="5943600"/>
          </a:xfrm>
        </p:spPr>
        <p:txBody>
          <a:bodyPr/>
          <a:lstStyle/>
          <a:p>
            <a:br>
              <a:rPr dirty="0"/>
            </a:br>
            <a:r>
              <a:rPr dirty="0" err="1"/>
              <a:t>第一個</a:t>
            </a:r>
            <a:r>
              <a:rPr lang="zh-TW" altLang="en-US" dirty="0"/>
              <a:t>實作</a:t>
            </a:r>
            <a:r>
              <a:rPr dirty="0" err="1"/>
              <a:t>練習</a:t>
            </a:r>
            <a:r>
              <a:rPr dirty="0"/>
              <a:t>：</a:t>
            </a:r>
            <a:br>
              <a:rPr dirty="0"/>
            </a:br>
            <a:r>
              <a:rPr dirty="0" err="1"/>
              <a:t>分類手寫數字</a:t>
            </a:r>
            <a:r>
              <a:rPr dirty="0"/>
              <a:t>(Classify Handwritten Digits)</a:t>
            </a:r>
            <a:br>
              <a:rPr dirty="0"/>
            </a:br>
            <a:endParaRPr lang="en-US" dirty="0"/>
          </a:p>
        </p:txBody>
      </p:sp>
    </p:spTree>
    <p:extLst>
      <p:ext uri="{BB962C8B-B14F-4D97-AF65-F5344CB8AC3E}">
        <p14:creationId xmlns:p14="http://schemas.microsoft.com/office/powerpoint/2010/main" val="28322537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wrap="square" anchor="b">
            <a:normAutofit/>
          </a:bodyPr>
          <a:lstStyle/>
          <a:p>
            <a:r>
              <a:rPr dirty="0"/>
              <a:t>Hello Neural Networks</a:t>
            </a:r>
          </a:p>
        </p:txBody>
      </p:sp>
      <p:graphicFrame>
        <p:nvGraphicFramePr>
          <p:cNvPr id="5" name="Content Placeholder 2">
            <a:extLst>
              <a:ext uri="{FF2B5EF4-FFF2-40B4-BE49-F238E27FC236}">
                <a16:creationId xmlns:a16="http://schemas.microsoft.com/office/drawing/2014/main" id="{088A9FA5-A539-40A7-A175-CCCD322E452C}"/>
              </a:ext>
            </a:extLst>
          </p:cNvPr>
          <p:cNvGraphicFramePr>
            <a:graphicFrameLocks noGrp="1"/>
          </p:cNvGraphicFramePr>
          <p:nvPr>
            <p:ph idx="4294967295"/>
            <p:extLst>
              <p:ext uri="{D42A27DB-BD31-4B8C-83A1-F6EECF244321}">
                <p14:modId xmlns:p14="http://schemas.microsoft.com/office/powerpoint/2010/main" val="2656241175"/>
              </p:ext>
            </p:extLst>
          </p:nvPr>
        </p:nvGraphicFramePr>
        <p:xfrm>
          <a:off x="1706562" y="3429002"/>
          <a:ext cx="33162875" cy="149952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163172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3" name="Text Placeholder 2">
            <a:extLst>
              <a:ext uri="{FF2B5EF4-FFF2-40B4-BE49-F238E27FC236}">
                <a16:creationId xmlns:a16="http://schemas.microsoft.com/office/drawing/2014/main" id="{2964C5BC-E618-B0B6-453D-F4F6107CFB5B}"/>
              </a:ext>
            </a:extLst>
          </p:cNvPr>
          <p:cNvSpPr>
            <a:spLocks noGrp="1"/>
          </p:cNvSpPr>
          <p:nvPr>
            <p:ph type="body" sz="quarter" idx="13"/>
          </p:nvPr>
        </p:nvSpPr>
        <p:spPr/>
        <p:txBody>
          <a:bodyPr/>
          <a:lstStyle/>
          <a:p>
            <a:r>
              <a:t>Let’s Go!讓我們開始吧！</a:t>
            </a:r>
            <a:br/>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Tree>
    <p:extLst>
      <p:ext uri="{BB962C8B-B14F-4D97-AF65-F5344CB8AC3E}">
        <p14:creationId xmlns:p14="http://schemas.microsoft.com/office/powerpoint/2010/main" val="19276185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2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CF33B71089DC448F3A861CCE49DD4C" ma:contentTypeVersion="13" ma:contentTypeDescription="Create a new document." ma:contentTypeScope="" ma:versionID="0cf5159ec680aa7cc1f777e5ce312ee3">
  <xsd:schema xmlns:xsd="http://www.w3.org/2001/XMLSchema" xmlns:xs="http://www.w3.org/2001/XMLSchema" xmlns:p="http://schemas.microsoft.com/office/2006/metadata/properties" xmlns:ns3="33156d47-4ed2-41b4-b82d-0bdc41d51c72" xmlns:ns4="eac25ff7-bb51-4c67-b289-9013749df816" targetNamespace="http://schemas.microsoft.com/office/2006/metadata/properties" ma:root="true" ma:fieldsID="4c9ed958f862375c990245d6dd11fe88" ns3:_="" ns4:_="">
    <xsd:import namespace="33156d47-4ed2-41b4-b82d-0bdc41d51c72"/>
    <xsd:import namespace="eac25ff7-bb51-4c67-b289-9013749df81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LengthInSeconds" minOccurs="0"/>
                <xsd:element ref="ns4:MediaServiceGenerationTime" minOccurs="0"/>
                <xsd:element ref="ns4:MediaServiceEventHashCode" minOccurs="0"/>
                <xsd:element ref="ns4:MediaServiceOCR"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156d47-4ed2-41b4-b82d-0bdc41d51c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c25ff7-bb51-4c67-b289-9013749df81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ac25ff7-bb51-4c67-b289-9013749df816" xsi:nil="true"/>
  </documentManagement>
</p:properties>
</file>

<file path=customXml/itemProps1.xml><?xml version="1.0" encoding="utf-8"?>
<ds:datastoreItem xmlns:ds="http://schemas.openxmlformats.org/officeDocument/2006/customXml" ds:itemID="{F5A703DD-F8CD-47FA-B90D-65B68D854B44}">
  <ds:schemaRefs>
    <ds:schemaRef ds:uri="33156d47-4ed2-41b4-b82d-0bdc41d51c72"/>
    <ds:schemaRef ds:uri="eac25ff7-bb51-4c67-b289-9013749df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65AC8C1-8675-4762-89BF-D102E51271A0}">
  <ds:schemaRefs>
    <ds:schemaRef ds:uri="http://schemas.microsoft.com/sharepoint/v3/contenttype/forms"/>
  </ds:schemaRefs>
</ds:datastoreItem>
</file>

<file path=customXml/itemProps3.xml><?xml version="1.0" encoding="utf-8"?>
<ds:datastoreItem xmlns:ds="http://schemas.openxmlformats.org/officeDocument/2006/customXml" ds:itemID="{EA4C7E1E-6C20-440E-941A-535F1A24C014}">
  <ds:schemaRefs>
    <ds:schemaRef ds:uri="33156d47-4ed2-41b4-b82d-0bdc41d51c72"/>
    <ds:schemaRef ds:uri="eac25ff7-bb51-4c67-b289-9013749df8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GenAI_slides1</Template>
  <TotalTime>5625</TotalTime>
  <Words>2326</Words>
  <Application>Microsoft Office PowerPoint</Application>
  <PresentationFormat>Custom</PresentationFormat>
  <Paragraphs>339</Paragraphs>
  <Slides>39</Slides>
  <Notes>37</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39</vt:i4>
      </vt:variant>
    </vt:vector>
  </HeadingPairs>
  <TitlesOfParts>
    <vt:vector size="52" baseType="lpstr">
      <vt:lpstr>Noto Sans Symbols</vt:lpstr>
      <vt:lpstr>Arial</vt:lpstr>
      <vt:lpstr>NVIDIA Sans</vt:lpstr>
      <vt:lpstr>NVIDIA Sans Light</vt:lpstr>
      <vt:lpstr>NVIDIA Sans Medium</vt:lpstr>
      <vt:lpstr>Questrial</vt:lpstr>
      <vt:lpstr>Roboto Mono</vt:lpstr>
      <vt:lpstr>Trebuchet MS</vt:lpstr>
      <vt:lpstr>Wingdings</vt:lpstr>
      <vt:lpstr>Title Only</vt:lpstr>
      <vt:lpstr>2_Title &amp; Bullet</vt:lpstr>
      <vt:lpstr>3_Title &amp; Bullet</vt:lpstr>
      <vt:lpstr>Title &amp; Bullet</vt:lpstr>
      <vt:lpstr>深度學習基本原理 (Fundamentals of Deep Learning)</vt:lpstr>
      <vt:lpstr>PowerPoint Presentation</vt:lpstr>
      <vt:lpstr>PowerPoint Presentation</vt:lpstr>
      <vt:lpstr>PowerPoint Presentation</vt:lpstr>
      <vt:lpstr>本課程的目標</vt:lpstr>
      <vt:lpstr>PowerPoint Presentation</vt:lpstr>
      <vt:lpstr>人類與機器學習(Machine Learning)的比較</vt:lpstr>
      <vt:lpstr>讓我們開始吧 </vt:lpstr>
      <vt:lpstr>PowerPoint Presentation</vt:lpstr>
      <vt:lpstr>人工智慧(AI)的起源</vt:lpstr>
      <vt:lpstr>早期神經網路(Neural Networks)</vt:lpstr>
      <vt:lpstr>專家系統(Expert Systems)</vt:lpstr>
      <vt:lpstr>專家系統(Expert Systems) - 限制 </vt:lpstr>
      <vt:lpstr>孩子們如何學習？ </vt:lpstr>
      <vt:lpstr>PowerPoint Presentation</vt:lpstr>
      <vt:lpstr>數據 </vt:lpstr>
      <vt:lpstr>運算能力 </vt:lpstr>
      <vt:lpstr>GPU的重要性 </vt:lpstr>
      <vt:lpstr>PowerPoint Presentation</vt:lpstr>
      <vt:lpstr>PowerPoint Presentation</vt:lpstr>
      <vt:lpstr>傳統程式開發</vt:lpstr>
      <vt:lpstr>機器學習(Machine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實作練習(Hands on Exercises) </vt:lpstr>
      <vt:lpstr>PowerPoint Presentation</vt:lpstr>
      <vt:lpstr>PowerPoint Presentation</vt:lpstr>
      <vt:lpstr>PowerPoint Presentation</vt:lpstr>
      <vt:lpstr>PowerPoint Presentation</vt:lpstr>
      <vt:lpstr>Hello Neural Networks</vt:lpstr>
      <vt:lpstr>PowerPoint Presentation</vt:lpstr>
      <vt:lpstr>PowerPoint Presentation</vt:lpstr>
    </vt:vector>
  </TitlesOfParts>
  <Company>NVIDIA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Danielle Detering</dc:creator>
  <cp:lastModifiedBy>Herman Wu</cp:lastModifiedBy>
  <cp:revision>23</cp:revision>
  <dcterms:created xsi:type="dcterms:W3CDTF">2023-09-14T23:38:20Z</dcterms:created>
  <dcterms:modified xsi:type="dcterms:W3CDTF">2025-04-16T18:53:33Z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0x01010004CF33B71089DC448F3A861CCE49DD4C</vt:lpwstr>
  </property>
</Properties>
</file>