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1" r:id="rId2"/>
    <p:sldMasterId id="2147483709" r:id="rId3"/>
  </p:sldMasterIdLst>
  <p:notesMasterIdLst>
    <p:notesMasterId r:id="rId21"/>
  </p:notesMasterIdLst>
  <p:sldIdLst>
    <p:sldId id="256" r:id="rId4"/>
    <p:sldId id="55014529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36576000" cy="20574000"/>
  <p:notesSz cx="6858000" cy="9144000"/>
  <p:embeddedFontLst>
    <p:embeddedFont>
      <p:font typeface="NVIDIA Sans" panose="020B0503020203020204" pitchFamily="34" charset="0"/>
      <p:regular r:id="rId22"/>
      <p:bold r:id="rId23"/>
      <p:italic r:id="rId24"/>
      <p:boldItalic r:id="rId25"/>
    </p:embeddedFont>
    <p:embeddedFont>
      <p:font typeface="NVIDIA Sans Light" panose="020B0303020203020204" pitchFamily="34" charset="0"/>
      <p:regular r:id="rId26"/>
      <p:italic r:id="rId27"/>
    </p:embeddedFont>
    <p:embeddedFont>
      <p:font typeface="NVIDIA Sans Medium" panose="020B0603020203020204" pitchFamily="34" charset="0"/>
      <p:regular r:id="rId28"/>
      <p:italic r:id="rId29"/>
    </p:embeddedFont>
    <p:embeddedFont>
      <p:font typeface="Questrial" pitchFamily="2" charset="0"/>
      <p:regular r:id="rId30"/>
    </p:embeddedFont>
    <p:embeddedFont>
      <p:font typeface="Roboto Mono" panose="00000009000000000000" pitchFamily="49" charset="0"/>
      <p:regular r:id="rId31"/>
      <p:bold r:id="rId32"/>
      <p:italic r:id="rId33"/>
      <p:boldItalic r:id="rId34"/>
    </p:embeddedFont>
    <p:embeddedFont>
      <p:font typeface="Trebuchet MS" panose="020B0603020202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hV/n5PSczQ22hzUYjrBKQmpb84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7EA475-F84E-45A6-9FF7-03227497CD90}">
  <a:tblStyle styleId="{7E7EA475-F84E-45A6-9FF7-03227497CD90}" styleName="Table_0">
    <a:wholeTbl>
      <a:tcTxStyle b="off" i="off">
        <a:font>
          <a:latin typeface="NVIDIA Sans"/>
          <a:ea typeface="NVIDIA Sans"/>
          <a:cs typeface="NVIDIA San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DEA"/>
          </a:solidFill>
        </a:fill>
      </a:tcStyle>
    </a:wholeTbl>
    <a:band1H>
      <a:tcTxStyle/>
      <a:tcStyle>
        <a:tcBdr/>
        <a:fill>
          <a:solidFill>
            <a:srgbClr val="CAD8D2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8D2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NVIDIA Sans"/>
          <a:ea typeface="NVIDIA Sans"/>
          <a:cs typeface="NVIDIA San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0090" autoAdjust="0"/>
  </p:normalViewPr>
  <p:slideViewPr>
    <p:cSldViewPr snapToGrid="0">
      <p:cViewPr>
        <p:scale>
          <a:sx n="25" d="100"/>
          <a:sy n="25" d="100"/>
        </p:scale>
        <p:origin x="950" y="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5.fntdata"/><Relationship Id="rId39" Type="http://customschemas.google.com/relationships/presentationmetadata" Target="meta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8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10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77346" y="8736014"/>
            <a:ext cx="963023" cy="3317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5" name="Google Shape;76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1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3AD357-0C40-4436-9D38-C47D60C1C9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VIDIA Sans" panose="020B0503020203020204" pitchFamily="34" charset="0"/>
                <a:ea typeface="+mn-ea"/>
                <a:cs typeface="NVIDIA Sans" panose="020B050302020302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VIDIA Sans" panose="020B0503020203020204" pitchFamily="34" charset="0"/>
              <a:ea typeface="+mn-ea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567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0" name="Google Shape;78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讓我們花點時間回顧一下到目前為止學到的一些概念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6" name="Google Shape;78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問題：這些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名詞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是什麼，它們各自的功能是什麼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？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答案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Learning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Rate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是我們在梯度下降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期間改變參數（權重）的幅度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層數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(Number of Layers)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是我們神經網路的深度</a:t>
            </a:r>
            <a:endParaRPr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sz="1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每層神經元數</a:t>
            </a:r>
            <a:r>
              <a:rPr lang="en-US" altLang="zh-TW" sz="1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Neurons per Layer)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是神經網路層的寬度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活化函式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(Activation Function)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是我們如何轉換神經元的輸出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Dropout在訓練期間隨機關閉神經元以防止過度擬合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(overfitting)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資料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(Data)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是我們用來訓練模型的範例。如果資料不夠乾淨或多樣化，模型將無法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推演出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真實世界的情況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設計機器學習模型需要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處理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很多工作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！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4" name="Google Shape;7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如果我們不必做所有這些工作，那不是很好嗎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？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0" name="Google Shape;8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好消息是越來越多的團隊和研究人員正在使其模型易於取得。不僅有像NVIDIA的GPU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Cloud這樣的網站可以下載即用的模型，而且TensorFlow和PyTorch在其框架內都有模組，可以根據模型在TensorFlow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Hub或PyTorch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Hub網站上的URL將模型載入python。Keras本身就附帶預先打包的模型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更好的消息？所有這些模型都是免費的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！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6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0" name="Google Shape;81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我們將要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測試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的模型稱為VGG16，它在一篇標題為「用於大規模圖像識別的非常深卷積網路(Very Deep Convolutional Networks for Large-Scale Image Recognition)」的論文中提出。它是2014年ImageNet挑戰賽的獲勝架構。ImageNet是一個包含數百萬張照片的資料庫，這些照片已被標記為數千個類別，包括動物、食物、樹木、運動和人物。最近，這些物體檢測模型的表現優於人類，準確度超過95%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VGG16論文：https://arxiv.org/abs/1409.1556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ImageNet：http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://www.image-net.org/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ImageNet樹狀瀏覽：http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://imagenet.stanford.edu/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synset?wnid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=n03769722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5" name="Google Shape;82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還有什麼比使用這個模型來製作自動化狗門更好的用途呢？我們不再需要在半夜起床讓寵物出門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！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由於ImageNet有許多動物圖片，我們將使用它來識別我們的犬類朋友，並阻止所有其他生物進入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8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6" name="Google Shape;83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在你完成狗門後，我們將使用一種稱為遷移學習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(Transfer Learning)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的方法來應對另一個挑戰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9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2" name="Google Shape;8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好消息！美國特勤局已經了解到我們出色的機器學習技能，並與我們簽約為白宮製作一個狗門。為了幫助我們，他們給了我們一些Bo的照片，Bo是一隻葡萄牙水犬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Portuguese Water Dog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，從2009年到2017年擔任「第一犬」。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我們需要確保這個門只識別Bo，而不是任何其他試圖潛入白宮的狗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10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3" name="Google Shape;85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麻煩的是，我們不能使用我們的預訓練模型，因為它只能識別狗的一般特徵。VGG16無法區分Bo和其他種類的狗。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但如果一個模型已經能夠辨認什麼是狗，把它作為起點不是很好嗎？事實證明，我們可以！我們只需要做一點</a:t>
            </a:r>
            <a:r>
              <a:rPr lang="en-US" altLang="zh-TW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腦部手術</a:t>
            </a:r>
            <a:r>
              <a:rPr lang="en-US" altLang="zh-TW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來實現它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1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0" name="Google Shape;86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幸運的是，我們對機器學習模型進行的手術比實際的腦部手術容易得多。我們將採用一個預訓練模型，並基本上切掉它的末端。我們將使用舊模型的頂層，然後在底部建立我們自己的新層。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技術上，我們可以按照我們想要的方式切割這些層，但有一個實際的理由使用舊模型的頂層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(top of the old model)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而不是底層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12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4" name="Google Shape;97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當我們從模型的開始移動到結束（在這種情況下是從左到右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），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我們的模型從更一般化變得更專業化。還記得我們談論過卷積模型的頂部如何捕捉邊緣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(edges)，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每一層都建立在上一層的基礎上構建更複雜的形狀嗎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？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模型中的層越多，這些形狀就會基於其訓練的資料變得越專業化。這些早期模式更具通用性，因此在進行遷移學習時，複製早期層中發現的構建塊(building blocks 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往往更有用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3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6" name="Google Shape;100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我們應該考慮的另一件事是我們是否要凍結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(freeze)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我們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使用的既有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模型的權重。凍結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Freezing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是另一種說法，表示我們將防止權重在訓練期間更新，或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者說讓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它們不可訓練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讓既有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模型的權重可訓練可以幫助新模型針對輸入的新資料集進行專業化，但請注意！如果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既有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模型像VGG16模型一樣大，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但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我們的新資料集太小，高數量的權重很容易導致過度擬合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(overfitting)。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現在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也是談論資料偏差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bias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的好時機。資料偏差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bias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是指我們的資料子集被過度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呈現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overrepresented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。例如，如果我們正在製作一個確定汽車製造商的模型，而我們的資料集中主要是卡車，我們的模型將很難識別廂型車、跑車和轎車。如果我們的資料集有偏差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biased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，我們的結果模型也會有偏差。這在關於人工智慧的</a:t>
            </a:r>
            <a:r>
              <a:rPr lang="en-US" dirty="0">
                <a:latin typeface="Trebuchet MS"/>
              </a:rPr>
              <a:t>使用倫理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的討論中經常出現。如果模型只在一個民族群體上訓練，那麼在代表性不足的群體中可能會導致一些尷尬的預測。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在使用遷移學習時，這是需要考慮的事情，因為我們的新模型可能會繼承舊模型的偏差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14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4" name="Google Shape;101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最後以一個有趣的方式結束，遷移學習是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進行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一種稱為夢境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(dreaming)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的好機會。當我們第一次討論CNN時，我們簡要地談到了這一點。這是通過將圖像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餵到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神經網路中的層來完成的，但不是進行梯度下降，而是通過梯度上升來最大化我們的損失。目標是誇大模型在我們圖像中看到的模式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在這裡，Bo已經通過InceptionV3模型的前三個卷積層，我們在這裡看到的是梯度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gradients</a:t>
            </a:r>
            <a:r>
              <a:rPr lang="en-US" altLang="zh-TW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我們可以看到隨著它的進展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，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神經網路的每一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層慢慢開始捕捉越來越多的細節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可惜地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是，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課程時間不夠我們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完整的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拆解這個機制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，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不過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如果你願意接受挑戰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，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下面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我們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提供了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如何做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完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這一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個部分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的教</a:t>
            </a:r>
            <a:r>
              <a:rPr lang="zh-TW" alt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學</a:t>
            </a: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連結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https://www.tensorflow.org/tutorials/generative/deepdream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5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3" name="Google Shape;102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首先，讓我們製作我們的狗門和總統狗門</a:t>
            </a: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16:notes"/>
          <p:cNvSpPr txBox="1">
            <a:spLocks noGrp="1"/>
          </p:cNvSpPr>
          <p:nvPr>
            <p:ph type="sldNum" idx="12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9" name="Google Shape;1029;p1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筆記：</a:t>
            </a:r>
            <a:endParaRPr/>
          </a:p>
        </p:txBody>
      </p:sp>
      <p:sp>
        <p:nvSpPr>
          <p:cNvPr id="1030" name="Google Shape;1030;p17:notes"/>
          <p:cNvSpPr txBox="1">
            <a:spLocks noGrp="1"/>
          </p:cNvSpPr>
          <p:nvPr>
            <p:ph type="sldNum" idx="12"/>
          </p:nvPr>
        </p:nvSpPr>
        <p:spPr>
          <a:xfrm>
            <a:off x="3663170" y="8829967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17</a:t>
            </a:fld>
            <a:endParaRPr sz="11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9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9" descr="A picture containing graphics, logo, symbol,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25" y="773531"/>
            <a:ext cx="8365991" cy="288231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9"/>
          <p:cNvSpPr txBox="1">
            <a:spLocks noGrp="1"/>
          </p:cNvSpPr>
          <p:nvPr>
            <p:ph type="ctrTitle"/>
          </p:nvPr>
        </p:nvSpPr>
        <p:spPr>
          <a:xfrm>
            <a:off x="1513012" y="2983577"/>
            <a:ext cx="19282214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  <a:defRPr sz="88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ubTitle" idx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Transi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21" descr="A close-up of green and whit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1"/>
          <p:cNvSpPr txBox="1">
            <a:spLocks noGrp="1"/>
          </p:cNvSpPr>
          <p:nvPr>
            <p:ph type="body" idx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Arial"/>
              <a:buNone/>
              <a:defRPr sz="9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/>
          <p:nvPr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">
  <p:cSld name="Title, Sub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Bullets">
  <p:cSld name="Title, Subtitle, Bulle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4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4" descr="A picture containing graphics, logo, symbol,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125" y="773531"/>
            <a:ext cx="8365991" cy="2882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t Testing Layout">
  <p:cSld name="Font Testing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25"/>
          <p:cNvSpPr/>
          <p:nvPr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87422" y="10556523"/>
            <a:ext cx="11022523" cy="786452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5"/>
          <p:cNvSpPr txBox="1">
            <a:spLocks noGrp="1"/>
          </p:cNvSpPr>
          <p:nvPr>
            <p:ph type="body" idx="3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4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  <a:defRPr sz="9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Arial"/>
              <a:buNone/>
              <a:defRPr sz="9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">
  <p:cSld name="CONFIDENTIAL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26"/>
          <p:cNvSpPr txBox="1"/>
          <p:nvPr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NVIDIA CONFIDENTIAL. DO NOT DISTRIBUTE.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_Title, Subtitle, Bullets">
  <p:cSld name="CODING_Title, Subtitle, Bulle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Coding">
  <p:cSld name="CONFIDENTIAL_Coding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8"/>
          <p:cNvSpPr txBox="1">
            <a:spLocks noGrp="1"/>
          </p:cNvSpPr>
          <p:nvPr>
            <p:ph type="body" idx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2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28"/>
          <p:cNvSpPr txBox="1"/>
          <p:nvPr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NVIDIA CONFIDENTIAL. DO NOT DISTRIBUTE.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29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body" idx="3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_Two Column">
  <p:cSld name="CONFIDENTIAL_Two Colum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body" idx="2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body" idx="3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30"/>
          <p:cNvSpPr txBox="1"/>
          <p:nvPr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NVIDIA CONFIDENTIAL. DO NOT DISTRIBUTE.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">
  <p:cSld name="Image Left - Text Righ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>
            <a:spLocks noGrp="1"/>
          </p:cNvSpPr>
          <p:nvPr>
            <p:ph type="pic" idx="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1"/>
          <p:cNvSpPr txBox="1">
            <a:spLocks noGrp="1"/>
          </p:cNvSpPr>
          <p:nvPr>
            <p:ph type="title"/>
          </p:nvPr>
        </p:nvSpPr>
        <p:spPr>
          <a:xfrm>
            <a:off x="19129248" y="302065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body" idx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body" idx="3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" name="Google Shape;74;p31"/>
          <p:cNvCxnSpPr/>
          <p:nvPr/>
        </p:nvCxnSpPr>
        <p:spPr>
          <a:xfrm>
            <a:off x="16413162" y="5693228"/>
            <a:ext cx="17282478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- Text Right NO SUBTITLE">
  <p:cSld name="Image Left - Text Right NO SUBTITLE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7" name="Google Shape;77;p32"/>
          <p:cNvCxnSpPr/>
          <p:nvPr/>
        </p:nvCxnSpPr>
        <p:spPr>
          <a:xfrm>
            <a:off x="16413162" y="5693228"/>
            <a:ext cx="17282478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32"/>
          <p:cNvSpPr txBox="1">
            <a:spLocks noGrp="1"/>
          </p:cNvSpPr>
          <p:nvPr>
            <p:ph type="title"/>
          </p:nvPr>
        </p:nvSpPr>
        <p:spPr>
          <a:xfrm>
            <a:off x="19129248" y="1218776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>
            <a:spLocks noGrp="1"/>
          </p:cNvSpPr>
          <p:nvPr>
            <p:ph type="pic" idx="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- Text Left">
  <p:cSld name="Image Right - Text Lef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3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>
            <a:spLocks noGrp="1"/>
          </p:cNvSpPr>
          <p:nvPr>
            <p:ph type="pic" idx="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33"/>
          <p:cNvSpPr txBox="1">
            <a:spLocks noGrp="1"/>
          </p:cNvSpPr>
          <p:nvPr>
            <p:ph type="title"/>
          </p:nvPr>
        </p:nvSpPr>
        <p:spPr>
          <a:xfrm>
            <a:off x="2596896" y="302065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3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33"/>
          <p:cNvSpPr txBox="1">
            <a:spLocks noGrp="1"/>
          </p:cNvSpPr>
          <p:nvPr>
            <p:ph type="body" idx="3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86" name="Google Shape;86;p33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7" name="Google Shape;87;p33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" name="Google Shape;88;p33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9" name="Google Shape;89;p33"/>
          <p:cNvCxnSpPr/>
          <p:nvPr/>
        </p:nvCxnSpPr>
        <p:spPr>
          <a:xfrm>
            <a:off x="0" y="5693228"/>
            <a:ext cx="1723644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ING Layout">
  <p:cSld name="CODING Layou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"/>
          <p:cNvSpPr/>
          <p:nvPr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4"/>
          <p:cNvSpPr txBox="1">
            <a:spLocks noGrp="1"/>
          </p:cNvSpPr>
          <p:nvPr>
            <p:ph type="title"/>
          </p:nvPr>
        </p:nvSpPr>
        <p:spPr>
          <a:xfrm>
            <a:off x="2596896" y="302065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Roboto Mono"/>
              <a:buNone/>
              <a:defRPr sz="7200" b="1" cap="none"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4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34"/>
          <p:cNvSpPr txBox="1">
            <a:spLocks noGrp="1"/>
          </p:cNvSpPr>
          <p:nvPr>
            <p:ph type="body" idx="2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34"/>
          <p:cNvSpPr/>
          <p:nvPr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219455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34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7" name="Google Shape;97;p34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" name="Google Shape;98;p34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9" name="Google Shape;99;p34"/>
          <p:cNvCxnSpPr/>
          <p:nvPr/>
        </p:nvCxnSpPr>
        <p:spPr>
          <a:xfrm>
            <a:off x="0" y="5693228"/>
            <a:ext cx="1723644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SUBTITLE - Image Right">
  <p:cSld name="Text Left NO SUBTITLE - Image Righ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>
            <a:spLocks noGrp="1"/>
          </p:cNvSpPr>
          <p:nvPr>
            <p:ph type="title"/>
          </p:nvPr>
        </p:nvSpPr>
        <p:spPr>
          <a:xfrm>
            <a:off x="2596896" y="1218776"/>
            <a:ext cx="14639544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body" idx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04" name="Google Shape;104;p35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05" name="Google Shape;105;p35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6" name="Google Shape;106;p35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07" name="Google Shape;107;p35"/>
          <p:cNvCxnSpPr/>
          <p:nvPr/>
        </p:nvCxnSpPr>
        <p:spPr>
          <a:xfrm>
            <a:off x="0" y="5693228"/>
            <a:ext cx="17236440" cy="0"/>
          </a:xfrm>
          <a:prstGeom prst="straightConnector1">
            <a:avLst/>
          </a:prstGeom>
          <a:noFill/>
          <a:ln w="317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35"/>
          <p:cNvSpPr>
            <a:spLocks noGrp="1"/>
          </p:cNvSpPr>
          <p:nvPr>
            <p:ph type="pic" idx="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TITLE ONLY - Image Right">
  <p:cSld name="Text Left TITLE ONLY - Image Righ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6"/>
          <p:cNvSpPr>
            <a:spLocks noGrp="1"/>
          </p:cNvSpPr>
          <p:nvPr>
            <p:ph type="pic" idx="2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36"/>
          <p:cNvSpPr txBox="1">
            <a:spLocks noGrp="1"/>
          </p:cNvSpPr>
          <p:nvPr>
            <p:ph type="title"/>
          </p:nvPr>
        </p:nvSpPr>
        <p:spPr>
          <a:xfrm>
            <a:off x="2596896" y="8604153"/>
            <a:ext cx="12179806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3" name="Google Shape;113;p36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14" name="Google Shape;114;p36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5" name="Google Shape;115;p36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eft NO BULLETS - Image Right ">
  <p:cSld name="Text Left NO BULLETS - Image Right 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7"/>
          <p:cNvSpPr/>
          <p:nvPr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7"/>
          <p:cNvSpPr txBox="1">
            <a:spLocks noGrp="1"/>
          </p:cNvSpPr>
          <p:nvPr>
            <p:ph type="title"/>
          </p:nvPr>
        </p:nvSpPr>
        <p:spPr>
          <a:xfrm>
            <a:off x="2596896" y="6829593"/>
            <a:ext cx="12143232" cy="33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37"/>
          <p:cNvSpPr txBox="1">
            <a:spLocks noGrp="1"/>
          </p:cNvSpPr>
          <p:nvPr>
            <p:ph type="body" idx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20" name="Google Shape;120;p37"/>
          <p:cNvGrpSpPr/>
          <p:nvPr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21" name="Google Shape;121;p37"/>
            <p:cNvSpPr/>
            <p:nvPr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" name="Google Shape;122;p37" descr="A picture containing shap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" name="Google Shape;123;p37"/>
          <p:cNvSpPr>
            <a:spLocks noGrp="1"/>
          </p:cNvSpPr>
          <p:nvPr>
            <p:ph type="pic" idx="2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rgbClr val="F2F2F2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Image Layout">
  <p:cSld name="Single Image Layou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8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38"/>
          <p:cNvSpPr>
            <a:spLocks noGrp="1"/>
          </p:cNvSpPr>
          <p:nvPr>
            <p:ph type="pic" idx="2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38"/>
          <p:cNvSpPr txBox="1">
            <a:spLocks noGrp="1"/>
          </p:cNvSpPr>
          <p:nvPr>
            <p:ph type="body" idx="3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p38"/>
          <p:cNvSpPr txBox="1">
            <a:spLocks noGrp="1"/>
          </p:cNvSpPr>
          <p:nvPr>
            <p:ph type="body" idx="4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w/ Text">
  <p:cSld name="Image w/ 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9"/>
          <p:cNvSpPr txBox="1">
            <a:spLocks noGrp="1"/>
          </p:cNvSpPr>
          <p:nvPr>
            <p:ph type="body" idx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" name="Google Shape;132;p39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9"/>
          <p:cNvSpPr txBox="1">
            <a:spLocks noGrp="1"/>
          </p:cNvSpPr>
          <p:nvPr>
            <p:ph type="body" idx="3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" name="Google Shape;134;p39"/>
          <p:cNvSpPr txBox="1">
            <a:spLocks noGrp="1"/>
          </p:cNvSpPr>
          <p:nvPr>
            <p:ph type="body" idx="4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3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9"/>
          <p:cNvSpPr txBox="1">
            <a:spLocks noGrp="1"/>
          </p:cNvSpPr>
          <p:nvPr>
            <p:ph type="body" idx="5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">
  <p:cSld name="2-up Image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40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40"/>
          <p:cNvSpPr>
            <a:spLocks noGrp="1"/>
          </p:cNvSpPr>
          <p:nvPr>
            <p:ph type="pic" idx="3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40"/>
          <p:cNvSpPr txBox="1">
            <a:spLocks noGrp="1"/>
          </p:cNvSpPr>
          <p:nvPr>
            <p:ph type="body" idx="4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40"/>
          <p:cNvSpPr txBox="1">
            <a:spLocks noGrp="1"/>
          </p:cNvSpPr>
          <p:nvPr>
            <p:ph type="body" idx="5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40"/>
          <p:cNvSpPr txBox="1">
            <a:spLocks noGrp="1"/>
          </p:cNvSpPr>
          <p:nvPr>
            <p:ph type="body" idx="6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40"/>
          <p:cNvSpPr txBox="1">
            <a:spLocks noGrp="1"/>
          </p:cNvSpPr>
          <p:nvPr>
            <p:ph type="body" idx="7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up Image Layout with Bullets">
  <p:cSld name="2-up Image Layout with Bullets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1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" name="Google Shape;149;p41"/>
          <p:cNvSpPr>
            <a:spLocks noGrp="1"/>
          </p:cNvSpPr>
          <p:nvPr>
            <p:ph type="pic" idx="2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41"/>
          <p:cNvSpPr txBox="1">
            <a:spLocks noGrp="1"/>
          </p:cNvSpPr>
          <p:nvPr>
            <p:ph type="body" idx="3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" name="Google Shape;151;p41"/>
          <p:cNvSpPr>
            <a:spLocks noGrp="1"/>
          </p:cNvSpPr>
          <p:nvPr>
            <p:ph type="pic" idx="4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41"/>
          <p:cNvSpPr txBox="1">
            <a:spLocks noGrp="1"/>
          </p:cNvSpPr>
          <p:nvPr>
            <p:ph type="body" idx="5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508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Char char="•"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82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31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41"/>
          <p:cNvSpPr txBox="1">
            <a:spLocks noGrp="1"/>
          </p:cNvSpPr>
          <p:nvPr>
            <p:ph type="body" idx="6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41"/>
          <p:cNvSpPr txBox="1">
            <a:spLocks noGrp="1"/>
          </p:cNvSpPr>
          <p:nvPr>
            <p:ph type="body" idx="7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41"/>
          <p:cNvSpPr txBox="1">
            <a:spLocks noGrp="1"/>
          </p:cNvSpPr>
          <p:nvPr>
            <p:ph type="body" idx="8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" name="Google Shape;156;p41"/>
          <p:cNvSpPr txBox="1">
            <a:spLocks noGrp="1"/>
          </p:cNvSpPr>
          <p:nvPr>
            <p:ph type="body" idx="9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up Image">
  <p:cSld name="3-up Image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42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42"/>
          <p:cNvSpPr>
            <a:spLocks noGrp="1"/>
          </p:cNvSpPr>
          <p:nvPr>
            <p:ph type="pic" idx="2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42"/>
          <p:cNvSpPr>
            <a:spLocks noGrp="1"/>
          </p:cNvSpPr>
          <p:nvPr>
            <p:ph type="pic" idx="3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2"/>
          <p:cNvSpPr>
            <a:spLocks noGrp="1"/>
          </p:cNvSpPr>
          <p:nvPr>
            <p:ph type="pic" idx="4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42"/>
          <p:cNvSpPr txBox="1">
            <a:spLocks noGrp="1"/>
          </p:cNvSpPr>
          <p:nvPr>
            <p:ph type="body" idx="5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42"/>
          <p:cNvSpPr txBox="1">
            <a:spLocks noGrp="1"/>
          </p:cNvSpPr>
          <p:nvPr>
            <p:ph type="body" idx="6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42"/>
          <p:cNvSpPr txBox="1">
            <a:spLocks noGrp="1"/>
          </p:cNvSpPr>
          <p:nvPr>
            <p:ph type="body" idx="7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42"/>
          <p:cNvSpPr txBox="1">
            <a:spLocks noGrp="1"/>
          </p:cNvSpPr>
          <p:nvPr>
            <p:ph type="body" idx="8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p42"/>
          <p:cNvSpPr txBox="1">
            <a:spLocks noGrp="1"/>
          </p:cNvSpPr>
          <p:nvPr>
            <p:ph type="body" idx="9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p42"/>
          <p:cNvSpPr txBox="1">
            <a:spLocks noGrp="1"/>
          </p:cNvSpPr>
          <p:nvPr>
            <p:ph type="body" idx="13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up Image">
  <p:cSld name="4-up Image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" name="Google Shape;172;p43"/>
          <p:cNvSpPr>
            <a:spLocks noGrp="1"/>
          </p:cNvSpPr>
          <p:nvPr>
            <p:ph type="pic" idx="2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43"/>
          <p:cNvSpPr>
            <a:spLocks noGrp="1"/>
          </p:cNvSpPr>
          <p:nvPr>
            <p:ph type="pic" idx="3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43"/>
          <p:cNvSpPr>
            <a:spLocks noGrp="1"/>
          </p:cNvSpPr>
          <p:nvPr>
            <p:ph type="pic" idx="4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43"/>
          <p:cNvSpPr>
            <a:spLocks noGrp="1"/>
          </p:cNvSpPr>
          <p:nvPr>
            <p:ph type="pic" idx="5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43"/>
          <p:cNvSpPr txBox="1">
            <a:spLocks noGrp="1"/>
          </p:cNvSpPr>
          <p:nvPr>
            <p:ph type="body" idx="6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43"/>
          <p:cNvSpPr txBox="1">
            <a:spLocks noGrp="1"/>
          </p:cNvSpPr>
          <p:nvPr>
            <p:ph type="body" idx="7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43"/>
          <p:cNvSpPr txBox="1">
            <a:spLocks noGrp="1"/>
          </p:cNvSpPr>
          <p:nvPr>
            <p:ph type="body" idx="8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43"/>
          <p:cNvSpPr txBox="1">
            <a:spLocks noGrp="1"/>
          </p:cNvSpPr>
          <p:nvPr>
            <p:ph type="body" idx="9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43"/>
          <p:cNvSpPr txBox="1">
            <a:spLocks noGrp="1"/>
          </p:cNvSpPr>
          <p:nvPr>
            <p:ph type="body" idx="13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43"/>
          <p:cNvSpPr txBox="1">
            <a:spLocks noGrp="1"/>
          </p:cNvSpPr>
          <p:nvPr>
            <p:ph type="body" idx="14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43"/>
          <p:cNvSpPr txBox="1">
            <a:spLocks noGrp="1"/>
          </p:cNvSpPr>
          <p:nvPr>
            <p:ph type="body" idx="15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43"/>
          <p:cNvSpPr txBox="1">
            <a:spLocks noGrp="1"/>
          </p:cNvSpPr>
          <p:nvPr>
            <p:ph type="body" idx="16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-up Image">
  <p:cSld name="5-up Image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"/>
          <p:cNvSpPr>
            <a:spLocks noGrp="1"/>
          </p:cNvSpPr>
          <p:nvPr>
            <p:ph type="pic" idx="2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44"/>
          <p:cNvSpPr>
            <a:spLocks noGrp="1"/>
          </p:cNvSpPr>
          <p:nvPr>
            <p:ph type="pic" idx="3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44"/>
          <p:cNvSpPr>
            <a:spLocks noGrp="1"/>
          </p:cNvSpPr>
          <p:nvPr>
            <p:ph type="pic" idx="4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44"/>
          <p:cNvSpPr txBox="1">
            <a:spLocks noGrp="1"/>
          </p:cNvSpPr>
          <p:nvPr>
            <p:ph type="body" idx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44"/>
          <p:cNvSpPr txBox="1">
            <a:spLocks noGrp="1"/>
          </p:cNvSpPr>
          <p:nvPr>
            <p:ph type="body" idx="5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44"/>
          <p:cNvSpPr txBox="1">
            <a:spLocks noGrp="1"/>
          </p:cNvSpPr>
          <p:nvPr>
            <p:ph type="body" idx="6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44"/>
          <p:cNvSpPr txBox="1">
            <a:spLocks noGrp="1"/>
          </p:cNvSpPr>
          <p:nvPr>
            <p:ph type="body" idx="7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44"/>
          <p:cNvSpPr txBox="1">
            <a:spLocks noGrp="1"/>
          </p:cNvSpPr>
          <p:nvPr>
            <p:ph type="body" idx="8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" name="Google Shape;193;p44"/>
          <p:cNvSpPr txBox="1">
            <a:spLocks noGrp="1"/>
          </p:cNvSpPr>
          <p:nvPr>
            <p:ph type="body" idx="9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" name="Google Shape;194;p44"/>
          <p:cNvSpPr>
            <a:spLocks noGrp="1"/>
          </p:cNvSpPr>
          <p:nvPr>
            <p:ph type="pic" idx="13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44"/>
          <p:cNvSpPr>
            <a:spLocks noGrp="1"/>
          </p:cNvSpPr>
          <p:nvPr>
            <p:ph type="pic" idx="14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44"/>
          <p:cNvSpPr txBox="1">
            <a:spLocks noGrp="1"/>
          </p:cNvSpPr>
          <p:nvPr>
            <p:ph type="body" idx="15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" name="Google Shape;197;p44"/>
          <p:cNvSpPr txBox="1">
            <a:spLocks noGrp="1"/>
          </p:cNvSpPr>
          <p:nvPr>
            <p:ph type="body" idx="16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" name="Google Shape;198;p44"/>
          <p:cNvSpPr txBox="1">
            <a:spLocks noGrp="1"/>
          </p:cNvSpPr>
          <p:nvPr>
            <p:ph type="body" idx="17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" name="Google Shape;199;p44"/>
          <p:cNvSpPr txBox="1">
            <a:spLocks noGrp="1"/>
          </p:cNvSpPr>
          <p:nvPr>
            <p:ph type="body" idx="18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4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4"/>
          <p:cNvSpPr txBox="1">
            <a:spLocks noGrp="1"/>
          </p:cNvSpPr>
          <p:nvPr>
            <p:ph type="body" idx="19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-up Image">
  <p:cSld name="6-up Image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5"/>
          <p:cNvSpPr>
            <a:spLocks noGrp="1"/>
          </p:cNvSpPr>
          <p:nvPr>
            <p:ph type="pic" idx="2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45"/>
          <p:cNvSpPr>
            <a:spLocks noGrp="1"/>
          </p:cNvSpPr>
          <p:nvPr>
            <p:ph type="pic" idx="3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45"/>
          <p:cNvSpPr>
            <a:spLocks noGrp="1"/>
          </p:cNvSpPr>
          <p:nvPr>
            <p:ph type="pic" idx="4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45"/>
          <p:cNvSpPr txBox="1">
            <a:spLocks noGrp="1"/>
          </p:cNvSpPr>
          <p:nvPr>
            <p:ph type="body" idx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p45"/>
          <p:cNvSpPr txBox="1">
            <a:spLocks noGrp="1"/>
          </p:cNvSpPr>
          <p:nvPr>
            <p:ph type="body" idx="5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" name="Google Shape;208;p45"/>
          <p:cNvSpPr txBox="1">
            <a:spLocks noGrp="1"/>
          </p:cNvSpPr>
          <p:nvPr>
            <p:ph type="body" idx="6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45"/>
          <p:cNvSpPr txBox="1">
            <a:spLocks noGrp="1"/>
          </p:cNvSpPr>
          <p:nvPr>
            <p:ph type="body" idx="7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45"/>
          <p:cNvSpPr txBox="1">
            <a:spLocks noGrp="1"/>
          </p:cNvSpPr>
          <p:nvPr>
            <p:ph type="body" idx="8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45"/>
          <p:cNvSpPr txBox="1">
            <a:spLocks noGrp="1"/>
          </p:cNvSpPr>
          <p:nvPr>
            <p:ph type="body" idx="9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2" name="Google Shape;212;p45"/>
          <p:cNvSpPr>
            <a:spLocks noGrp="1"/>
          </p:cNvSpPr>
          <p:nvPr>
            <p:ph type="pic" idx="13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45"/>
          <p:cNvSpPr>
            <a:spLocks noGrp="1"/>
          </p:cNvSpPr>
          <p:nvPr>
            <p:ph type="pic" idx="14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45"/>
          <p:cNvSpPr>
            <a:spLocks noGrp="1"/>
          </p:cNvSpPr>
          <p:nvPr>
            <p:ph type="pic" idx="15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45"/>
          <p:cNvSpPr txBox="1">
            <a:spLocks noGrp="1"/>
          </p:cNvSpPr>
          <p:nvPr>
            <p:ph type="body" idx="16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" name="Google Shape;216;p45"/>
          <p:cNvSpPr txBox="1">
            <a:spLocks noGrp="1"/>
          </p:cNvSpPr>
          <p:nvPr>
            <p:ph type="body" idx="17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" name="Google Shape;217;p45"/>
          <p:cNvSpPr txBox="1">
            <a:spLocks noGrp="1"/>
          </p:cNvSpPr>
          <p:nvPr>
            <p:ph type="body" idx="18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" name="Google Shape;218;p45"/>
          <p:cNvSpPr txBox="1">
            <a:spLocks noGrp="1"/>
          </p:cNvSpPr>
          <p:nvPr>
            <p:ph type="body" idx="19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" name="Google Shape;219;p45"/>
          <p:cNvSpPr txBox="1">
            <a:spLocks noGrp="1"/>
          </p:cNvSpPr>
          <p:nvPr>
            <p:ph type="body" idx="20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45"/>
          <p:cNvSpPr txBox="1">
            <a:spLocks noGrp="1"/>
          </p:cNvSpPr>
          <p:nvPr>
            <p:ph type="body" idx="2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4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5"/>
          <p:cNvSpPr txBox="1">
            <a:spLocks noGrp="1"/>
          </p:cNvSpPr>
          <p:nvPr>
            <p:ph type="body" idx="22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-up Image">
  <p:cSld name="7-up Image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6"/>
          <p:cNvSpPr txBox="1">
            <a:spLocks noGrp="1"/>
          </p:cNvSpPr>
          <p:nvPr>
            <p:ph type="body" idx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" name="Google Shape;225;p46"/>
          <p:cNvSpPr txBox="1">
            <a:spLocks noGrp="1"/>
          </p:cNvSpPr>
          <p:nvPr>
            <p:ph type="body" idx="2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" name="Google Shape;226;p46"/>
          <p:cNvSpPr txBox="1">
            <a:spLocks noGrp="1"/>
          </p:cNvSpPr>
          <p:nvPr>
            <p:ph type="body" idx="3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46"/>
          <p:cNvSpPr txBox="1">
            <a:spLocks noGrp="1"/>
          </p:cNvSpPr>
          <p:nvPr>
            <p:ph type="body" idx="4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46"/>
          <p:cNvSpPr>
            <a:spLocks noGrp="1"/>
          </p:cNvSpPr>
          <p:nvPr>
            <p:ph type="pic" idx="5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46"/>
          <p:cNvSpPr>
            <a:spLocks noGrp="1"/>
          </p:cNvSpPr>
          <p:nvPr>
            <p:ph type="pic" idx="6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46"/>
          <p:cNvSpPr>
            <a:spLocks noGrp="1"/>
          </p:cNvSpPr>
          <p:nvPr>
            <p:ph type="pic" idx="7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46"/>
          <p:cNvSpPr txBox="1">
            <a:spLocks noGrp="1"/>
          </p:cNvSpPr>
          <p:nvPr>
            <p:ph type="body" idx="8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46"/>
          <p:cNvSpPr txBox="1">
            <a:spLocks noGrp="1"/>
          </p:cNvSpPr>
          <p:nvPr>
            <p:ph type="body" idx="9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46"/>
          <p:cNvSpPr>
            <a:spLocks noGrp="1"/>
          </p:cNvSpPr>
          <p:nvPr>
            <p:ph type="pic" idx="13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46"/>
          <p:cNvSpPr>
            <a:spLocks noGrp="1"/>
          </p:cNvSpPr>
          <p:nvPr>
            <p:ph type="pic" idx="14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46"/>
          <p:cNvSpPr>
            <a:spLocks noGrp="1"/>
          </p:cNvSpPr>
          <p:nvPr>
            <p:ph type="pic" idx="15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46"/>
          <p:cNvSpPr>
            <a:spLocks noGrp="1"/>
          </p:cNvSpPr>
          <p:nvPr>
            <p:ph type="pic" idx="16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46"/>
          <p:cNvSpPr txBox="1">
            <a:spLocks noGrp="1"/>
          </p:cNvSpPr>
          <p:nvPr>
            <p:ph type="body" idx="17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" name="Google Shape;238;p46"/>
          <p:cNvSpPr txBox="1">
            <a:spLocks noGrp="1"/>
          </p:cNvSpPr>
          <p:nvPr>
            <p:ph type="body" idx="18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" name="Google Shape;239;p46"/>
          <p:cNvSpPr txBox="1">
            <a:spLocks noGrp="1"/>
          </p:cNvSpPr>
          <p:nvPr>
            <p:ph type="body" idx="19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46"/>
          <p:cNvSpPr txBox="1">
            <a:spLocks noGrp="1"/>
          </p:cNvSpPr>
          <p:nvPr>
            <p:ph type="body" idx="20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46"/>
          <p:cNvSpPr txBox="1">
            <a:spLocks noGrp="1"/>
          </p:cNvSpPr>
          <p:nvPr>
            <p:ph type="body" idx="2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46"/>
          <p:cNvSpPr txBox="1">
            <a:spLocks noGrp="1"/>
          </p:cNvSpPr>
          <p:nvPr>
            <p:ph type="body" idx="22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3" name="Google Shape;243;p46"/>
          <p:cNvSpPr txBox="1">
            <a:spLocks noGrp="1"/>
          </p:cNvSpPr>
          <p:nvPr>
            <p:ph type="body" idx="23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46"/>
          <p:cNvSpPr txBox="1">
            <a:spLocks noGrp="1"/>
          </p:cNvSpPr>
          <p:nvPr>
            <p:ph type="body" idx="24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" name="Google Shape;245;p4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46"/>
          <p:cNvSpPr txBox="1">
            <a:spLocks noGrp="1"/>
          </p:cNvSpPr>
          <p:nvPr>
            <p:ph type="body" idx="25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-up Image">
  <p:cSld name="8-up Image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7"/>
          <p:cNvSpPr>
            <a:spLocks noGrp="1"/>
          </p:cNvSpPr>
          <p:nvPr>
            <p:ph type="pic" idx="2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47"/>
          <p:cNvSpPr>
            <a:spLocks noGrp="1"/>
          </p:cNvSpPr>
          <p:nvPr>
            <p:ph type="pic" idx="3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47"/>
          <p:cNvSpPr>
            <a:spLocks noGrp="1"/>
          </p:cNvSpPr>
          <p:nvPr>
            <p:ph type="pic" idx="4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47"/>
          <p:cNvSpPr>
            <a:spLocks noGrp="1"/>
          </p:cNvSpPr>
          <p:nvPr>
            <p:ph type="pic" idx="5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47"/>
          <p:cNvSpPr>
            <a:spLocks noGrp="1"/>
          </p:cNvSpPr>
          <p:nvPr>
            <p:ph type="pic" idx="6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47"/>
          <p:cNvSpPr>
            <a:spLocks noGrp="1"/>
          </p:cNvSpPr>
          <p:nvPr>
            <p:ph type="pic" idx="7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47"/>
          <p:cNvSpPr>
            <a:spLocks noGrp="1"/>
          </p:cNvSpPr>
          <p:nvPr>
            <p:ph type="pic" idx="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47"/>
          <p:cNvSpPr>
            <a:spLocks noGrp="1"/>
          </p:cNvSpPr>
          <p:nvPr>
            <p:ph type="pic" idx="9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47"/>
          <p:cNvSpPr txBox="1">
            <a:spLocks noGrp="1"/>
          </p:cNvSpPr>
          <p:nvPr>
            <p:ph type="body" idx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7" name="Google Shape;257;p47"/>
          <p:cNvSpPr txBox="1">
            <a:spLocks noGrp="1"/>
          </p:cNvSpPr>
          <p:nvPr>
            <p:ph type="body" idx="13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47"/>
          <p:cNvSpPr txBox="1">
            <a:spLocks noGrp="1"/>
          </p:cNvSpPr>
          <p:nvPr>
            <p:ph type="body" idx="14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p47"/>
          <p:cNvSpPr txBox="1">
            <a:spLocks noGrp="1"/>
          </p:cNvSpPr>
          <p:nvPr>
            <p:ph type="body" idx="15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0" name="Google Shape;260;p47"/>
          <p:cNvSpPr txBox="1">
            <a:spLocks noGrp="1"/>
          </p:cNvSpPr>
          <p:nvPr>
            <p:ph type="body" idx="16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" name="Google Shape;261;p47"/>
          <p:cNvSpPr txBox="1">
            <a:spLocks noGrp="1"/>
          </p:cNvSpPr>
          <p:nvPr>
            <p:ph type="body" idx="17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" name="Google Shape;262;p47"/>
          <p:cNvSpPr txBox="1">
            <a:spLocks noGrp="1"/>
          </p:cNvSpPr>
          <p:nvPr>
            <p:ph type="body" idx="18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3" name="Google Shape;263;p47"/>
          <p:cNvSpPr txBox="1">
            <a:spLocks noGrp="1"/>
          </p:cNvSpPr>
          <p:nvPr>
            <p:ph type="body" idx="19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" name="Google Shape;264;p47"/>
          <p:cNvSpPr txBox="1">
            <a:spLocks noGrp="1"/>
          </p:cNvSpPr>
          <p:nvPr>
            <p:ph type="body" idx="20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5" name="Google Shape;265;p47"/>
          <p:cNvSpPr txBox="1">
            <a:spLocks noGrp="1"/>
          </p:cNvSpPr>
          <p:nvPr>
            <p:ph type="body" idx="2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47"/>
          <p:cNvSpPr txBox="1">
            <a:spLocks noGrp="1"/>
          </p:cNvSpPr>
          <p:nvPr>
            <p:ph type="body" idx="22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47"/>
          <p:cNvSpPr txBox="1">
            <a:spLocks noGrp="1"/>
          </p:cNvSpPr>
          <p:nvPr>
            <p:ph type="body" idx="23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47"/>
          <p:cNvSpPr txBox="1">
            <a:spLocks noGrp="1"/>
          </p:cNvSpPr>
          <p:nvPr>
            <p:ph type="body" idx="24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47"/>
          <p:cNvSpPr txBox="1">
            <a:spLocks noGrp="1"/>
          </p:cNvSpPr>
          <p:nvPr>
            <p:ph type="body" idx="25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47"/>
          <p:cNvSpPr txBox="1">
            <a:spLocks noGrp="1"/>
          </p:cNvSpPr>
          <p:nvPr>
            <p:ph type="body" idx="26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47"/>
          <p:cNvSpPr txBox="1">
            <a:spLocks noGrp="1"/>
          </p:cNvSpPr>
          <p:nvPr>
            <p:ph type="body" idx="27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2" name="Google Shape;272;p4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7"/>
          <p:cNvSpPr txBox="1">
            <a:spLocks noGrp="1"/>
          </p:cNvSpPr>
          <p:nvPr>
            <p:ph type="body" idx="28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-up Image">
  <p:cSld name="9-up Image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8"/>
          <p:cNvSpPr txBox="1">
            <a:spLocks noGrp="1"/>
          </p:cNvSpPr>
          <p:nvPr>
            <p:ph type="body" idx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6" name="Google Shape;276;p48"/>
          <p:cNvSpPr txBox="1">
            <a:spLocks noGrp="1"/>
          </p:cNvSpPr>
          <p:nvPr>
            <p:ph type="body" idx="2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48"/>
          <p:cNvSpPr txBox="1">
            <a:spLocks noGrp="1"/>
          </p:cNvSpPr>
          <p:nvPr>
            <p:ph type="body" idx="3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48"/>
          <p:cNvSpPr txBox="1">
            <a:spLocks noGrp="1"/>
          </p:cNvSpPr>
          <p:nvPr>
            <p:ph type="body" idx="4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48"/>
          <p:cNvSpPr>
            <a:spLocks noGrp="1"/>
          </p:cNvSpPr>
          <p:nvPr>
            <p:ph type="pic" idx="5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48"/>
          <p:cNvSpPr>
            <a:spLocks noGrp="1"/>
          </p:cNvSpPr>
          <p:nvPr>
            <p:ph type="pic" idx="6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48"/>
          <p:cNvSpPr>
            <a:spLocks noGrp="1"/>
          </p:cNvSpPr>
          <p:nvPr>
            <p:ph type="pic" idx="7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48"/>
          <p:cNvSpPr txBox="1">
            <a:spLocks noGrp="1"/>
          </p:cNvSpPr>
          <p:nvPr>
            <p:ph type="body" idx="8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48"/>
          <p:cNvSpPr txBox="1">
            <a:spLocks noGrp="1"/>
          </p:cNvSpPr>
          <p:nvPr>
            <p:ph type="body" idx="9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4" name="Google Shape;284;p48"/>
          <p:cNvSpPr>
            <a:spLocks noGrp="1"/>
          </p:cNvSpPr>
          <p:nvPr>
            <p:ph type="pic" idx="13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48"/>
          <p:cNvSpPr>
            <a:spLocks noGrp="1"/>
          </p:cNvSpPr>
          <p:nvPr>
            <p:ph type="pic" idx="14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p48"/>
          <p:cNvSpPr>
            <a:spLocks noGrp="1"/>
          </p:cNvSpPr>
          <p:nvPr>
            <p:ph type="pic" idx="15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48"/>
          <p:cNvSpPr>
            <a:spLocks noGrp="1"/>
          </p:cNvSpPr>
          <p:nvPr>
            <p:ph type="pic" idx="16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48"/>
          <p:cNvSpPr>
            <a:spLocks noGrp="1"/>
          </p:cNvSpPr>
          <p:nvPr>
            <p:ph type="pic" idx="17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48"/>
          <p:cNvSpPr>
            <a:spLocks noGrp="1"/>
          </p:cNvSpPr>
          <p:nvPr>
            <p:ph type="pic" idx="18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48"/>
          <p:cNvSpPr txBox="1">
            <a:spLocks noGrp="1"/>
          </p:cNvSpPr>
          <p:nvPr>
            <p:ph type="body" idx="19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48"/>
          <p:cNvSpPr txBox="1">
            <a:spLocks noGrp="1"/>
          </p:cNvSpPr>
          <p:nvPr>
            <p:ph type="body" idx="20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48"/>
          <p:cNvSpPr txBox="1">
            <a:spLocks noGrp="1"/>
          </p:cNvSpPr>
          <p:nvPr>
            <p:ph type="body" idx="2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48"/>
          <p:cNvSpPr txBox="1">
            <a:spLocks noGrp="1"/>
          </p:cNvSpPr>
          <p:nvPr>
            <p:ph type="body" idx="22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48"/>
          <p:cNvSpPr txBox="1">
            <a:spLocks noGrp="1"/>
          </p:cNvSpPr>
          <p:nvPr>
            <p:ph type="body" idx="23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48"/>
          <p:cNvSpPr txBox="1">
            <a:spLocks noGrp="1"/>
          </p:cNvSpPr>
          <p:nvPr>
            <p:ph type="body" idx="24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6" name="Google Shape;296;p48"/>
          <p:cNvSpPr txBox="1">
            <a:spLocks noGrp="1"/>
          </p:cNvSpPr>
          <p:nvPr>
            <p:ph type="body" idx="25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7" name="Google Shape;297;p48"/>
          <p:cNvSpPr txBox="1">
            <a:spLocks noGrp="1"/>
          </p:cNvSpPr>
          <p:nvPr>
            <p:ph type="body" idx="26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8" name="Google Shape;298;p48"/>
          <p:cNvSpPr txBox="1">
            <a:spLocks noGrp="1"/>
          </p:cNvSpPr>
          <p:nvPr>
            <p:ph type="body" idx="27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9" name="Google Shape;299;p48"/>
          <p:cNvSpPr txBox="1">
            <a:spLocks noGrp="1"/>
          </p:cNvSpPr>
          <p:nvPr>
            <p:ph type="body" idx="28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0" name="Google Shape;300;p48"/>
          <p:cNvSpPr txBox="1">
            <a:spLocks noGrp="1"/>
          </p:cNvSpPr>
          <p:nvPr>
            <p:ph type="body" idx="29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48"/>
          <p:cNvSpPr txBox="1">
            <a:spLocks noGrp="1"/>
          </p:cNvSpPr>
          <p:nvPr>
            <p:ph type="body" idx="30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4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48"/>
          <p:cNvSpPr txBox="1">
            <a:spLocks noGrp="1"/>
          </p:cNvSpPr>
          <p:nvPr>
            <p:ph type="body" idx="3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-up Image">
  <p:cSld name="10-up Image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9"/>
          <p:cNvSpPr txBox="1">
            <a:spLocks noGrp="1"/>
          </p:cNvSpPr>
          <p:nvPr>
            <p:ph type="body" idx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49"/>
          <p:cNvSpPr txBox="1">
            <a:spLocks noGrp="1"/>
          </p:cNvSpPr>
          <p:nvPr>
            <p:ph type="body" idx="2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7" name="Google Shape;307;p49"/>
          <p:cNvSpPr txBox="1">
            <a:spLocks noGrp="1"/>
          </p:cNvSpPr>
          <p:nvPr>
            <p:ph type="body" idx="3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8" name="Google Shape;308;p49"/>
          <p:cNvSpPr txBox="1">
            <a:spLocks noGrp="1"/>
          </p:cNvSpPr>
          <p:nvPr>
            <p:ph type="body" idx="4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9" name="Google Shape;309;p49"/>
          <p:cNvSpPr>
            <a:spLocks noGrp="1"/>
          </p:cNvSpPr>
          <p:nvPr>
            <p:ph type="pic" idx="5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49"/>
          <p:cNvSpPr>
            <a:spLocks noGrp="1"/>
          </p:cNvSpPr>
          <p:nvPr>
            <p:ph type="pic" idx="6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49"/>
          <p:cNvSpPr>
            <a:spLocks noGrp="1"/>
          </p:cNvSpPr>
          <p:nvPr>
            <p:ph type="pic" idx="7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49"/>
          <p:cNvSpPr txBox="1">
            <a:spLocks noGrp="1"/>
          </p:cNvSpPr>
          <p:nvPr>
            <p:ph type="body" idx="8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3" name="Google Shape;313;p49"/>
          <p:cNvSpPr txBox="1">
            <a:spLocks noGrp="1"/>
          </p:cNvSpPr>
          <p:nvPr>
            <p:ph type="body" idx="9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4" name="Google Shape;314;p49"/>
          <p:cNvSpPr>
            <a:spLocks noGrp="1"/>
          </p:cNvSpPr>
          <p:nvPr>
            <p:ph type="pic" idx="13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49"/>
          <p:cNvSpPr>
            <a:spLocks noGrp="1"/>
          </p:cNvSpPr>
          <p:nvPr>
            <p:ph type="pic" idx="14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49"/>
          <p:cNvSpPr>
            <a:spLocks noGrp="1"/>
          </p:cNvSpPr>
          <p:nvPr>
            <p:ph type="pic" idx="15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49"/>
          <p:cNvSpPr>
            <a:spLocks noGrp="1"/>
          </p:cNvSpPr>
          <p:nvPr>
            <p:ph type="pic" idx="16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49"/>
          <p:cNvSpPr>
            <a:spLocks noGrp="1"/>
          </p:cNvSpPr>
          <p:nvPr>
            <p:ph type="pic" idx="17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49"/>
          <p:cNvSpPr>
            <a:spLocks noGrp="1"/>
          </p:cNvSpPr>
          <p:nvPr>
            <p:ph type="pic" idx="18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49"/>
          <p:cNvSpPr txBox="1">
            <a:spLocks noGrp="1"/>
          </p:cNvSpPr>
          <p:nvPr>
            <p:ph type="body" idx="19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49"/>
          <p:cNvSpPr txBox="1">
            <a:spLocks noGrp="1"/>
          </p:cNvSpPr>
          <p:nvPr>
            <p:ph type="body" idx="20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49"/>
          <p:cNvSpPr txBox="1">
            <a:spLocks noGrp="1"/>
          </p:cNvSpPr>
          <p:nvPr>
            <p:ph type="body" idx="2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49"/>
          <p:cNvSpPr txBox="1">
            <a:spLocks noGrp="1"/>
          </p:cNvSpPr>
          <p:nvPr>
            <p:ph type="body" idx="22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4" name="Google Shape;324;p49"/>
          <p:cNvSpPr txBox="1">
            <a:spLocks noGrp="1"/>
          </p:cNvSpPr>
          <p:nvPr>
            <p:ph type="body" idx="23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5" name="Google Shape;325;p49"/>
          <p:cNvSpPr txBox="1">
            <a:spLocks noGrp="1"/>
          </p:cNvSpPr>
          <p:nvPr>
            <p:ph type="body" idx="24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6" name="Google Shape;326;p49"/>
          <p:cNvSpPr txBox="1">
            <a:spLocks noGrp="1"/>
          </p:cNvSpPr>
          <p:nvPr>
            <p:ph type="body" idx="25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Google Shape;327;p49"/>
          <p:cNvSpPr txBox="1">
            <a:spLocks noGrp="1"/>
          </p:cNvSpPr>
          <p:nvPr>
            <p:ph type="body" idx="26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8" name="Google Shape;328;p49"/>
          <p:cNvSpPr txBox="1">
            <a:spLocks noGrp="1"/>
          </p:cNvSpPr>
          <p:nvPr>
            <p:ph type="body" idx="27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49"/>
          <p:cNvSpPr txBox="1">
            <a:spLocks noGrp="1"/>
          </p:cNvSpPr>
          <p:nvPr>
            <p:ph type="body" idx="28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49"/>
          <p:cNvSpPr>
            <a:spLocks noGrp="1"/>
          </p:cNvSpPr>
          <p:nvPr>
            <p:ph type="pic" idx="29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0784"/>
            </a:srgbClr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49"/>
          <p:cNvSpPr txBox="1">
            <a:spLocks noGrp="1"/>
          </p:cNvSpPr>
          <p:nvPr>
            <p:ph type="body" idx="30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49"/>
          <p:cNvSpPr txBox="1">
            <a:spLocks noGrp="1"/>
          </p:cNvSpPr>
          <p:nvPr>
            <p:ph type="body" idx="3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49"/>
          <p:cNvSpPr txBox="1">
            <a:spLocks noGrp="1"/>
          </p:cNvSpPr>
          <p:nvPr>
            <p:ph type="body" idx="32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49"/>
          <p:cNvSpPr txBox="1">
            <a:spLocks noGrp="1"/>
          </p:cNvSpPr>
          <p:nvPr>
            <p:ph type="body" idx="33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5" name="Google Shape;335;p49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49"/>
          <p:cNvSpPr txBox="1">
            <a:spLocks noGrp="1"/>
          </p:cNvSpPr>
          <p:nvPr>
            <p:ph type="body" idx="34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se Case Layout">
  <p:cSld name="Use Case Layout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>
            <a:spLocks noGrp="1"/>
          </p:cNvSpPr>
          <p:nvPr>
            <p:ph type="pic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mo - Image Layout">
  <p:cSld name="1_Demo - Image Layout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1"/>
          <p:cNvSpPr>
            <a:spLocks noGrp="1"/>
          </p:cNvSpPr>
          <p:nvPr>
            <p:ph type="pic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- Insert Video Layout">
  <p:cSld name="Demo - Insert Video Layout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2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2"/>
          <p:cNvSpPr>
            <a:spLocks noGrp="1"/>
          </p:cNvSpPr>
          <p:nvPr>
            <p:ph type="media" idx="2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0" rIns="91425" bIns="42062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lt1"/>
              </a:buClr>
              <a:buSzPts val="8400"/>
              <a:buFont typeface="Arial"/>
              <a:buNone/>
              <a:defRPr sz="8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3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3"/>
          <p:cNvSpPr/>
          <p:nvPr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53"/>
          <p:cNvCxnSpPr/>
          <p:nvPr/>
        </p:nvCxnSpPr>
        <p:spPr>
          <a:xfrm>
            <a:off x="0" y="11329275"/>
            <a:ext cx="36576000" cy="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0" name="Google Shape;350;p5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3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x_Timeline">
  <p:cSld name="Complex_Timeline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54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4"/>
          <p:cNvSpPr/>
          <p:nvPr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5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w/ Images Layout">
  <p:cSld name="Timeline w/ Images Layout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55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5"/>
          <p:cNvSpPr/>
          <p:nvPr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0">
                <a:schemeClr val="dk1"/>
              </a:gs>
              <a:gs pos="78000">
                <a:srgbClr val="FFFFFF">
                  <a:alpha val="54901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5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55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62" name="Google Shape;362;p55"/>
          <p:cNvCxnSpPr/>
          <p:nvPr/>
        </p:nvCxnSpPr>
        <p:spPr>
          <a:xfrm>
            <a:off x="0" y="12517118"/>
            <a:ext cx="36576000" cy="0"/>
          </a:xfrm>
          <a:prstGeom prst="straightConnector1">
            <a:avLst/>
          </a:prstGeom>
          <a:noFill/>
          <a:ln w="50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3" name="Google Shape;363;p55"/>
          <p:cNvSpPr>
            <a:spLocks noGrp="1"/>
          </p:cNvSpPr>
          <p:nvPr>
            <p:ph type="pic" idx="2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55"/>
          <p:cNvSpPr txBox="1">
            <a:spLocks noGrp="1"/>
          </p:cNvSpPr>
          <p:nvPr>
            <p:ph type="body" idx="3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5" name="Google Shape;365;p55"/>
          <p:cNvSpPr txBox="1">
            <a:spLocks noGrp="1"/>
          </p:cNvSpPr>
          <p:nvPr>
            <p:ph type="body" idx="4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6" name="Google Shape;366;p55"/>
          <p:cNvSpPr txBox="1">
            <a:spLocks noGrp="1"/>
          </p:cNvSpPr>
          <p:nvPr>
            <p:ph type="body" idx="5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55"/>
          <p:cNvSpPr>
            <a:spLocks noGrp="1"/>
          </p:cNvSpPr>
          <p:nvPr>
            <p:ph type="pic" idx="6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p55"/>
          <p:cNvSpPr txBox="1">
            <a:spLocks noGrp="1"/>
          </p:cNvSpPr>
          <p:nvPr>
            <p:ph type="body" idx="7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55"/>
          <p:cNvSpPr txBox="1">
            <a:spLocks noGrp="1"/>
          </p:cNvSpPr>
          <p:nvPr>
            <p:ph type="body" idx="8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0" name="Google Shape;370;p55"/>
          <p:cNvSpPr txBox="1">
            <a:spLocks noGrp="1"/>
          </p:cNvSpPr>
          <p:nvPr>
            <p:ph type="body" idx="9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1" name="Google Shape;371;p55"/>
          <p:cNvSpPr>
            <a:spLocks noGrp="1"/>
          </p:cNvSpPr>
          <p:nvPr>
            <p:ph type="pic" idx="13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" name="Google Shape;372;p55"/>
          <p:cNvSpPr txBox="1">
            <a:spLocks noGrp="1"/>
          </p:cNvSpPr>
          <p:nvPr>
            <p:ph type="body" idx="14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3" name="Google Shape;373;p55"/>
          <p:cNvSpPr txBox="1">
            <a:spLocks noGrp="1"/>
          </p:cNvSpPr>
          <p:nvPr>
            <p:ph type="body" idx="15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4" name="Google Shape;374;p55"/>
          <p:cNvSpPr txBox="1">
            <a:spLocks noGrp="1"/>
          </p:cNvSpPr>
          <p:nvPr>
            <p:ph type="body" idx="16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5" name="Google Shape;375;p55"/>
          <p:cNvSpPr>
            <a:spLocks noGrp="1"/>
          </p:cNvSpPr>
          <p:nvPr>
            <p:ph type="pic" idx="17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55"/>
          <p:cNvSpPr txBox="1">
            <a:spLocks noGrp="1"/>
          </p:cNvSpPr>
          <p:nvPr>
            <p:ph type="body" idx="18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7" name="Google Shape;377;p55"/>
          <p:cNvSpPr txBox="1">
            <a:spLocks noGrp="1"/>
          </p:cNvSpPr>
          <p:nvPr>
            <p:ph type="body" idx="19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8" name="Google Shape;378;p55"/>
          <p:cNvSpPr txBox="1">
            <a:spLocks noGrp="1"/>
          </p:cNvSpPr>
          <p:nvPr>
            <p:ph type="body" idx="20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9" name="Google Shape;379;p55"/>
          <p:cNvSpPr>
            <a:spLocks noGrp="1"/>
          </p:cNvSpPr>
          <p:nvPr>
            <p:ph type="pic" idx="21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55"/>
          <p:cNvSpPr txBox="1">
            <a:spLocks noGrp="1"/>
          </p:cNvSpPr>
          <p:nvPr>
            <p:ph type="body" idx="22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1" name="Google Shape;381;p55"/>
          <p:cNvSpPr txBox="1">
            <a:spLocks noGrp="1"/>
          </p:cNvSpPr>
          <p:nvPr>
            <p:ph type="body" idx="23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2" name="Google Shape;382;p55"/>
          <p:cNvSpPr txBox="1">
            <a:spLocks noGrp="1"/>
          </p:cNvSpPr>
          <p:nvPr>
            <p:ph type="body" idx="24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LONG Layout">
  <p:cSld name="Quote - LONG Layout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56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6576003" cy="20574001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56"/>
          <p:cNvSpPr/>
          <p:nvPr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6"/>
          <p:cNvSpPr/>
          <p:nvPr/>
        </p:nvSpPr>
        <p:spPr>
          <a:xfrm rot="10800000" flipH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6"/>
          <p:cNvSpPr/>
          <p:nvPr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6"/>
          <p:cNvSpPr txBox="1">
            <a:spLocks noGrp="1"/>
          </p:cNvSpPr>
          <p:nvPr>
            <p:ph type="body" idx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9" name="Google Shape;389;p56"/>
          <p:cNvSpPr txBox="1">
            <a:spLocks noGrp="1"/>
          </p:cNvSpPr>
          <p:nvPr>
            <p:ph type="body" idx="2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56"/>
          <p:cNvSpPr txBox="1"/>
          <p:nvPr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cxnSp>
        <p:nvCxnSpPr>
          <p:cNvPr id="391" name="Google Shape;391;p56"/>
          <p:cNvCxnSpPr/>
          <p:nvPr/>
        </p:nvCxnSpPr>
        <p:spPr>
          <a:xfrm>
            <a:off x="6158753" y="15523509"/>
            <a:ext cx="11394911" cy="0"/>
          </a:xfrm>
          <a:prstGeom prst="straightConnector1">
            <a:avLst/>
          </a:prstGeom>
          <a:noFill/>
          <a:ln w="31750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2" name="Google Shape;392;p56"/>
          <p:cNvCxnSpPr/>
          <p:nvPr/>
        </p:nvCxnSpPr>
        <p:spPr>
          <a:xfrm>
            <a:off x="19022336" y="15523509"/>
            <a:ext cx="11394911" cy="0"/>
          </a:xfrm>
          <a:prstGeom prst="straightConnector1">
            <a:avLst/>
          </a:prstGeom>
          <a:noFill/>
          <a:ln w="31750" cap="flat" cmpd="sng">
            <a:solidFill>
              <a:srgbClr val="588A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93" name="Google Shape;393;p56"/>
          <p:cNvGrpSpPr/>
          <p:nvPr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394" name="Google Shape;394;p56"/>
            <p:cNvSpPr txBox="1"/>
            <p:nvPr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7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/>
            </a:p>
          </p:txBody>
        </p:sp>
        <p:cxnSp>
          <p:nvCxnSpPr>
            <p:cNvPr id="395" name="Google Shape;395;p56"/>
            <p:cNvCxnSpPr/>
            <p:nvPr/>
          </p:nvCxnSpPr>
          <p:spPr>
            <a:xfrm>
              <a:off x="6158753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6" name="Google Shape;396;p56"/>
            <p:cNvCxnSpPr/>
            <p:nvPr/>
          </p:nvCxnSpPr>
          <p:spPr>
            <a:xfrm>
              <a:off x="19022336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rgbClr val="588A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SHORT Layout">
  <p:cSld name="Quote - SHORT Layout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57" descr="A green and white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6576003" cy="20574001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7"/>
          <p:cNvSpPr/>
          <p:nvPr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7"/>
          <p:cNvSpPr/>
          <p:nvPr/>
        </p:nvSpPr>
        <p:spPr>
          <a:xfrm rot="10800000" flipH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/>
          <p:nvPr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7"/>
          <p:cNvSpPr/>
          <p:nvPr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7"/>
          <p:cNvSpPr txBox="1">
            <a:spLocks noGrp="1"/>
          </p:cNvSpPr>
          <p:nvPr>
            <p:ph type="body" idx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1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4" name="Google Shape;404;p57"/>
          <p:cNvSpPr txBox="1">
            <a:spLocks noGrp="1"/>
          </p:cNvSpPr>
          <p:nvPr>
            <p:ph type="body" idx="2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05" name="Google Shape;405;p57"/>
          <p:cNvGrpSpPr/>
          <p:nvPr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406" name="Google Shape;406;p57"/>
            <p:cNvGrpSpPr/>
            <p:nvPr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407" name="Google Shape;407;p57"/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7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“</a:t>
                </a:r>
                <a:endParaRPr/>
              </a:p>
            </p:txBody>
          </p:sp>
          <p:sp>
            <p:nvSpPr>
              <p:cNvPr id="408" name="Google Shape;408;p57"/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70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“</a:t>
                </a:r>
                <a:endParaRPr/>
              </a:p>
            </p:txBody>
          </p:sp>
        </p:grpSp>
        <p:cxnSp>
          <p:nvCxnSpPr>
            <p:cNvPr id="409" name="Google Shape;409;p57"/>
            <p:cNvCxnSpPr/>
            <p:nvPr/>
          </p:nvCxnSpPr>
          <p:spPr>
            <a:xfrm>
              <a:off x="6158753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0" name="Google Shape;410;p57"/>
            <p:cNvCxnSpPr/>
            <p:nvPr/>
          </p:nvCxnSpPr>
          <p:spPr>
            <a:xfrm>
              <a:off x="19022336" y="7454586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1" name="Google Shape;411;p57"/>
            <p:cNvCxnSpPr/>
            <p:nvPr/>
          </p:nvCxnSpPr>
          <p:spPr>
            <a:xfrm>
              <a:off x="6158753" y="15144241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2" name="Google Shape;412;p57"/>
            <p:cNvCxnSpPr/>
            <p:nvPr/>
          </p:nvCxnSpPr>
          <p:spPr>
            <a:xfrm>
              <a:off x="19022336" y="15144241"/>
              <a:ext cx="11394911" cy="0"/>
            </a:xfrm>
            <a:prstGeom prst="straightConnector1">
              <a:avLst/>
            </a:prstGeom>
            <a:noFill/>
            <a:ln w="317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">
  <p:cSld name="Embargo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8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8"/>
          <p:cNvSpPr txBox="1">
            <a:spLocks noGrp="1"/>
          </p:cNvSpPr>
          <p:nvPr>
            <p:ph type="body" idx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7539"/>
              <a:buFont typeface="Arial"/>
              <a:buNone/>
              <a:defRPr sz="753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58"/>
          <p:cNvSpPr txBox="1">
            <a:spLocks noGrp="1"/>
          </p:cNvSpPr>
          <p:nvPr>
            <p:ph type="title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7" name="Google Shape;417;p58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93140" y="6248046"/>
            <a:ext cx="2357259" cy="2357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59" descr="A close up of an objec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/ Segue">
  <p:cSld name="Transition / Segue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60"/>
          <p:cNvSpPr txBox="1">
            <a:spLocks noGrp="1"/>
          </p:cNvSpPr>
          <p:nvPr>
            <p:ph type="title"/>
          </p:nvPr>
        </p:nvSpPr>
        <p:spPr>
          <a:xfrm>
            <a:off x="16581120" y="14081762"/>
            <a:ext cx="17922240" cy="4579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33"/>
              <a:buFont typeface="Arial"/>
              <a:buNone/>
              <a:defRPr sz="113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">
  <p:cSld name="Closing Slide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62" descr="A close up of a spider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62" descr="A picture containing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31752" y="14722667"/>
            <a:ext cx="5338650" cy="432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62"/>
          <p:cNvPicPr preferRelativeResize="0"/>
          <p:nvPr/>
        </p:nvPicPr>
        <p:blipFill rotWithShape="1">
          <a:blip r:embed="rId4">
            <a:alphaModFix/>
          </a:blip>
          <a:srcRect l="40401" r="-3502"/>
          <a:stretch/>
        </p:blipFill>
        <p:spPr>
          <a:xfrm>
            <a:off x="29106757" y="15046167"/>
            <a:ext cx="6705600" cy="3681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62"/>
          <p:cNvPicPr preferRelativeResize="0"/>
          <p:nvPr/>
        </p:nvPicPr>
        <p:blipFill rotWithShape="1">
          <a:blip r:embed="rId5">
            <a:alphaModFix/>
          </a:blip>
          <a:srcRect l="-21752" b="-228"/>
          <a:stretch/>
        </p:blipFill>
        <p:spPr>
          <a:xfrm rot="10800000" flipH="1">
            <a:off x="0" y="765665"/>
            <a:ext cx="36576000" cy="19808337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62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0">
                <a:schemeClr val="lt1"/>
              </a:gs>
              <a:gs pos="34000">
                <a:schemeClr val="lt1"/>
              </a:gs>
              <a:gs pos="100000">
                <a:srgbClr val="FFFFFF">
                  <a:alpha val="34901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35" name="Google Shape;435;p6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44457" y="13008057"/>
            <a:ext cx="10776193" cy="3775813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62"/>
          <p:cNvSpPr txBox="1"/>
          <p:nvPr/>
        </p:nvSpPr>
        <p:spPr>
          <a:xfrm>
            <a:off x="1605470" y="17810990"/>
            <a:ext cx="7940764" cy="1015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67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www.nvidia.com/dli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Title, Subtitle, and Content"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3"/>
          <p:cNvSpPr txBox="1"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3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63"/>
          <p:cNvSpPr txBox="1">
            <a:spLocks noGrp="1"/>
          </p:cNvSpPr>
          <p:nvPr>
            <p:ph type="body" idx="1"/>
          </p:nvPr>
        </p:nvSpPr>
        <p:spPr>
          <a:xfrm>
            <a:off x="1722500" y="7010118"/>
            <a:ext cx="33162240" cy="12396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Trebuchet MS"/>
              <a:buNone/>
              <a:defRPr sz="4667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  <a:defRPr sz="400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667"/>
              <a:buFont typeface="Trebuchet MS"/>
              <a:buNone/>
              <a:defRPr sz="3666">
                <a:solidFill>
                  <a:schemeClr val="accent4"/>
                </a:solidFill>
              </a:defRPr>
            </a:lvl3pPr>
            <a:lvl4pPr marL="1828800" lvl="3" indent="-609600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Symbols"/>
              <a:buChar char="▪"/>
              <a:defRPr sz="6000">
                <a:solidFill>
                  <a:schemeClr val="lt1"/>
                </a:solidFill>
              </a:defRPr>
            </a:lvl4pPr>
            <a:lvl5pPr marL="2286000" lvl="4" indent="-651954" algn="l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40" name="Google Shape;440;p63"/>
          <p:cNvSpPr txBox="1">
            <a:spLocks noGrp="1"/>
          </p:cNvSpPr>
          <p:nvPr>
            <p:ph type="body" idx="2"/>
          </p:nvPr>
        </p:nvSpPr>
        <p:spPr>
          <a:xfrm>
            <a:off x="1661160" y="3627122"/>
            <a:ext cx="33253680" cy="175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6000"/>
              <a:buFont typeface="Trebuchet MS"/>
              <a:buNone/>
              <a:defRPr sz="6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1867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_ICON_Title, Subtitle, and Content">
  <p:cSld name="BULLET_ICON_Title, Subtitle, and Content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4"/>
          <p:cNvSpPr txBox="1"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3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64"/>
          <p:cNvSpPr txBox="1">
            <a:spLocks noGrp="1"/>
          </p:cNvSpPr>
          <p:nvPr>
            <p:ph type="body" idx="1"/>
          </p:nvPr>
        </p:nvSpPr>
        <p:spPr>
          <a:xfrm>
            <a:off x="1722500" y="7010118"/>
            <a:ext cx="33162240" cy="12396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50865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rebuchet MS"/>
              <a:buChar char="•"/>
              <a:defRPr sz="4667">
                <a:solidFill>
                  <a:schemeClr val="accent4"/>
                </a:solidFill>
              </a:defRPr>
            </a:lvl1pPr>
            <a:lvl2pPr marL="914400" lvl="1" indent="-4191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rebuchet MS"/>
              <a:buChar char="•"/>
              <a:defRPr sz="4000">
                <a:solidFill>
                  <a:schemeClr val="accent4"/>
                </a:solidFill>
              </a:defRPr>
            </a:lvl2pPr>
            <a:lvl3pPr marL="1371600" lvl="2" indent="-40324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750"/>
              <a:buFont typeface="Trebuchet MS"/>
              <a:buChar char="•"/>
              <a:defRPr sz="3666">
                <a:solidFill>
                  <a:schemeClr val="accent4"/>
                </a:solidFill>
              </a:defRPr>
            </a:lvl3pPr>
            <a:lvl4pPr marL="1828800" lvl="3" indent="-387334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rebuchet MS"/>
              <a:buChar char="•"/>
              <a:defRPr sz="3333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651954" algn="l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44" name="Google Shape;444;p64"/>
          <p:cNvSpPr txBox="1">
            <a:spLocks noGrp="1"/>
          </p:cNvSpPr>
          <p:nvPr>
            <p:ph type="body" idx="2"/>
          </p:nvPr>
        </p:nvSpPr>
        <p:spPr>
          <a:xfrm>
            <a:off x="1661160" y="3627122"/>
            <a:ext cx="33253680" cy="175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6000"/>
              <a:buFont typeface="Trebuchet MS"/>
              <a:buNone/>
              <a:defRPr sz="6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1867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IDENTIAL">
  <p:cSld name="CONFIDENTIAL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5"/>
          <p:cNvSpPr txBox="1"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3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65"/>
          <p:cNvSpPr txBox="1">
            <a:spLocks noGrp="1"/>
          </p:cNvSpPr>
          <p:nvPr>
            <p:ph type="body" idx="1"/>
          </p:nvPr>
        </p:nvSpPr>
        <p:spPr>
          <a:xfrm>
            <a:off x="1722500" y="7010118"/>
            <a:ext cx="33162240" cy="12396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Trebuchet MS"/>
              <a:buNone/>
              <a:defRPr sz="4667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  <a:defRPr sz="400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667"/>
              <a:buFont typeface="Trebuchet MS"/>
              <a:buNone/>
              <a:defRPr sz="3666">
                <a:solidFill>
                  <a:schemeClr val="accent4"/>
                </a:solidFill>
              </a:defRPr>
            </a:lvl3pPr>
            <a:lvl4pPr marL="1828800" lvl="3" indent="-609600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Symbols"/>
              <a:buChar char="▪"/>
              <a:defRPr sz="6000">
                <a:solidFill>
                  <a:schemeClr val="lt1"/>
                </a:solidFill>
              </a:defRPr>
            </a:lvl4pPr>
            <a:lvl5pPr marL="2286000" lvl="4" indent="-651954" algn="l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48" name="Google Shape;448;p65"/>
          <p:cNvSpPr txBox="1">
            <a:spLocks noGrp="1"/>
          </p:cNvSpPr>
          <p:nvPr>
            <p:ph type="body" idx="2"/>
          </p:nvPr>
        </p:nvSpPr>
        <p:spPr>
          <a:xfrm>
            <a:off x="1661160" y="3627122"/>
            <a:ext cx="33253680" cy="175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6000"/>
              <a:buFont typeface="Trebuchet MS"/>
              <a:buNone/>
              <a:defRPr sz="6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1867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49" name="Google Shape;449;p65"/>
          <p:cNvSpPr/>
          <p:nvPr/>
        </p:nvSpPr>
        <p:spPr>
          <a:xfrm>
            <a:off x="560944" y="19252850"/>
            <a:ext cx="9209553" cy="82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33"/>
              <a:buFont typeface="Trebuchet MS"/>
              <a:buNone/>
            </a:pPr>
            <a:r>
              <a:rPr lang="en-US" sz="2333" b="1" i="0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CONFIDENTIAL. DO NOT DISTRIBUTE.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Content - NO LOGO &amp; PAGE NUMBER">
  <p:cSld name="Title, Subtitle, Content - NO LOGO &amp; PAGE NUMBER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6"/>
          <p:cNvSpPr txBox="1"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3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2" name="Google Shape;452;p66"/>
          <p:cNvSpPr txBox="1">
            <a:spLocks noGrp="1"/>
          </p:cNvSpPr>
          <p:nvPr>
            <p:ph type="body" idx="1"/>
          </p:nvPr>
        </p:nvSpPr>
        <p:spPr>
          <a:xfrm>
            <a:off x="1706880" y="7010119"/>
            <a:ext cx="33207960" cy="11826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Trebuchet MS"/>
              <a:buNone/>
              <a:defRPr sz="4667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  <a:defRPr sz="4000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  <a:defRPr sz="4000">
                <a:solidFill>
                  <a:schemeClr val="accent4"/>
                </a:solidFill>
              </a:defRPr>
            </a:lvl3pPr>
            <a:lvl4pPr marL="1828800" lvl="3" indent="-609600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Symbols"/>
              <a:buChar char="▪"/>
              <a:defRPr sz="6000">
                <a:solidFill>
                  <a:schemeClr val="lt1"/>
                </a:solidFill>
              </a:defRPr>
            </a:lvl4pPr>
            <a:lvl5pPr marL="2286000" lvl="4" indent="-651954" algn="l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3" name="Google Shape;453;p66"/>
          <p:cNvSpPr txBox="1">
            <a:spLocks noGrp="1"/>
          </p:cNvSpPr>
          <p:nvPr>
            <p:ph type="body" idx="2"/>
          </p:nvPr>
        </p:nvSpPr>
        <p:spPr>
          <a:xfrm>
            <a:off x="1661160" y="3627122"/>
            <a:ext cx="33253680" cy="175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6000"/>
              <a:buFont typeface="Trebuchet MS"/>
              <a:buNone/>
              <a:defRPr sz="6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1867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hotograph">
  <p:cSld name="Content with Photograph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7"/>
          <p:cNvSpPr txBox="1">
            <a:spLocks noGrp="1"/>
          </p:cNvSpPr>
          <p:nvPr>
            <p:ph type="title"/>
          </p:nvPr>
        </p:nvSpPr>
        <p:spPr>
          <a:xfrm>
            <a:off x="1730774" y="5995302"/>
            <a:ext cx="14014673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3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67"/>
          <p:cNvSpPr txBox="1">
            <a:spLocks noGrp="1"/>
          </p:cNvSpPr>
          <p:nvPr>
            <p:ph type="body" idx="1"/>
          </p:nvPr>
        </p:nvSpPr>
        <p:spPr>
          <a:xfrm>
            <a:off x="1730772" y="10238598"/>
            <a:ext cx="13976137" cy="8390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  <a:defRPr sz="40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3667"/>
              <a:buFont typeface="Trebuchet MS"/>
              <a:buNone/>
              <a:defRPr sz="3666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3667"/>
              <a:buFont typeface="Trebuchet MS"/>
              <a:buNone/>
              <a:defRPr sz="3666">
                <a:solidFill>
                  <a:schemeClr val="accent4"/>
                </a:solidFill>
              </a:defRPr>
            </a:lvl3pPr>
            <a:lvl4pPr marL="1828800" lvl="3" indent="-609600" algn="l"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Symbols"/>
              <a:buChar char="▪"/>
              <a:defRPr sz="6000">
                <a:solidFill>
                  <a:schemeClr val="lt1"/>
                </a:solidFill>
              </a:defRPr>
            </a:lvl4pPr>
            <a:lvl5pPr marL="2286000" lvl="4" indent="-651954" algn="l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7" name="Google Shape;457;p67"/>
          <p:cNvSpPr txBox="1">
            <a:spLocks noGrp="1"/>
          </p:cNvSpPr>
          <p:nvPr>
            <p:ph type="body" idx="2"/>
          </p:nvPr>
        </p:nvSpPr>
        <p:spPr>
          <a:xfrm>
            <a:off x="1730774" y="7827992"/>
            <a:ext cx="14014673" cy="175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6000"/>
              <a:buFont typeface="Trebuchet MS"/>
              <a:buNone/>
              <a:defRPr sz="6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1867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8" name="Google Shape;458;p67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ternate Layout">
  <p:cSld name="Alternate Layout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8"/>
          <p:cNvSpPr txBox="1">
            <a:spLocks noGrp="1"/>
          </p:cNvSpPr>
          <p:nvPr>
            <p:ph type="title"/>
          </p:nvPr>
        </p:nvSpPr>
        <p:spPr>
          <a:xfrm>
            <a:off x="16611600" y="5995302"/>
            <a:ext cx="18135600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3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68"/>
          <p:cNvSpPr txBox="1">
            <a:spLocks noGrp="1"/>
          </p:cNvSpPr>
          <p:nvPr>
            <p:ph type="body" idx="1"/>
          </p:nvPr>
        </p:nvSpPr>
        <p:spPr>
          <a:xfrm>
            <a:off x="16611600" y="9723122"/>
            <a:ext cx="18105120" cy="8390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  <a:defRPr sz="40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3667"/>
              <a:buFont typeface="Trebuchet MS"/>
              <a:buNone/>
              <a:defRPr sz="3666">
                <a:solidFill>
                  <a:schemeClr val="accent4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3667"/>
              <a:buFont typeface="Trebuchet MS"/>
              <a:buNone/>
              <a:defRPr sz="3666">
                <a:solidFill>
                  <a:schemeClr val="accent4"/>
                </a:solidFill>
              </a:defRPr>
            </a:lvl3pPr>
            <a:lvl4pPr marL="1828800" lvl="3" indent="-609600" algn="l">
              <a:spcBef>
                <a:spcPts val="1667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Symbols"/>
              <a:buChar char="▪"/>
              <a:defRPr sz="6000">
                <a:solidFill>
                  <a:schemeClr val="lt1"/>
                </a:solidFill>
              </a:defRPr>
            </a:lvl4pPr>
            <a:lvl5pPr marL="2286000" lvl="4" indent="-651954" algn="l"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6667"/>
              <a:buFont typeface="Noto Sans Symbols"/>
              <a:buChar char="▪"/>
              <a:defRPr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2" name="Google Shape;462;p68"/>
          <p:cNvSpPr txBox="1">
            <a:spLocks noGrp="1"/>
          </p:cNvSpPr>
          <p:nvPr>
            <p:ph type="body" idx="2"/>
          </p:nvPr>
        </p:nvSpPr>
        <p:spPr>
          <a:xfrm>
            <a:off x="16611600" y="7894322"/>
            <a:ext cx="18135600" cy="175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6000"/>
              <a:buFont typeface="Trebuchet MS"/>
              <a:buNone/>
              <a:defRPr sz="6000" b="0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1867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69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69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0"/>
          <p:cNvSpPr/>
          <p:nvPr/>
        </p:nvSpPr>
        <p:spPr>
          <a:xfrm>
            <a:off x="2" y="0"/>
            <a:ext cx="35758243" cy="188366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8" name="Google Shape;468;p70"/>
          <p:cNvSpPr txBox="1">
            <a:spLocks noGrp="1"/>
          </p:cNvSpPr>
          <p:nvPr>
            <p:ph type="title"/>
          </p:nvPr>
        </p:nvSpPr>
        <p:spPr>
          <a:xfrm>
            <a:off x="1661160" y="1737362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3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70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 / Segue">
  <p:cSld name="Transition / Segue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71"/>
          <p:cNvSpPr txBox="1">
            <a:spLocks noGrp="1"/>
          </p:cNvSpPr>
          <p:nvPr>
            <p:ph type="title"/>
          </p:nvPr>
        </p:nvSpPr>
        <p:spPr>
          <a:xfrm>
            <a:off x="16581120" y="14081762"/>
            <a:ext cx="17922240" cy="4579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3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bargo Layout">
  <p:cSld name="Embargo Layout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72"/>
          <p:cNvGrpSpPr/>
          <p:nvPr/>
        </p:nvGrpSpPr>
        <p:grpSpPr>
          <a:xfrm>
            <a:off x="-4424358" y="-1349551"/>
            <a:ext cx="45422230" cy="23277753"/>
            <a:chOff x="-1327308" y="-404865"/>
            <a:chExt cx="13626669" cy="6983326"/>
          </a:xfrm>
        </p:grpSpPr>
        <p:sp>
          <p:nvSpPr>
            <p:cNvPr id="475" name="Google Shape;475;p72"/>
            <p:cNvSpPr/>
            <p:nvPr/>
          </p:nvSpPr>
          <p:spPr>
            <a:xfrm>
              <a:off x="0" y="0"/>
              <a:ext cx="10972800" cy="6172200"/>
            </a:xfrm>
            <a:prstGeom prst="rect">
              <a:avLst/>
            </a:prstGeom>
            <a:solidFill>
              <a:srgbClr val="9A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76" name="Google Shape;476;p72"/>
            <p:cNvSpPr/>
            <p:nvPr/>
          </p:nvSpPr>
          <p:spPr>
            <a:xfrm>
              <a:off x="26269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77" name="Google Shape;477;p72"/>
            <p:cNvSpPr/>
            <p:nvPr/>
          </p:nvSpPr>
          <p:spPr>
            <a:xfrm>
              <a:off x="61660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78" name="Google Shape;478;p72"/>
            <p:cNvSpPr/>
            <p:nvPr/>
          </p:nvSpPr>
          <p:spPr>
            <a:xfrm>
              <a:off x="97050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79" name="Google Shape;479;p72"/>
            <p:cNvSpPr/>
            <p:nvPr/>
          </p:nvSpPr>
          <p:spPr>
            <a:xfrm>
              <a:off x="132441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80" name="Google Shape;480;p72"/>
            <p:cNvSpPr/>
            <p:nvPr/>
          </p:nvSpPr>
          <p:spPr>
            <a:xfrm>
              <a:off x="167831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81" name="Google Shape;481;p72"/>
            <p:cNvSpPr/>
            <p:nvPr/>
          </p:nvSpPr>
          <p:spPr>
            <a:xfrm>
              <a:off x="203222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82" name="Google Shape;482;p72"/>
            <p:cNvSpPr/>
            <p:nvPr/>
          </p:nvSpPr>
          <p:spPr>
            <a:xfrm>
              <a:off x="238613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83" name="Google Shape;483;p72"/>
            <p:cNvSpPr/>
            <p:nvPr/>
          </p:nvSpPr>
          <p:spPr>
            <a:xfrm>
              <a:off x="274003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84" name="Google Shape;484;p72"/>
            <p:cNvSpPr/>
            <p:nvPr/>
          </p:nvSpPr>
          <p:spPr>
            <a:xfrm>
              <a:off x="309394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85" name="Google Shape;485;p72"/>
            <p:cNvSpPr/>
            <p:nvPr/>
          </p:nvSpPr>
          <p:spPr>
            <a:xfrm>
              <a:off x="344784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86" name="Google Shape;486;p72"/>
            <p:cNvSpPr/>
            <p:nvPr/>
          </p:nvSpPr>
          <p:spPr>
            <a:xfrm>
              <a:off x="380175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87" name="Google Shape;487;p72"/>
            <p:cNvSpPr/>
            <p:nvPr/>
          </p:nvSpPr>
          <p:spPr>
            <a:xfrm>
              <a:off x="415566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88" name="Google Shape;488;p72"/>
            <p:cNvSpPr/>
            <p:nvPr/>
          </p:nvSpPr>
          <p:spPr>
            <a:xfrm>
              <a:off x="450956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89" name="Google Shape;489;p72"/>
            <p:cNvSpPr/>
            <p:nvPr/>
          </p:nvSpPr>
          <p:spPr>
            <a:xfrm>
              <a:off x="486347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0" name="Google Shape;490;p72"/>
            <p:cNvSpPr/>
            <p:nvPr/>
          </p:nvSpPr>
          <p:spPr>
            <a:xfrm>
              <a:off x="521737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1" name="Google Shape;491;p72"/>
            <p:cNvSpPr/>
            <p:nvPr/>
          </p:nvSpPr>
          <p:spPr>
            <a:xfrm>
              <a:off x="557128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2" name="Google Shape;492;p72"/>
            <p:cNvSpPr/>
            <p:nvPr/>
          </p:nvSpPr>
          <p:spPr>
            <a:xfrm>
              <a:off x="592519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3" name="Google Shape;493;p72"/>
            <p:cNvSpPr/>
            <p:nvPr/>
          </p:nvSpPr>
          <p:spPr>
            <a:xfrm>
              <a:off x="627909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4" name="Google Shape;494;p72"/>
            <p:cNvSpPr/>
            <p:nvPr/>
          </p:nvSpPr>
          <p:spPr>
            <a:xfrm>
              <a:off x="663300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5" name="Google Shape;495;p72"/>
            <p:cNvSpPr/>
            <p:nvPr/>
          </p:nvSpPr>
          <p:spPr>
            <a:xfrm>
              <a:off x="698690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6" name="Google Shape;496;p72"/>
            <p:cNvSpPr/>
            <p:nvPr/>
          </p:nvSpPr>
          <p:spPr>
            <a:xfrm>
              <a:off x="734081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7" name="Google Shape;497;p72"/>
            <p:cNvSpPr/>
            <p:nvPr/>
          </p:nvSpPr>
          <p:spPr>
            <a:xfrm>
              <a:off x="769472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8" name="Google Shape;498;p72"/>
            <p:cNvSpPr/>
            <p:nvPr/>
          </p:nvSpPr>
          <p:spPr>
            <a:xfrm>
              <a:off x="804862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499" name="Google Shape;499;p72"/>
            <p:cNvSpPr/>
            <p:nvPr/>
          </p:nvSpPr>
          <p:spPr>
            <a:xfrm>
              <a:off x="840253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0" name="Google Shape;500;p72"/>
            <p:cNvSpPr/>
            <p:nvPr/>
          </p:nvSpPr>
          <p:spPr>
            <a:xfrm>
              <a:off x="875643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1" name="Google Shape;501;p72"/>
            <p:cNvSpPr/>
            <p:nvPr/>
          </p:nvSpPr>
          <p:spPr>
            <a:xfrm>
              <a:off x="9110345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2" name="Google Shape;502;p72"/>
            <p:cNvSpPr/>
            <p:nvPr/>
          </p:nvSpPr>
          <p:spPr>
            <a:xfrm>
              <a:off x="946425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3" name="Google Shape;503;p72"/>
            <p:cNvSpPr/>
            <p:nvPr/>
          </p:nvSpPr>
          <p:spPr>
            <a:xfrm>
              <a:off x="9818157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4" name="Google Shape;504;p72"/>
            <p:cNvSpPr/>
            <p:nvPr/>
          </p:nvSpPr>
          <p:spPr>
            <a:xfrm>
              <a:off x="10172063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5" name="Google Shape;505;p72"/>
            <p:cNvSpPr/>
            <p:nvPr/>
          </p:nvSpPr>
          <p:spPr>
            <a:xfrm>
              <a:off x="10525969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6" name="Google Shape;506;p72"/>
            <p:cNvSpPr/>
            <p:nvPr/>
          </p:nvSpPr>
          <p:spPr>
            <a:xfrm>
              <a:off x="10879862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7" name="Google Shape;507;p72"/>
            <p:cNvSpPr/>
            <p:nvPr/>
          </p:nvSpPr>
          <p:spPr>
            <a:xfrm>
              <a:off x="-91211" y="-412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8" name="Google Shape;508;p72"/>
            <p:cNvSpPr/>
            <p:nvPr/>
          </p:nvSpPr>
          <p:spPr>
            <a:xfrm>
              <a:off x="26269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09" name="Google Shape;509;p72"/>
            <p:cNvSpPr/>
            <p:nvPr/>
          </p:nvSpPr>
          <p:spPr>
            <a:xfrm>
              <a:off x="61660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10" name="Google Shape;510;p72"/>
            <p:cNvSpPr/>
            <p:nvPr/>
          </p:nvSpPr>
          <p:spPr>
            <a:xfrm>
              <a:off x="97050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11" name="Google Shape;511;p72"/>
            <p:cNvSpPr/>
            <p:nvPr/>
          </p:nvSpPr>
          <p:spPr>
            <a:xfrm>
              <a:off x="132441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12" name="Google Shape;512;p72"/>
            <p:cNvSpPr/>
            <p:nvPr/>
          </p:nvSpPr>
          <p:spPr>
            <a:xfrm>
              <a:off x="167831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13" name="Google Shape;513;p72"/>
            <p:cNvSpPr/>
            <p:nvPr/>
          </p:nvSpPr>
          <p:spPr>
            <a:xfrm>
              <a:off x="203222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14" name="Google Shape;514;p72"/>
            <p:cNvSpPr/>
            <p:nvPr/>
          </p:nvSpPr>
          <p:spPr>
            <a:xfrm>
              <a:off x="238613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15" name="Google Shape;515;p72"/>
            <p:cNvSpPr/>
            <p:nvPr/>
          </p:nvSpPr>
          <p:spPr>
            <a:xfrm>
              <a:off x="274003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16" name="Google Shape;516;p72"/>
            <p:cNvSpPr/>
            <p:nvPr/>
          </p:nvSpPr>
          <p:spPr>
            <a:xfrm>
              <a:off x="309394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17" name="Google Shape;517;p72"/>
            <p:cNvSpPr/>
            <p:nvPr/>
          </p:nvSpPr>
          <p:spPr>
            <a:xfrm>
              <a:off x="344784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18" name="Google Shape;518;p72"/>
            <p:cNvSpPr/>
            <p:nvPr/>
          </p:nvSpPr>
          <p:spPr>
            <a:xfrm>
              <a:off x="380175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19" name="Google Shape;519;p72"/>
            <p:cNvSpPr/>
            <p:nvPr/>
          </p:nvSpPr>
          <p:spPr>
            <a:xfrm>
              <a:off x="415566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20" name="Google Shape;520;p72"/>
            <p:cNvSpPr/>
            <p:nvPr/>
          </p:nvSpPr>
          <p:spPr>
            <a:xfrm>
              <a:off x="450956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21" name="Google Shape;521;p72"/>
            <p:cNvSpPr/>
            <p:nvPr/>
          </p:nvSpPr>
          <p:spPr>
            <a:xfrm>
              <a:off x="486347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22" name="Google Shape;522;p72"/>
            <p:cNvSpPr/>
            <p:nvPr/>
          </p:nvSpPr>
          <p:spPr>
            <a:xfrm>
              <a:off x="521737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23" name="Google Shape;523;p72"/>
            <p:cNvSpPr/>
            <p:nvPr/>
          </p:nvSpPr>
          <p:spPr>
            <a:xfrm>
              <a:off x="557128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24" name="Google Shape;524;p72"/>
            <p:cNvSpPr/>
            <p:nvPr/>
          </p:nvSpPr>
          <p:spPr>
            <a:xfrm>
              <a:off x="592519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25" name="Google Shape;525;p72"/>
            <p:cNvSpPr/>
            <p:nvPr/>
          </p:nvSpPr>
          <p:spPr>
            <a:xfrm>
              <a:off x="627909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26" name="Google Shape;526;p72"/>
            <p:cNvSpPr/>
            <p:nvPr/>
          </p:nvSpPr>
          <p:spPr>
            <a:xfrm>
              <a:off x="663300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27" name="Google Shape;527;p72"/>
            <p:cNvSpPr/>
            <p:nvPr/>
          </p:nvSpPr>
          <p:spPr>
            <a:xfrm>
              <a:off x="698690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28" name="Google Shape;528;p72"/>
            <p:cNvSpPr/>
            <p:nvPr/>
          </p:nvSpPr>
          <p:spPr>
            <a:xfrm>
              <a:off x="734081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29" name="Google Shape;529;p72"/>
            <p:cNvSpPr/>
            <p:nvPr/>
          </p:nvSpPr>
          <p:spPr>
            <a:xfrm>
              <a:off x="769472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0" name="Google Shape;530;p72"/>
            <p:cNvSpPr/>
            <p:nvPr/>
          </p:nvSpPr>
          <p:spPr>
            <a:xfrm>
              <a:off x="804862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1" name="Google Shape;531;p72"/>
            <p:cNvSpPr/>
            <p:nvPr/>
          </p:nvSpPr>
          <p:spPr>
            <a:xfrm>
              <a:off x="840253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2" name="Google Shape;532;p72"/>
            <p:cNvSpPr/>
            <p:nvPr/>
          </p:nvSpPr>
          <p:spPr>
            <a:xfrm>
              <a:off x="875643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3" name="Google Shape;533;p72"/>
            <p:cNvSpPr/>
            <p:nvPr/>
          </p:nvSpPr>
          <p:spPr>
            <a:xfrm>
              <a:off x="9110345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4" name="Google Shape;534;p72"/>
            <p:cNvSpPr/>
            <p:nvPr/>
          </p:nvSpPr>
          <p:spPr>
            <a:xfrm>
              <a:off x="946425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5" name="Google Shape;535;p72"/>
            <p:cNvSpPr/>
            <p:nvPr/>
          </p:nvSpPr>
          <p:spPr>
            <a:xfrm>
              <a:off x="9818157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6" name="Google Shape;536;p72"/>
            <p:cNvSpPr/>
            <p:nvPr/>
          </p:nvSpPr>
          <p:spPr>
            <a:xfrm>
              <a:off x="10172063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7" name="Google Shape;537;p72"/>
            <p:cNvSpPr/>
            <p:nvPr/>
          </p:nvSpPr>
          <p:spPr>
            <a:xfrm>
              <a:off x="10525969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8" name="Google Shape;538;p72"/>
            <p:cNvSpPr/>
            <p:nvPr/>
          </p:nvSpPr>
          <p:spPr>
            <a:xfrm>
              <a:off x="10879862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39" name="Google Shape;539;p72"/>
            <p:cNvSpPr/>
            <p:nvPr/>
          </p:nvSpPr>
          <p:spPr>
            <a:xfrm>
              <a:off x="-91211" y="7628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0" name="Google Shape;540;p72"/>
            <p:cNvSpPr/>
            <p:nvPr/>
          </p:nvSpPr>
          <p:spPr>
            <a:xfrm>
              <a:off x="26269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1" name="Google Shape;541;p72"/>
            <p:cNvSpPr/>
            <p:nvPr/>
          </p:nvSpPr>
          <p:spPr>
            <a:xfrm>
              <a:off x="61660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2" name="Google Shape;542;p72"/>
            <p:cNvSpPr/>
            <p:nvPr/>
          </p:nvSpPr>
          <p:spPr>
            <a:xfrm>
              <a:off x="97050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3" name="Google Shape;543;p72"/>
            <p:cNvSpPr/>
            <p:nvPr/>
          </p:nvSpPr>
          <p:spPr>
            <a:xfrm>
              <a:off x="132441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4" name="Google Shape;544;p72"/>
            <p:cNvSpPr/>
            <p:nvPr/>
          </p:nvSpPr>
          <p:spPr>
            <a:xfrm>
              <a:off x="167831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5" name="Google Shape;545;p72"/>
            <p:cNvSpPr/>
            <p:nvPr/>
          </p:nvSpPr>
          <p:spPr>
            <a:xfrm>
              <a:off x="203222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6" name="Google Shape;546;p72"/>
            <p:cNvSpPr/>
            <p:nvPr/>
          </p:nvSpPr>
          <p:spPr>
            <a:xfrm>
              <a:off x="238613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7" name="Google Shape;547;p72"/>
            <p:cNvSpPr/>
            <p:nvPr/>
          </p:nvSpPr>
          <p:spPr>
            <a:xfrm>
              <a:off x="274003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8" name="Google Shape;548;p72"/>
            <p:cNvSpPr/>
            <p:nvPr/>
          </p:nvSpPr>
          <p:spPr>
            <a:xfrm>
              <a:off x="309394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49" name="Google Shape;549;p72"/>
            <p:cNvSpPr/>
            <p:nvPr/>
          </p:nvSpPr>
          <p:spPr>
            <a:xfrm>
              <a:off x="344784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0" name="Google Shape;550;p72"/>
            <p:cNvSpPr/>
            <p:nvPr/>
          </p:nvSpPr>
          <p:spPr>
            <a:xfrm>
              <a:off x="380175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1" name="Google Shape;551;p72"/>
            <p:cNvSpPr/>
            <p:nvPr/>
          </p:nvSpPr>
          <p:spPr>
            <a:xfrm>
              <a:off x="415566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2" name="Google Shape;552;p72"/>
            <p:cNvSpPr/>
            <p:nvPr/>
          </p:nvSpPr>
          <p:spPr>
            <a:xfrm>
              <a:off x="450956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3" name="Google Shape;553;p72"/>
            <p:cNvSpPr/>
            <p:nvPr/>
          </p:nvSpPr>
          <p:spPr>
            <a:xfrm>
              <a:off x="486347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4" name="Google Shape;554;p72"/>
            <p:cNvSpPr/>
            <p:nvPr/>
          </p:nvSpPr>
          <p:spPr>
            <a:xfrm>
              <a:off x="521737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5" name="Google Shape;555;p72"/>
            <p:cNvSpPr/>
            <p:nvPr/>
          </p:nvSpPr>
          <p:spPr>
            <a:xfrm>
              <a:off x="557128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6" name="Google Shape;556;p72"/>
            <p:cNvSpPr/>
            <p:nvPr/>
          </p:nvSpPr>
          <p:spPr>
            <a:xfrm>
              <a:off x="592519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7" name="Google Shape;557;p72"/>
            <p:cNvSpPr/>
            <p:nvPr/>
          </p:nvSpPr>
          <p:spPr>
            <a:xfrm>
              <a:off x="627909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8" name="Google Shape;558;p72"/>
            <p:cNvSpPr/>
            <p:nvPr/>
          </p:nvSpPr>
          <p:spPr>
            <a:xfrm>
              <a:off x="663300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59" name="Google Shape;559;p72"/>
            <p:cNvSpPr/>
            <p:nvPr/>
          </p:nvSpPr>
          <p:spPr>
            <a:xfrm>
              <a:off x="698690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0" name="Google Shape;560;p72"/>
            <p:cNvSpPr/>
            <p:nvPr/>
          </p:nvSpPr>
          <p:spPr>
            <a:xfrm>
              <a:off x="734081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1" name="Google Shape;561;p72"/>
            <p:cNvSpPr/>
            <p:nvPr/>
          </p:nvSpPr>
          <p:spPr>
            <a:xfrm>
              <a:off x="769472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2" name="Google Shape;562;p72"/>
            <p:cNvSpPr/>
            <p:nvPr/>
          </p:nvSpPr>
          <p:spPr>
            <a:xfrm>
              <a:off x="804862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3" name="Google Shape;563;p72"/>
            <p:cNvSpPr/>
            <p:nvPr/>
          </p:nvSpPr>
          <p:spPr>
            <a:xfrm>
              <a:off x="840253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4" name="Google Shape;564;p72"/>
            <p:cNvSpPr/>
            <p:nvPr/>
          </p:nvSpPr>
          <p:spPr>
            <a:xfrm>
              <a:off x="875643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5" name="Google Shape;565;p72"/>
            <p:cNvSpPr/>
            <p:nvPr/>
          </p:nvSpPr>
          <p:spPr>
            <a:xfrm>
              <a:off x="9110345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6" name="Google Shape;566;p72"/>
            <p:cNvSpPr/>
            <p:nvPr/>
          </p:nvSpPr>
          <p:spPr>
            <a:xfrm>
              <a:off x="946425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7" name="Google Shape;567;p72"/>
            <p:cNvSpPr/>
            <p:nvPr/>
          </p:nvSpPr>
          <p:spPr>
            <a:xfrm>
              <a:off x="9818157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8" name="Google Shape;568;p72"/>
            <p:cNvSpPr/>
            <p:nvPr/>
          </p:nvSpPr>
          <p:spPr>
            <a:xfrm>
              <a:off x="10172063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69" name="Google Shape;569;p72"/>
            <p:cNvSpPr/>
            <p:nvPr/>
          </p:nvSpPr>
          <p:spPr>
            <a:xfrm>
              <a:off x="10525969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0" name="Google Shape;570;p72"/>
            <p:cNvSpPr/>
            <p:nvPr/>
          </p:nvSpPr>
          <p:spPr>
            <a:xfrm>
              <a:off x="10879862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1" name="Google Shape;571;p72"/>
            <p:cNvSpPr/>
            <p:nvPr/>
          </p:nvSpPr>
          <p:spPr>
            <a:xfrm>
              <a:off x="-91211" y="15668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2" name="Google Shape;572;p72"/>
            <p:cNvSpPr/>
            <p:nvPr/>
          </p:nvSpPr>
          <p:spPr>
            <a:xfrm>
              <a:off x="26269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3" name="Google Shape;573;p72"/>
            <p:cNvSpPr/>
            <p:nvPr/>
          </p:nvSpPr>
          <p:spPr>
            <a:xfrm>
              <a:off x="61660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4" name="Google Shape;574;p72"/>
            <p:cNvSpPr/>
            <p:nvPr/>
          </p:nvSpPr>
          <p:spPr>
            <a:xfrm>
              <a:off x="97050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5" name="Google Shape;575;p72"/>
            <p:cNvSpPr/>
            <p:nvPr/>
          </p:nvSpPr>
          <p:spPr>
            <a:xfrm>
              <a:off x="132441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6" name="Google Shape;576;p72"/>
            <p:cNvSpPr/>
            <p:nvPr/>
          </p:nvSpPr>
          <p:spPr>
            <a:xfrm>
              <a:off x="167831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7" name="Google Shape;577;p72"/>
            <p:cNvSpPr/>
            <p:nvPr/>
          </p:nvSpPr>
          <p:spPr>
            <a:xfrm>
              <a:off x="203222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8" name="Google Shape;578;p72"/>
            <p:cNvSpPr/>
            <p:nvPr/>
          </p:nvSpPr>
          <p:spPr>
            <a:xfrm>
              <a:off x="238613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79" name="Google Shape;579;p72"/>
            <p:cNvSpPr/>
            <p:nvPr/>
          </p:nvSpPr>
          <p:spPr>
            <a:xfrm>
              <a:off x="274003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0" name="Google Shape;580;p72"/>
            <p:cNvSpPr/>
            <p:nvPr/>
          </p:nvSpPr>
          <p:spPr>
            <a:xfrm>
              <a:off x="309394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1" name="Google Shape;581;p72"/>
            <p:cNvSpPr/>
            <p:nvPr/>
          </p:nvSpPr>
          <p:spPr>
            <a:xfrm>
              <a:off x="344784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2" name="Google Shape;582;p72"/>
            <p:cNvSpPr/>
            <p:nvPr/>
          </p:nvSpPr>
          <p:spPr>
            <a:xfrm>
              <a:off x="380175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3" name="Google Shape;583;p72"/>
            <p:cNvSpPr/>
            <p:nvPr/>
          </p:nvSpPr>
          <p:spPr>
            <a:xfrm>
              <a:off x="415566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4" name="Google Shape;584;p72"/>
            <p:cNvSpPr/>
            <p:nvPr/>
          </p:nvSpPr>
          <p:spPr>
            <a:xfrm>
              <a:off x="450956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5" name="Google Shape;585;p72"/>
            <p:cNvSpPr/>
            <p:nvPr/>
          </p:nvSpPr>
          <p:spPr>
            <a:xfrm>
              <a:off x="486347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6" name="Google Shape;586;p72"/>
            <p:cNvSpPr/>
            <p:nvPr/>
          </p:nvSpPr>
          <p:spPr>
            <a:xfrm>
              <a:off x="521737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7" name="Google Shape;587;p72"/>
            <p:cNvSpPr/>
            <p:nvPr/>
          </p:nvSpPr>
          <p:spPr>
            <a:xfrm>
              <a:off x="557128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8" name="Google Shape;588;p72"/>
            <p:cNvSpPr/>
            <p:nvPr/>
          </p:nvSpPr>
          <p:spPr>
            <a:xfrm>
              <a:off x="592519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89" name="Google Shape;589;p72"/>
            <p:cNvSpPr/>
            <p:nvPr/>
          </p:nvSpPr>
          <p:spPr>
            <a:xfrm>
              <a:off x="627909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90" name="Google Shape;590;p72"/>
            <p:cNvSpPr/>
            <p:nvPr/>
          </p:nvSpPr>
          <p:spPr>
            <a:xfrm>
              <a:off x="663300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91" name="Google Shape;591;p72"/>
            <p:cNvSpPr/>
            <p:nvPr/>
          </p:nvSpPr>
          <p:spPr>
            <a:xfrm>
              <a:off x="698690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92" name="Google Shape;592;p72"/>
            <p:cNvSpPr/>
            <p:nvPr/>
          </p:nvSpPr>
          <p:spPr>
            <a:xfrm>
              <a:off x="734081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93" name="Google Shape;593;p72"/>
            <p:cNvSpPr/>
            <p:nvPr/>
          </p:nvSpPr>
          <p:spPr>
            <a:xfrm>
              <a:off x="769472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94" name="Google Shape;594;p72"/>
            <p:cNvSpPr/>
            <p:nvPr/>
          </p:nvSpPr>
          <p:spPr>
            <a:xfrm>
              <a:off x="804862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95" name="Google Shape;595;p72"/>
            <p:cNvSpPr/>
            <p:nvPr/>
          </p:nvSpPr>
          <p:spPr>
            <a:xfrm>
              <a:off x="840253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96" name="Google Shape;596;p72"/>
            <p:cNvSpPr/>
            <p:nvPr/>
          </p:nvSpPr>
          <p:spPr>
            <a:xfrm>
              <a:off x="875643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97" name="Google Shape;597;p72"/>
            <p:cNvSpPr/>
            <p:nvPr/>
          </p:nvSpPr>
          <p:spPr>
            <a:xfrm>
              <a:off x="9110345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98" name="Google Shape;598;p72"/>
            <p:cNvSpPr/>
            <p:nvPr/>
          </p:nvSpPr>
          <p:spPr>
            <a:xfrm>
              <a:off x="946425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599" name="Google Shape;599;p72"/>
            <p:cNvSpPr/>
            <p:nvPr/>
          </p:nvSpPr>
          <p:spPr>
            <a:xfrm>
              <a:off x="9818157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00" name="Google Shape;600;p72"/>
            <p:cNvSpPr/>
            <p:nvPr/>
          </p:nvSpPr>
          <p:spPr>
            <a:xfrm>
              <a:off x="10172063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01" name="Google Shape;601;p72"/>
            <p:cNvSpPr/>
            <p:nvPr/>
          </p:nvSpPr>
          <p:spPr>
            <a:xfrm>
              <a:off x="10525969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02" name="Google Shape;602;p72"/>
            <p:cNvSpPr/>
            <p:nvPr/>
          </p:nvSpPr>
          <p:spPr>
            <a:xfrm>
              <a:off x="10879862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03" name="Google Shape;603;p72"/>
            <p:cNvSpPr/>
            <p:nvPr/>
          </p:nvSpPr>
          <p:spPr>
            <a:xfrm>
              <a:off x="-91211" y="237095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04" name="Google Shape;604;p72"/>
            <p:cNvSpPr/>
            <p:nvPr/>
          </p:nvSpPr>
          <p:spPr>
            <a:xfrm>
              <a:off x="26269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05" name="Google Shape;605;p72"/>
            <p:cNvSpPr/>
            <p:nvPr/>
          </p:nvSpPr>
          <p:spPr>
            <a:xfrm>
              <a:off x="61660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06" name="Google Shape;606;p72"/>
            <p:cNvSpPr/>
            <p:nvPr/>
          </p:nvSpPr>
          <p:spPr>
            <a:xfrm>
              <a:off x="97050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07" name="Google Shape;607;p72"/>
            <p:cNvSpPr/>
            <p:nvPr/>
          </p:nvSpPr>
          <p:spPr>
            <a:xfrm>
              <a:off x="132441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08" name="Google Shape;608;p72"/>
            <p:cNvSpPr/>
            <p:nvPr/>
          </p:nvSpPr>
          <p:spPr>
            <a:xfrm>
              <a:off x="167831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09" name="Google Shape;609;p72"/>
            <p:cNvSpPr/>
            <p:nvPr/>
          </p:nvSpPr>
          <p:spPr>
            <a:xfrm>
              <a:off x="203222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0" name="Google Shape;610;p72"/>
            <p:cNvSpPr/>
            <p:nvPr/>
          </p:nvSpPr>
          <p:spPr>
            <a:xfrm>
              <a:off x="238613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1" name="Google Shape;611;p72"/>
            <p:cNvSpPr/>
            <p:nvPr/>
          </p:nvSpPr>
          <p:spPr>
            <a:xfrm>
              <a:off x="274003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2" name="Google Shape;612;p72"/>
            <p:cNvSpPr/>
            <p:nvPr/>
          </p:nvSpPr>
          <p:spPr>
            <a:xfrm>
              <a:off x="309394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3" name="Google Shape;613;p72"/>
            <p:cNvSpPr/>
            <p:nvPr/>
          </p:nvSpPr>
          <p:spPr>
            <a:xfrm>
              <a:off x="344784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4" name="Google Shape;614;p72"/>
            <p:cNvSpPr/>
            <p:nvPr/>
          </p:nvSpPr>
          <p:spPr>
            <a:xfrm>
              <a:off x="380175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5" name="Google Shape;615;p72"/>
            <p:cNvSpPr/>
            <p:nvPr/>
          </p:nvSpPr>
          <p:spPr>
            <a:xfrm>
              <a:off x="415566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6" name="Google Shape;616;p72"/>
            <p:cNvSpPr/>
            <p:nvPr/>
          </p:nvSpPr>
          <p:spPr>
            <a:xfrm>
              <a:off x="450956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7" name="Google Shape;617;p72"/>
            <p:cNvSpPr/>
            <p:nvPr/>
          </p:nvSpPr>
          <p:spPr>
            <a:xfrm>
              <a:off x="486347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8" name="Google Shape;618;p72"/>
            <p:cNvSpPr/>
            <p:nvPr/>
          </p:nvSpPr>
          <p:spPr>
            <a:xfrm>
              <a:off x="521737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19" name="Google Shape;619;p72"/>
            <p:cNvSpPr/>
            <p:nvPr/>
          </p:nvSpPr>
          <p:spPr>
            <a:xfrm>
              <a:off x="557128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0" name="Google Shape;620;p72"/>
            <p:cNvSpPr/>
            <p:nvPr/>
          </p:nvSpPr>
          <p:spPr>
            <a:xfrm>
              <a:off x="592519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1" name="Google Shape;621;p72"/>
            <p:cNvSpPr/>
            <p:nvPr/>
          </p:nvSpPr>
          <p:spPr>
            <a:xfrm>
              <a:off x="627909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2" name="Google Shape;622;p72"/>
            <p:cNvSpPr/>
            <p:nvPr/>
          </p:nvSpPr>
          <p:spPr>
            <a:xfrm>
              <a:off x="663300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3" name="Google Shape;623;p72"/>
            <p:cNvSpPr/>
            <p:nvPr/>
          </p:nvSpPr>
          <p:spPr>
            <a:xfrm>
              <a:off x="698690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4" name="Google Shape;624;p72"/>
            <p:cNvSpPr/>
            <p:nvPr/>
          </p:nvSpPr>
          <p:spPr>
            <a:xfrm>
              <a:off x="734081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5" name="Google Shape;625;p72"/>
            <p:cNvSpPr/>
            <p:nvPr/>
          </p:nvSpPr>
          <p:spPr>
            <a:xfrm>
              <a:off x="769472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6" name="Google Shape;626;p72"/>
            <p:cNvSpPr/>
            <p:nvPr/>
          </p:nvSpPr>
          <p:spPr>
            <a:xfrm>
              <a:off x="804862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7" name="Google Shape;627;p72"/>
            <p:cNvSpPr/>
            <p:nvPr/>
          </p:nvSpPr>
          <p:spPr>
            <a:xfrm>
              <a:off x="840253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8" name="Google Shape;628;p72"/>
            <p:cNvSpPr/>
            <p:nvPr/>
          </p:nvSpPr>
          <p:spPr>
            <a:xfrm>
              <a:off x="875643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29" name="Google Shape;629;p72"/>
            <p:cNvSpPr/>
            <p:nvPr/>
          </p:nvSpPr>
          <p:spPr>
            <a:xfrm>
              <a:off x="9110345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0" name="Google Shape;630;p72"/>
            <p:cNvSpPr/>
            <p:nvPr/>
          </p:nvSpPr>
          <p:spPr>
            <a:xfrm>
              <a:off x="946425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1" name="Google Shape;631;p72"/>
            <p:cNvSpPr/>
            <p:nvPr/>
          </p:nvSpPr>
          <p:spPr>
            <a:xfrm>
              <a:off x="9818157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2" name="Google Shape;632;p72"/>
            <p:cNvSpPr/>
            <p:nvPr/>
          </p:nvSpPr>
          <p:spPr>
            <a:xfrm>
              <a:off x="10172063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3" name="Google Shape;633;p72"/>
            <p:cNvSpPr/>
            <p:nvPr/>
          </p:nvSpPr>
          <p:spPr>
            <a:xfrm>
              <a:off x="10525969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4" name="Google Shape;634;p72"/>
            <p:cNvSpPr/>
            <p:nvPr/>
          </p:nvSpPr>
          <p:spPr>
            <a:xfrm>
              <a:off x="10879862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5" name="Google Shape;635;p72"/>
            <p:cNvSpPr/>
            <p:nvPr/>
          </p:nvSpPr>
          <p:spPr>
            <a:xfrm>
              <a:off x="-91211" y="317502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6" name="Google Shape;636;p72"/>
            <p:cNvSpPr/>
            <p:nvPr/>
          </p:nvSpPr>
          <p:spPr>
            <a:xfrm>
              <a:off x="26269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7" name="Google Shape;637;p72"/>
            <p:cNvSpPr/>
            <p:nvPr/>
          </p:nvSpPr>
          <p:spPr>
            <a:xfrm>
              <a:off x="61660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8" name="Google Shape;638;p72"/>
            <p:cNvSpPr/>
            <p:nvPr/>
          </p:nvSpPr>
          <p:spPr>
            <a:xfrm>
              <a:off x="97050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39" name="Google Shape;639;p72"/>
            <p:cNvSpPr/>
            <p:nvPr/>
          </p:nvSpPr>
          <p:spPr>
            <a:xfrm>
              <a:off x="132441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0" name="Google Shape;640;p72"/>
            <p:cNvSpPr/>
            <p:nvPr/>
          </p:nvSpPr>
          <p:spPr>
            <a:xfrm>
              <a:off x="167831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1" name="Google Shape;641;p72"/>
            <p:cNvSpPr/>
            <p:nvPr/>
          </p:nvSpPr>
          <p:spPr>
            <a:xfrm>
              <a:off x="203222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2" name="Google Shape;642;p72"/>
            <p:cNvSpPr/>
            <p:nvPr/>
          </p:nvSpPr>
          <p:spPr>
            <a:xfrm>
              <a:off x="238613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3" name="Google Shape;643;p72"/>
            <p:cNvSpPr/>
            <p:nvPr/>
          </p:nvSpPr>
          <p:spPr>
            <a:xfrm>
              <a:off x="274003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4" name="Google Shape;644;p72"/>
            <p:cNvSpPr/>
            <p:nvPr/>
          </p:nvSpPr>
          <p:spPr>
            <a:xfrm>
              <a:off x="309394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5" name="Google Shape;645;p72"/>
            <p:cNvSpPr/>
            <p:nvPr/>
          </p:nvSpPr>
          <p:spPr>
            <a:xfrm>
              <a:off x="344784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6" name="Google Shape;646;p72"/>
            <p:cNvSpPr/>
            <p:nvPr/>
          </p:nvSpPr>
          <p:spPr>
            <a:xfrm>
              <a:off x="380175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7" name="Google Shape;647;p72"/>
            <p:cNvSpPr/>
            <p:nvPr/>
          </p:nvSpPr>
          <p:spPr>
            <a:xfrm>
              <a:off x="415566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8" name="Google Shape;648;p72"/>
            <p:cNvSpPr/>
            <p:nvPr/>
          </p:nvSpPr>
          <p:spPr>
            <a:xfrm>
              <a:off x="450956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49" name="Google Shape;649;p72"/>
            <p:cNvSpPr/>
            <p:nvPr/>
          </p:nvSpPr>
          <p:spPr>
            <a:xfrm>
              <a:off x="486347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50" name="Google Shape;650;p72"/>
            <p:cNvSpPr/>
            <p:nvPr/>
          </p:nvSpPr>
          <p:spPr>
            <a:xfrm>
              <a:off x="521737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51" name="Google Shape;651;p72"/>
            <p:cNvSpPr/>
            <p:nvPr/>
          </p:nvSpPr>
          <p:spPr>
            <a:xfrm>
              <a:off x="557128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52" name="Google Shape;652;p72"/>
            <p:cNvSpPr/>
            <p:nvPr/>
          </p:nvSpPr>
          <p:spPr>
            <a:xfrm>
              <a:off x="592519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53" name="Google Shape;653;p72"/>
            <p:cNvSpPr/>
            <p:nvPr/>
          </p:nvSpPr>
          <p:spPr>
            <a:xfrm>
              <a:off x="627909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54" name="Google Shape;654;p72"/>
            <p:cNvSpPr/>
            <p:nvPr/>
          </p:nvSpPr>
          <p:spPr>
            <a:xfrm>
              <a:off x="663300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55" name="Google Shape;655;p72"/>
            <p:cNvSpPr/>
            <p:nvPr/>
          </p:nvSpPr>
          <p:spPr>
            <a:xfrm>
              <a:off x="698690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56" name="Google Shape;656;p72"/>
            <p:cNvSpPr/>
            <p:nvPr/>
          </p:nvSpPr>
          <p:spPr>
            <a:xfrm>
              <a:off x="734081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57" name="Google Shape;657;p72"/>
            <p:cNvSpPr/>
            <p:nvPr/>
          </p:nvSpPr>
          <p:spPr>
            <a:xfrm>
              <a:off x="769472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58" name="Google Shape;658;p72"/>
            <p:cNvSpPr/>
            <p:nvPr/>
          </p:nvSpPr>
          <p:spPr>
            <a:xfrm>
              <a:off x="804862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59" name="Google Shape;659;p72"/>
            <p:cNvSpPr/>
            <p:nvPr/>
          </p:nvSpPr>
          <p:spPr>
            <a:xfrm>
              <a:off x="840253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0" name="Google Shape;660;p72"/>
            <p:cNvSpPr/>
            <p:nvPr/>
          </p:nvSpPr>
          <p:spPr>
            <a:xfrm>
              <a:off x="875643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1" name="Google Shape;661;p72"/>
            <p:cNvSpPr/>
            <p:nvPr/>
          </p:nvSpPr>
          <p:spPr>
            <a:xfrm>
              <a:off x="9110345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2" name="Google Shape;662;p72"/>
            <p:cNvSpPr/>
            <p:nvPr/>
          </p:nvSpPr>
          <p:spPr>
            <a:xfrm>
              <a:off x="946425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3" name="Google Shape;663;p72"/>
            <p:cNvSpPr/>
            <p:nvPr/>
          </p:nvSpPr>
          <p:spPr>
            <a:xfrm>
              <a:off x="9818157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4" name="Google Shape;664;p72"/>
            <p:cNvSpPr/>
            <p:nvPr/>
          </p:nvSpPr>
          <p:spPr>
            <a:xfrm>
              <a:off x="10172063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5" name="Google Shape;665;p72"/>
            <p:cNvSpPr/>
            <p:nvPr/>
          </p:nvSpPr>
          <p:spPr>
            <a:xfrm>
              <a:off x="10525969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6" name="Google Shape;666;p72"/>
            <p:cNvSpPr/>
            <p:nvPr/>
          </p:nvSpPr>
          <p:spPr>
            <a:xfrm>
              <a:off x="10879862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7" name="Google Shape;667;p72"/>
            <p:cNvSpPr/>
            <p:nvPr/>
          </p:nvSpPr>
          <p:spPr>
            <a:xfrm>
              <a:off x="-91211" y="3979100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6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8" name="Google Shape;668;p72"/>
            <p:cNvSpPr/>
            <p:nvPr/>
          </p:nvSpPr>
          <p:spPr>
            <a:xfrm>
              <a:off x="26269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69" name="Google Shape;669;p72"/>
            <p:cNvSpPr/>
            <p:nvPr/>
          </p:nvSpPr>
          <p:spPr>
            <a:xfrm>
              <a:off x="61660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0" name="Google Shape;670;p72"/>
            <p:cNvSpPr/>
            <p:nvPr/>
          </p:nvSpPr>
          <p:spPr>
            <a:xfrm>
              <a:off x="97050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1" name="Google Shape;671;p72"/>
            <p:cNvSpPr/>
            <p:nvPr/>
          </p:nvSpPr>
          <p:spPr>
            <a:xfrm>
              <a:off x="132441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2" name="Google Shape;672;p72"/>
            <p:cNvSpPr/>
            <p:nvPr/>
          </p:nvSpPr>
          <p:spPr>
            <a:xfrm>
              <a:off x="167831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3" name="Google Shape;673;p72"/>
            <p:cNvSpPr/>
            <p:nvPr/>
          </p:nvSpPr>
          <p:spPr>
            <a:xfrm>
              <a:off x="203222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4" name="Google Shape;674;p72"/>
            <p:cNvSpPr/>
            <p:nvPr/>
          </p:nvSpPr>
          <p:spPr>
            <a:xfrm>
              <a:off x="238613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5" name="Google Shape;675;p72"/>
            <p:cNvSpPr/>
            <p:nvPr/>
          </p:nvSpPr>
          <p:spPr>
            <a:xfrm>
              <a:off x="274003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6" name="Google Shape;676;p72"/>
            <p:cNvSpPr/>
            <p:nvPr/>
          </p:nvSpPr>
          <p:spPr>
            <a:xfrm>
              <a:off x="309394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7" name="Google Shape;677;p72"/>
            <p:cNvSpPr/>
            <p:nvPr/>
          </p:nvSpPr>
          <p:spPr>
            <a:xfrm>
              <a:off x="344784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8" name="Google Shape;678;p72"/>
            <p:cNvSpPr/>
            <p:nvPr/>
          </p:nvSpPr>
          <p:spPr>
            <a:xfrm>
              <a:off x="380175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79" name="Google Shape;679;p72"/>
            <p:cNvSpPr/>
            <p:nvPr/>
          </p:nvSpPr>
          <p:spPr>
            <a:xfrm>
              <a:off x="415566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80" name="Google Shape;680;p72"/>
            <p:cNvSpPr/>
            <p:nvPr/>
          </p:nvSpPr>
          <p:spPr>
            <a:xfrm>
              <a:off x="450956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81" name="Google Shape;681;p72"/>
            <p:cNvSpPr/>
            <p:nvPr/>
          </p:nvSpPr>
          <p:spPr>
            <a:xfrm>
              <a:off x="486347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82" name="Google Shape;682;p72"/>
            <p:cNvSpPr/>
            <p:nvPr/>
          </p:nvSpPr>
          <p:spPr>
            <a:xfrm>
              <a:off x="521737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83" name="Google Shape;683;p72"/>
            <p:cNvSpPr/>
            <p:nvPr/>
          </p:nvSpPr>
          <p:spPr>
            <a:xfrm>
              <a:off x="557128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84" name="Google Shape;684;p72"/>
            <p:cNvSpPr/>
            <p:nvPr/>
          </p:nvSpPr>
          <p:spPr>
            <a:xfrm>
              <a:off x="592519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85" name="Google Shape;685;p72"/>
            <p:cNvSpPr/>
            <p:nvPr/>
          </p:nvSpPr>
          <p:spPr>
            <a:xfrm>
              <a:off x="627909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86" name="Google Shape;686;p72"/>
            <p:cNvSpPr/>
            <p:nvPr/>
          </p:nvSpPr>
          <p:spPr>
            <a:xfrm>
              <a:off x="663300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87" name="Google Shape;687;p72"/>
            <p:cNvSpPr/>
            <p:nvPr/>
          </p:nvSpPr>
          <p:spPr>
            <a:xfrm>
              <a:off x="698690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88" name="Google Shape;688;p72"/>
            <p:cNvSpPr/>
            <p:nvPr/>
          </p:nvSpPr>
          <p:spPr>
            <a:xfrm>
              <a:off x="734081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89" name="Google Shape;689;p72"/>
            <p:cNvSpPr/>
            <p:nvPr/>
          </p:nvSpPr>
          <p:spPr>
            <a:xfrm>
              <a:off x="769472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0" name="Google Shape;690;p72"/>
            <p:cNvSpPr/>
            <p:nvPr/>
          </p:nvSpPr>
          <p:spPr>
            <a:xfrm>
              <a:off x="804862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1" name="Google Shape;691;p72"/>
            <p:cNvSpPr/>
            <p:nvPr/>
          </p:nvSpPr>
          <p:spPr>
            <a:xfrm>
              <a:off x="840253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2" name="Google Shape;692;p72"/>
            <p:cNvSpPr/>
            <p:nvPr/>
          </p:nvSpPr>
          <p:spPr>
            <a:xfrm>
              <a:off x="875643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3" name="Google Shape;693;p72"/>
            <p:cNvSpPr/>
            <p:nvPr/>
          </p:nvSpPr>
          <p:spPr>
            <a:xfrm>
              <a:off x="9110345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4" name="Google Shape;694;p72"/>
            <p:cNvSpPr/>
            <p:nvPr/>
          </p:nvSpPr>
          <p:spPr>
            <a:xfrm>
              <a:off x="946425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5" name="Google Shape;695;p72"/>
            <p:cNvSpPr/>
            <p:nvPr/>
          </p:nvSpPr>
          <p:spPr>
            <a:xfrm>
              <a:off x="9818157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6" name="Google Shape;696;p72"/>
            <p:cNvSpPr/>
            <p:nvPr/>
          </p:nvSpPr>
          <p:spPr>
            <a:xfrm>
              <a:off x="10172063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7" name="Google Shape;697;p72"/>
            <p:cNvSpPr/>
            <p:nvPr/>
          </p:nvSpPr>
          <p:spPr>
            <a:xfrm>
              <a:off x="10525969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8" name="Google Shape;698;p72"/>
            <p:cNvSpPr/>
            <p:nvPr/>
          </p:nvSpPr>
          <p:spPr>
            <a:xfrm>
              <a:off x="10879862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699" name="Google Shape;699;p72"/>
            <p:cNvSpPr/>
            <p:nvPr/>
          </p:nvSpPr>
          <p:spPr>
            <a:xfrm>
              <a:off x="-91211" y="4783175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0" name="Google Shape;700;p72"/>
            <p:cNvSpPr/>
            <p:nvPr/>
          </p:nvSpPr>
          <p:spPr>
            <a:xfrm>
              <a:off x="26269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1" name="Google Shape;701;p72"/>
            <p:cNvSpPr/>
            <p:nvPr/>
          </p:nvSpPr>
          <p:spPr>
            <a:xfrm>
              <a:off x="61660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2" name="Google Shape;702;p72"/>
            <p:cNvSpPr/>
            <p:nvPr/>
          </p:nvSpPr>
          <p:spPr>
            <a:xfrm>
              <a:off x="97050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3" name="Google Shape;703;p72"/>
            <p:cNvSpPr/>
            <p:nvPr/>
          </p:nvSpPr>
          <p:spPr>
            <a:xfrm>
              <a:off x="132441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4" name="Google Shape;704;p72"/>
            <p:cNvSpPr/>
            <p:nvPr/>
          </p:nvSpPr>
          <p:spPr>
            <a:xfrm>
              <a:off x="167831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5" name="Google Shape;705;p72"/>
            <p:cNvSpPr/>
            <p:nvPr/>
          </p:nvSpPr>
          <p:spPr>
            <a:xfrm>
              <a:off x="203222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6" name="Google Shape;706;p72"/>
            <p:cNvSpPr/>
            <p:nvPr/>
          </p:nvSpPr>
          <p:spPr>
            <a:xfrm>
              <a:off x="238613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7" name="Google Shape;707;p72"/>
            <p:cNvSpPr/>
            <p:nvPr/>
          </p:nvSpPr>
          <p:spPr>
            <a:xfrm>
              <a:off x="274003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8" name="Google Shape;708;p72"/>
            <p:cNvSpPr/>
            <p:nvPr/>
          </p:nvSpPr>
          <p:spPr>
            <a:xfrm>
              <a:off x="309394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09" name="Google Shape;709;p72"/>
            <p:cNvSpPr/>
            <p:nvPr/>
          </p:nvSpPr>
          <p:spPr>
            <a:xfrm>
              <a:off x="344784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0" name="Google Shape;710;p72"/>
            <p:cNvSpPr/>
            <p:nvPr/>
          </p:nvSpPr>
          <p:spPr>
            <a:xfrm>
              <a:off x="380175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1" name="Google Shape;711;p72"/>
            <p:cNvSpPr/>
            <p:nvPr/>
          </p:nvSpPr>
          <p:spPr>
            <a:xfrm>
              <a:off x="415566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2" name="Google Shape;712;p72"/>
            <p:cNvSpPr/>
            <p:nvPr/>
          </p:nvSpPr>
          <p:spPr>
            <a:xfrm>
              <a:off x="450956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3" name="Google Shape;713;p72"/>
            <p:cNvSpPr/>
            <p:nvPr/>
          </p:nvSpPr>
          <p:spPr>
            <a:xfrm>
              <a:off x="486347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4" name="Google Shape;714;p72"/>
            <p:cNvSpPr/>
            <p:nvPr/>
          </p:nvSpPr>
          <p:spPr>
            <a:xfrm>
              <a:off x="521737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5" name="Google Shape;715;p72"/>
            <p:cNvSpPr/>
            <p:nvPr/>
          </p:nvSpPr>
          <p:spPr>
            <a:xfrm>
              <a:off x="557128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6" name="Google Shape;716;p72"/>
            <p:cNvSpPr/>
            <p:nvPr/>
          </p:nvSpPr>
          <p:spPr>
            <a:xfrm>
              <a:off x="592519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7" name="Google Shape;717;p72"/>
            <p:cNvSpPr/>
            <p:nvPr/>
          </p:nvSpPr>
          <p:spPr>
            <a:xfrm>
              <a:off x="627909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8" name="Google Shape;718;p72"/>
            <p:cNvSpPr/>
            <p:nvPr/>
          </p:nvSpPr>
          <p:spPr>
            <a:xfrm>
              <a:off x="663300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19" name="Google Shape;719;p72"/>
            <p:cNvSpPr/>
            <p:nvPr/>
          </p:nvSpPr>
          <p:spPr>
            <a:xfrm>
              <a:off x="698690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0" name="Google Shape;720;p72"/>
            <p:cNvSpPr/>
            <p:nvPr/>
          </p:nvSpPr>
          <p:spPr>
            <a:xfrm>
              <a:off x="734081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1" name="Google Shape;721;p72"/>
            <p:cNvSpPr/>
            <p:nvPr/>
          </p:nvSpPr>
          <p:spPr>
            <a:xfrm>
              <a:off x="769472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2" name="Google Shape;722;p72"/>
            <p:cNvSpPr/>
            <p:nvPr/>
          </p:nvSpPr>
          <p:spPr>
            <a:xfrm>
              <a:off x="804862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3" name="Google Shape;723;p72"/>
            <p:cNvSpPr/>
            <p:nvPr/>
          </p:nvSpPr>
          <p:spPr>
            <a:xfrm>
              <a:off x="840253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4" name="Google Shape;724;p72"/>
            <p:cNvSpPr/>
            <p:nvPr/>
          </p:nvSpPr>
          <p:spPr>
            <a:xfrm>
              <a:off x="875643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5" name="Google Shape;725;p72"/>
            <p:cNvSpPr/>
            <p:nvPr/>
          </p:nvSpPr>
          <p:spPr>
            <a:xfrm>
              <a:off x="9110345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6" name="Google Shape;726;p72"/>
            <p:cNvSpPr/>
            <p:nvPr/>
          </p:nvSpPr>
          <p:spPr>
            <a:xfrm>
              <a:off x="946425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7" name="Google Shape;727;p72"/>
            <p:cNvSpPr/>
            <p:nvPr/>
          </p:nvSpPr>
          <p:spPr>
            <a:xfrm>
              <a:off x="9818157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8" name="Google Shape;728;p72"/>
            <p:cNvSpPr/>
            <p:nvPr/>
          </p:nvSpPr>
          <p:spPr>
            <a:xfrm>
              <a:off x="10172063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29" name="Google Shape;729;p72"/>
            <p:cNvSpPr/>
            <p:nvPr/>
          </p:nvSpPr>
          <p:spPr>
            <a:xfrm>
              <a:off x="10525969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30" name="Google Shape;730;p72"/>
            <p:cNvSpPr/>
            <p:nvPr/>
          </p:nvSpPr>
          <p:spPr>
            <a:xfrm>
              <a:off x="10879862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31" name="Google Shape;731;p72"/>
            <p:cNvSpPr/>
            <p:nvPr/>
          </p:nvSpPr>
          <p:spPr>
            <a:xfrm>
              <a:off x="-91211" y="5587248"/>
              <a:ext cx="184150" cy="619125"/>
            </a:xfrm>
            <a:custGeom>
              <a:avLst/>
              <a:gdLst/>
              <a:ahLst/>
              <a:cxnLst/>
              <a:rect l="l" t="t" r="r" b="b"/>
              <a:pathLst>
                <a:path w="116" h="390" extrusionOk="0">
                  <a:moveTo>
                    <a:pt x="91" y="261"/>
                  </a:moveTo>
                  <a:lnTo>
                    <a:pt x="25" y="261"/>
                  </a:lnTo>
                  <a:lnTo>
                    <a:pt x="0" y="0"/>
                  </a:lnTo>
                  <a:lnTo>
                    <a:pt x="116" y="0"/>
                  </a:lnTo>
                  <a:lnTo>
                    <a:pt x="91" y="261"/>
                  </a:lnTo>
                  <a:close/>
                  <a:moveTo>
                    <a:pt x="11" y="390"/>
                  </a:moveTo>
                  <a:lnTo>
                    <a:pt x="11" y="302"/>
                  </a:lnTo>
                  <a:lnTo>
                    <a:pt x="105" y="302"/>
                  </a:lnTo>
                  <a:lnTo>
                    <a:pt x="105" y="390"/>
                  </a:lnTo>
                  <a:lnTo>
                    <a:pt x="11" y="390"/>
                  </a:lnTo>
                  <a:close/>
                </a:path>
              </a:pathLst>
            </a:custGeom>
            <a:solidFill>
              <a:srgbClr val="98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32" name="Google Shape;732;p72"/>
            <p:cNvSpPr/>
            <p:nvPr/>
          </p:nvSpPr>
          <p:spPr>
            <a:xfrm>
              <a:off x="9912350" y="127000"/>
              <a:ext cx="400050" cy="42783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grpSp>
          <p:nvGrpSpPr>
            <p:cNvPr id="733" name="Google Shape;733;p72"/>
            <p:cNvGrpSpPr/>
            <p:nvPr/>
          </p:nvGrpSpPr>
          <p:grpSpPr>
            <a:xfrm>
              <a:off x="-664463" y="1060450"/>
              <a:ext cx="2884436" cy="4051302"/>
              <a:chOff x="-831850" y="581026"/>
              <a:chExt cx="3567113" cy="5010150"/>
            </a:xfrm>
          </p:grpSpPr>
          <p:sp>
            <p:nvSpPr>
              <p:cNvPr id="734" name="Google Shape;734;p72"/>
              <p:cNvSpPr/>
              <p:nvPr/>
            </p:nvSpPr>
            <p:spPr>
              <a:xfrm>
                <a:off x="-831850" y="2471738"/>
                <a:ext cx="3567113" cy="3119438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06" extrusionOk="0">
                    <a:moveTo>
                      <a:pt x="434" y="406"/>
                    </a:moveTo>
                    <a:cubicBezTo>
                      <a:pt x="30" y="406"/>
                      <a:pt x="30" y="406"/>
                      <a:pt x="30" y="406"/>
                    </a:cubicBezTo>
                    <a:cubicBezTo>
                      <a:pt x="13" y="406"/>
                      <a:pt x="0" y="393"/>
                      <a:pt x="0" y="376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14"/>
                      <a:pt x="13" y="0"/>
                      <a:pt x="30" y="0"/>
                    </a:cubicBezTo>
                    <a:cubicBezTo>
                      <a:pt x="434" y="0"/>
                      <a:pt x="434" y="0"/>
                      <a:pt x="434" y="0"/>
                    </a:cubicBezTo>
                    <a:cubicBezTo>
                      <a:pt x="450" y="0"/>
                      <a:pt x="464" y="14"/>
                      <a:pt x="464" y="30"/>
                    </a:cubicBezTo>
                    <a:cubicBezTo>
                      <a:pt x="464" y="376"/>
                      <a:pt x="464" y="376"/>
                      <a:pt x="464" y="376"/>
                    </a:cubicBezTo>
                    <a:cubicBezTo>
                      <a:pt x="464" y="393"/>
                      <a:pt x="450" y="406"/>
                      <a:pt x="434" y="406"/>
                    </a:cubicBezTo>
                    <a:close/>
                  </a:path>
                </a:pathLst>
              </a:custGeom>
              <a:noFill/>
              <a:ln w="18415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0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735" name="Google Shape;735;p72"/>
              <p:cNvSpPr/>
              <p:nvPr/>
            </p:nvSpPr>
            <p:spPr>
              <a:xfrm>
                <a:off x="490538" y="3262313"/>
                <a:ext cx="914400" cy="1590675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07" extrusionOk="0">
                    <a:moveTo>
                      <a:pt x="119" y="60"/>
                    </a:moveTo>
                    <a:cubicBezTo>
                      <a:pt x="119" y="27"/>
                      <a:pt x="93" y="0"/>
                      <a:pt x="60" y="0"/>
                    </a:cubicBezTo>
                    <a:cubicBezTo>
                      <a:pt x="27" y="0"/>
                      <a:pt x="0" y="27"/>
                      <a:pt x="0" y="60"/>
                    </a:cubicBezTo>
                    <a:cubicBezTo>
                      <a:pt x="0" y="82"/>
                      <a:pt x="12" y="102"/>
                      <a:pt x="30" y="112"/>
                    </a:cubicBezTo>
                    <a:cubicBezTo>
                      <a:pt x="11" y="207"/>
                      <a:pt x="11" y="207"/>
                      <a:pt x="11" y="207"/>
                    </a:cubicBezTo>
                    <a:cubicBezTo>
                      <a:pt x="108" y="207"/>
                      <a:pt x="108" y="207"/>
                      <a:pt x="108" y="207"/>
                    </a:cubicBezTo>
                    <a:cubicBezTo>
                      <a:pt x="89" y="112"/>
                      <a:pt x="89" y="112"/>
                      <a:pt x="89" y="112"/>
                    </a:cubicBezTo>
                    <a:cubicBezTo>
                      <a:pt x="107" y="102"/>
                      <a:pt x="119" y="82"/>
                      <a:pt x="119" y="60"/>
                    </a:cubicBezTo>
                    <a:close/>
                  </a:path>
                </a:pathLst>
              </a:custGeom>
              <a:solidFill>
                <a:srgbClr val="920000"/>
              </a:solidFill>
              <a:ln w="18415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0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736" name="Google Shape;736;p72"/>
              <p:cNvSpPr/>
              <p:nvPr/>
            </p:nvSpPr>
            <p:spPr>
              <a:xfrm>
                <a:off x="-239713" y="581026"/>
                <a:ext cx="2382838" cy="195897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255" extrusionOk="0">
                    <a:moveTo>
                      <a:pt x="0" y="253"/>
                    </a:move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69" y="0"/>
                      <a:pt x="155" y="0"/>
                    </a:cubicBezTo>
                    <a:cubicBezTo>
                      <a:pt x="240" y="0"/>
                      <a:pt x="310" y="69"/>
                      <a:pt x="310" y="155"/>
                    </a:cubicBezTo>
                    <a:cubicBezTo>
                      <a:pt x="310" y="255"/>
                      <a:pt x="310" y="255"/>
                      <a:pt x="310" y="255"/>
                    </a:cubicBezTo>
                  </a:path>
                </a:pathLst>
              </a:custGeom>
              <a:noFill/>
              <a:ln w="184150" cap="flat" cmpd="sng">
                <a:solidFill>
                  <a:srgbClr val="C0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00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</p:grpSp>
        <p:sp>
          <p:nvSpPr>
            <p:cNvPr id="737" name="Google Shape;737;p72"/>
            <p:cNvSpPr/>
            <p:nvPr/>
          </p:nvSpPr>
          <p:spPr>
            <a:xfrm>
              <a:off x="-1327308" y="-152400"/>
              <a:ext cx="1325690" cy="6527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38" name="Google Shape;738;p72"/>
            <p:cNvSpPr/>
            <p:nvPr/>
          </p:nvSpPr>
          <p:spPr>
            <a:xfrm>
              <a:off x="10973671" y="-152400"/>
              <a:ext cx="1325690" cy="6527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39" name="Google Shape;739;p72"/>
            <p:cNvSpPr/>
            <p:nvPr/>
          </p:nvSpPr>
          <p:spPr>
            <a:xfrm rot="-5400000">
              <a:off x="5129275" y="-5934192"/>
              <a:ext cx="405411" cy="114640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740" name="Google Shape;740;p72"/>
            <p:cNvSpPr/>
            <p:nvPr/>
          </p:nvSpPr>
          <p:spPr>
            <a:xfrm rot="-5400000">
              <a:off x="5129270" y="643723"/>
              <a:ext cx="405411" cy="1146406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741" name="Google Shape;741;p72"/>
          <p:cNvSpPr txBox="1">
            <a:spLocks noGrp="1"/>
          </p:cNvSpPr>
          <p:nvPr>
            <p:ph type="title"/>
          </p:nvPr>
        </p:nvSpPr>
        <p:spPr>
          <a:xfrm>
            <a:off x="9540240" y="12557762"/>
            <a:ext cx="24871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3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2" name="Google Shape;742;p72"/>
          <p:cNvSpPr txBox="1">
            <a:spLocks noGrp="1"/>
          </p:cNvSpPr>
          <p:nvPr>
            <p:ph type="body" idx="1"/>
          </p:nvPr>
        </p:nvSpPr>
        <p:spPr>
          <a:xfrm>
            <a:off x="9540240" y="14538962"/>
            <a:ext cx="24871680" cy="175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8000"/>
              <a:buFont typeface="Trebuchet MS"/>
              <a:buNone/>
              <a:defRPr sz="8000" b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lvl="2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lvl="3" indent="-228600" algn="ctr"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lvl="4" indent="-228600" algn="ctr">
              <a:spcBef>
                <a:spcPts val="1867"/>
              </a:spcBef>
              <a:spcAft>
                <a:spcPts val="0"/>
              </a:spcAft>
              <a:buClr>
                <a:schemeClr val="lt2"/>
              </a:buClr>
              <a:buSzPts val="9333"/>
              <a:buFont typeface="Trebuchet MS"/>
              <a:buNone/>
              <a:defRPr sz="9333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Video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4"/>
          <p:cNvSpPr/>
          <p:nvPr/>
        </p:nvSpPr>
        <p:spPr>
          <a:xfrm>
            <a:off x="0" y="0"/>
            <a:ext cx="36576000" cy="186597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Placeholder" type="titleOnly">
  <p:cSld name="TITLE_ONLY"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75"/>
          <p:cNvSpPr/>
          <p:nvPr/>
        </p:nvSpPr>
        <p:spPr>
          <a:xfrm>
            <a:off x="0" y="0"/>
            <a:ext cx="36576000" cy="19016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48" name="Google Shape;748;p75"/>
          <p:cNvSpPr txBox="1">
            <a:spLocks noGrp="1"/>
          </p:cNvSpPr>
          <p:nvPr>
            <p:ph type="title"/>
          </p:nvPr>
        </p:nvSpPr>
        <p:spPr>
          <a:xfrm>
            <a:off x="1661160" y="17231579"/>
            <a:ext cx="33253680" cy="178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3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9" name="Google Shape;749;p75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76" descr="A close up of an objec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and Content">
  <p:cSld name="1_Title, Subtitle, and Content"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7"/>
          <p:cNvSpPr txBox="1">
            <a:spLocks noGrp="1"/>
          </p:cNvSpPr>
          <p:nvPr>
            <p:ph type="title"/>
          </p:nvPr>
        </p:nvSpPr>
        <p:spPr>
          <a:xfrm>
            <a:off x="1661160" y="2204088"/>
            <a:ext cx="3325368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0" b="1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7"/>
          <p:cNvSpPr txBox="1">
            <a:spLocks noGrp="1"/>
          </p:cNvSpPr>
          <p:nvPr>
            <p:ph type="body" idx="1"/>
          </p:nvPr>
        </p:nvSpPr>
        <p:spPr>
          <a:xfrm>
            <a:off x="1722500" y="7010120"/>
            <a:ext cx="33253680" cy="11989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Char char="—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rebuchet MS"/>
              <a:buChar char="—"/>
              <a:defRPr sz="6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30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rebuchet MS"/>
              <a:buChar char="—"/>
              <a:defRPr sz="5333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60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6667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55" name="Google Shape;755;p77"/>
          <p:cNvSpPr txBox="1">
            <a:spLocks noGrp="1"/>
          </p:cNvSpPr>
          <p:nvPr>
            <p:ph type="body" idx="2"/>
          </p:nvPr>
        </p:nvSpPr>
        <p:spPr>
          <a:xfrm>
            <a:off x="1661160" y="3944445"/>
            <a:ext cx="33253680" cy="175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8000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1867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rebuchet MS"/>
              <a:buNone/>
              <a:defRPr sz="9333" b="0" i="0" u="none" strike="noStrike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756" name="Google Shape;756;p77"/>
          <p:cNvSpPr txBox="1">
            <a:spLocks noGrp="1"/>
          </p:cNvSpPr>
          <p:nvPr>
            <p:ph type="sldNum" idx="12"/>
          </p:nvPr>
        </p:nvSpPr>
        <p:spPr>
          <a:xfrm>
            <a:off x="34227137" y="18999403"/>
            <a:ext cx="2195000" cy="15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buClr>
                <a:schemeClr val="lt1"/>
              </a:buClr>
              <a:buSzPts val="1800"/>
              <a:buFont typeface="Trebuchet MS"/>
              <a:buNone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buClr>
                <a:schemeClr val="lt1"/>
              </a:buClr>
              <a:buSzPts val="1800"/>
              <a:buFont typeface="Trebuchet MS"/>
              <a:buNone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buClr>
                <a:schemeClr val="lt1"/>
              </a:buClr>
              <a:buSzPts val="1800"/>
              <a:buFont typeface="Trebuchet MS"/>
              <a:buNone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buClr>
                <a:schemeClr val="lt1"/>
              </a:buClr>
              <a:buSzPts val="1800"/>
              <a:buFont typeface="Trebuchet MS"/>
              <a:buNone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buClr>
                <a:schemeClr val="lt1"/>
              </a:buClr>
              <a:buSzPts val="1800"/>
              <a:buFont typeface="Trebuchet MS"/>
              <a:buNone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buClr>
                <a:schemeClr val="lt1"/>
              </a:buClr>
              <a:buSzPts val="1800"/>
              <a:buFont typeface="Trebuchet MS"/>
              <a:buNone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buClr>
                <a:schemeClr val="lt1"/>
              </a:buClr>
              <a:buSzPts val="1800"/>
              <a:buFont typeface="Trebuchet MS"/>
              <a:buNone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buClr>
                <a:schemeClr val="lt1"/>
              </a:buClr>
              <a:buSzPts val="1800"/>
              <a:buFont typeface="Trebuchet MS"/>
              <a:buNone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buClr>
                <a:schemeClr val="lt1"/>
              </a:buClr>
              <a:buSzPts val="1800"/>
              <a:buFont typeface="Trebuchet MS"/>
              <a:buNone/>
              <a:def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 - Images">
  <p:cSld name="10_Title Slide - Images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8"/>
          <p:cNvPicPr preferRelativeResize="0"/>
          <p:nvPr/>
        </p:nvPicPr>
        <p:blipFill rotWithShape="1">
          <a:blip r:embed="rId2">
            <a:alphaModFix/>
          </a:blip>
          <a:srcRect l="-21752" b="-228"/>
          <a:stretch/>
        </p:blipFill>
        <p:spPr>
          <a:xfrm rot="10800000" flipH="1">
            <a:off x="0" y="765665"/>
            <a:ext cx="36576000" cy="19808337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8"/>
          <p:cNvSpPr/>
          <p:nvPr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0">
                <a:schemeClr val="lt1"/>
              </a:gs>
              <a:gs pos="34000">
                <a:schemeClr val="lt1"/>
              </a:gs>
              <a:gs pos="100000">
                <a:srgbClr val="FFFFFF">
                  <a:alpha val="34901"/>
                </a:srgbClr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60" name="Google Shape;760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9133" y="8827502"/>
            <a:ext cx="6719760" cy="2354503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78"/>
          <p:cNvSpPr txBox="1">
            <a:spLocks noGrp="1"/>
          </p:cNvSpPr>
          <p:nvPr>
            <p:ph type="subTitle" idx="1"/>
          </p:nvPr>
        </p:nvSpPr>
        <p:spPr>
          <a:xfrm>
            <a:off x="1736167" y="5956990"/>
            <a:ext cx="2900235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SzPts val="6000"/>
              <a:buFont typeface="Trebuchet MS"/>
              <a:buNone/>
              <a:defRPr sz="6000" b="0">
                <a:solidFill>
                  <a:srgbClr val="66666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62" name="Google Shape;762;p78"/>
          <p:cNvSpPr txBox="1">
            <a:spLocks noGrp="1"/>
          </p:cNvSpPr>
          <p:nvPr>
            <p:ph type="title"/>
          </p:nvPr>
        </p:nvSpPr>
        <p:spPr>
          <a:xfrm>
            <a:off x="1605540" y="2797622"/>
            <a:ext cx="29131133" cy="327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333" b="1" cap="non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2514728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35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038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8726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1348508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1607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12084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02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21241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38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0000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8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08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6495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314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893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7774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6847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1990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6534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349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00959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1265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2094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5471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9109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6438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1038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60694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401912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90296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42009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9305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225926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800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810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59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57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5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n object&#10;&#10;Description automatically generated">
            <a:extLst>
              <a:ext uri="{FF2B5EF4-FFF2-40B4-BE49-F238E27FC236}">
                <a16:creationId xmlns:a16="http://schemas.microsoft.com/office/drawing/2014/main" id="{DB5BC97F-BE1C-4CC1-A0F8-EF37ABD2FD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9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ransition / 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3AE616-A526-467A-9354-356237D56F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81120" y="14081762"/>
            <a:ext cx="17922240" cy="4579797"/>
          </a:xfrm>
        </p:spPr>
        <p:txBody>
          <a:bodyPr anchor="b"/>
          <a:lstStyle>
            <a:lvl1pPr algn="ctr">
              <a:defRPr sz="113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89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1.xml"/><Relationship Id="rId19" Type="http://schemas.openxmlformats.org/officeDocument/2006/relationships/image" Target="../media/image11.png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99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7.xml"/><Relationship Id="rId31" Type="http://schemas.openxmlformats.org/officeDocument/2006/relationships/slideLayout" Target="../slideLayouts/slideLayout89.xml"/><Relationship Id="rId44" Type="http://schemas.openxmlformats.org/officeDocument/2006/relationships/image" Target="../media/image19.png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theme" Target="../theme/theme3.xml"/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grpSp>
        <p:nvGrpSpPr>
          <p:cNvPr id="10" name="Google Shape;10;p18"/>
          <p:cNvGrpSpPr/>
          <p:nvPr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11" name="Google Shape;11;p18"/>
            <p:cNvSpPr/>
            <p:nvPr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" name="Google Shape;12;p18" descr="A picture containing shape&#10;&#10;Description automatically generated"/>
            <p:cNvPicPr preferRelativeResize="0"/>
            <p:nvPr/>
          </p:nvPicPr>
          <p:blipFill rotWithShape="1">
            <a:blip r:embed="rId43">
              <a:alphaModFix/>
            </a:blip>
            <a:srcRect/>
            <a:stretch/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>
            <a:spLocks noGrp="1"/>
          </p:cNvSpPr>
          <p:nvPr>
            <p:ph type="title"/>
          </p:nvPr>
        </p:nvSpPr>
        <p:spPr>
          <a:xfrm>
            <a:off x="1665812" y="1737362"/>
            <a:ext cx="33244383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0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667" b="1" i="0" u="none" strike="noStrike" cap="none">
                <a:solidFill>
                  <a:srgbClr val="73B9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5" name="Google Shape;425;p61"/>
          <p:cNvSpPr txBox="1">
            <a:spLocks noGrp="1"/>
          </p:cNvSpPr>
          <p:nvPr>
            <p:ph type="body" idx="1"/>
          </p:nvPr>
        </p:nvSpPr>
        <p:spPr>
          <a:xfrm>
            <a:off x="1724675" y="6674560"/>
            <a:ext cx="33163103" cy="12447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Trebuchet MS"/>
              <a:buNone/>
              <a:defRPr sz="4667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  <a:defRPr sz="4000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667"/>
              <a:buFont typeface="Trebuchet MS"/>
              <a:buNone/>
              <a:defRPr sz="3666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651954" algn="l" rtl="0"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6667"/>
              <a:buFont typeface="Trebuchet MS"/>
              <a:buChar char="–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651954" algn="l" rtl="0"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6667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651954" algn="l" rtl="0"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6667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651954" algn="l" rtl="0"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6667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651954" algn="l" rtl="0"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6667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651954" algn="l" rtl="0"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6667"/>
              <a:buFont typeface="Trebuchet MS"/>
              <a:buChar char="»"/>
              <a:defRPr sz="6667" b="0" i="0" u="none" strike="noStrike" cap="non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pic>
        <p:nvPicPr>
          <p:cNvPr id="426" name="Google Shape;426;p61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3769390" y="19284734"/>
            <a:ext cx="1935620" cy="68773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61"/>
          <p:cNvSpPr txBox="1"/>
          <p:nvPr/>
        </p:nvSpPr>
        <p:spPr>
          <a:xfrm>
            <a:off x="32540843" y="19437617"/>
            <a:ext cx="1070000" cy="5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"/>
              <a:buFont typeface="Trebuchet MS"/>
              <a:buNone/>
            </a:pPr>
            <a:fld id="{00000000-1234-1234-1234-123412341234}" type="slidenum">
              <a:rPr lang="en-US" sz="2667" b="0" i="0" u="none" strike="noStrike" cap="none">
                <a:solidFill>
                  <a:schemeClr val="accent4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r>
              <a:rPr lang="en-US" sz="3666" b="0" i="0" u="none" strike="noStrike" cap="none">
                <a:solidFill>
                  <a:srgbClr val="12FEB6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4333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3769393" y="19284732"/>
            <a:ext cx="1935627" cy="68773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43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jp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"/>
          <p:cNvSpPr txBox="1">
            <a:spLocks noGrp="1"/>
          </p:cNvSpPr>
          <p:nvPr>
            <p:ph type="ctrTitle"/>
          </p:nvPr>
        </p:nvSpPr>
        <p:spPr>
          <a:xfrm>
            <a:off x="1513012" y="2983577"/>
            <a:ext cx="19282214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Arial"/>
              <a:buNone/>
            </a:pPr>
            <a:r>
              <a:rPr lang="zh-TW" altLang="en-US" sz="8800" b="1" cap="none" dirty="0">
                <a:latin typeface="Arial"/>
                <a:ea typeface="Arial"/>
                <a:cs typeface="Arial"/>
                <a:sym typeface="Arial"/>
              </a:rPr>
              <a:t>深度學習基本原理</a:t>
            </a:r>
            <a:br>
              <a:rPr lang="en-US" sz="8800" b="1" cap="none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8800" b="1" cap="none" dirty="0">
                <a:latin typeface="Arial"/>
                <a:ea typeface="Arial"/>
                <a:cs typeface="Arial"/>
                <a:sym typeface="Arial"/>
              </a:rPr>
              <a:t>(Fundamentals of Deep Learning)</a:t>
            </a:r>
            <a:br>
              <a:rPr lang="en-US" sz="8800" b="1" cap="none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769" name="Google Shape;769;p1"/>
          <p:cNvSpPr txBox="1">
            <a:spLocks noGrp="1"/>
          </p:cNvSpPr>
          <p:nvPr>
            <p:ph type="subTitle" idx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 b="0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第五部分：預訓練模型</a:t>
            </a:r>
            <a:r>
              <a:rPr lang="en-US" sz="4400" b="0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(Pre-trained Models)</a:t>
            </a:r>
            <a:br>
              <a:rPr lang="en-US" sz="4400" b="0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8E0B866-8D5C-ABB7-396A-E5AC69D40BD8}"/>
              </a:ext>
            </a:extLst>
          </p:cNvPr>
          <p:cNvGraphicFramePr>
            <a:graphicFrameLocks noGrp="1"/>
          </p:cNvGraphicFramePr>
          <p:nvPr/>
        </p:nvGraphicFramePr>
        <p:xfrm>
          <a:off x="18651265" y="7034764"/>
          <a:ext cx="15895909" cy="11573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254">
                  <a:extLst>
                    <a:ext uri="{9D8B030D-6E8A-4147-A177-3AD203B41FA5}">
                      <a16:colId xmlns:a16="http://schemas.microsoft.com/office/drawing/2014/main" val="2906691046"/>
                    </a:ext>
                  </a:extLst>
                </a:gridCol>
                <a:gridCol w="14907655">
                  <a:extLst>
                    <a:ext uri="{9D8B030D-6E8A-4147-A177-3AD203B41FA5}">
                      <a16:colId xmlns:a16="http://schemas.microsoft.com/office/drawing/2014/main" val="3388937594"/>
                    </a:ext>
                  </a:extLst>
                </a:gridCol>
              </a:tblGrid>
              <a:tr h="1796218">
                <a:tc>
                  <a:txBody>
                    <a:bodyPr/>
                    <a:lstStyle/>
                    <a:p>
                      <a:pPr marL="0" indent="0" algn="l">
                        <a:buFont typeface="NVIDIA Sans" panose="020B0503020203020204" pitchFamily="34" charset="0"/>
                        <a:buNone/>
                      </a:pPr>
                      <a:r>
                        <a:rPr lang="en-US" sz="6000" b="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1 </a:t>
                      </a: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部分：深度學習簡介</a:t>
                      </a:r>
                    </a:p>
                  </a:txBody>
                  <a:tcPr marL="0" marR="3657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958080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marL="0" indent="0" algn="l">
                        <a:buFont typeface="NVIDIA Sans" panose="020B0503020203020204" pitchFamily="34" charset="0"/>
                        <a:buNone/>
                      </a:pPr>
                      <a:r>
                        <a:rPr lang="en-US" sz="600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2 </a:t>
                      </a: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部分：神經網路如何訓練</a:t>
                      </a: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812821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marL="0" indent="0" algn="l">
                        <a:buFont typeface="NVIDIA Sans" panose="020B0503020203020204" pitchFamily="34" charset="0"/>
                        <a:buNone/>
                      </a:pPr>
                      <a:r>
                        <a:rPr lang="en-US" sz="600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endParaRPr lang="zh-TW" altLang="en-US" sz="4800" b="0" dirty="0">
                        <a:solidFill>
                          <a:schemeClr val="bg1"/>
                        </a:solidFill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3 </a:t>
                      </a: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部分：卷積神經網路</a:t>
                      </a:r>
                      <a:b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</a:b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                     (Convolutional Neural Networks)</a:t>
                      </a: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311925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algn="l"/>
                      <a:r>
                        <a:rPr lang="en-US" sz="600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endParaRPr lang="en-US" altLang="zh-TW" sz="4800" b="0" dirty="0">
                        <a:solidFill>
                          <a:schemeClr val="bg1"/>
                        </a:solidFill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4 </a:t>
                      </a: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部分：資料增強與部署</a:t>
                      </a: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270836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marL="0" marR="0" lvl="0" indent="0" algn="l" defTabSz="2743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endParaRPr lang="zh-TW" altLang="en-US" sz="4800" b="0" dirty="0">
                        <a:solidFill>
                          <a:schemeClr val="bg1"/>
                        </a:solidFill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5 </a:t>
                      </a:r>
                      <a:r>
                        <a:rPr lang="zh-TW" altLang="en-US" sz="48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部分：預訓練模型</a:t>
                      </a:r>
                    </a:p>
                    <a:p>
                      <a:pPr marL="0" indent="0" algn="l">
                        <a:buClr>
                          <a:srgbClr val="B6A56F"/>
                        </a:buClr>
                        <a:buSzPct val="120000"/>
                        <a:buFontTx/>
                        <a:buNone/>
                      </a:pPr>
                      <a:endParaRPr lang="zh-TW" altLang="en-US" sz="4800" b="0" dirty="0">
                        <a:solidFill>
                          <a:schemeClr val="bg1"/>
                        </a:solidFill>
                        <a:latin typeface="NVIDIA Sans Medium" panose="020B0603020203020204" pitchFamily="34" charset="0"/>
                        <a:cs typeface="NVIDIA Sans Medium" panose="020B0603020203020204" pitchFamily="34" charset="0"/>
                      </a:endParaRP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864478"/>
                  </a:ext>
                </a:extLst>
              </a:tr>
              <a:tr h="1796218">
                <a:tc>
                  <a:txBody>
                    <a:bodyPr/>
                    <a:lstStyle/>
                    <a:p>
                      <a:pPr algn="l"/>
                      <a:r>
                        <a:rPr lang="en-US" sz="5400">
                          <a:solidFill>
                            <a:schemeClr val="tx2"/>
                          </a:solidFill>
                          <a:latin typeface="NVIDIA Sans Light" panose="020B0303020203020204" pitchFamily="34" charset="0"/>
                          <a:cs typeface="NVIDIA Sans Light" panose="020B0303020203020204" pitchFamily="34" charset="0"/>
                        </a:rPr>
                        <a:t>•</a:t>
                      </a:r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743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6A56F"/>
                        </a:buClr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lang="zh-TW" altLang="en-US" sz="44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第 </a:t>
                      </a:r>
                      <a:r>
                        <a:rPr lang="en-US" altLang="zh-TW" sz="44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6 </a:t>
                      </a:r>
                      <a:r>
                        <a:rPr lang="zh-TW" altLang="en-US" sz="4400" b="0" dirty="0">
                          <a:solidFill>
                            <a:schemeClr val="bg1"/>
                          </a:solidFill>
                          <a:latin typeface="NVIDIA Sans Medium" panose="020B0603020203020204" pitchFamily="34" charset="0"/>
                          <a:cs typeface="NVIDIA Sans Medium" panose="020B0603020203020204" pitchFamily="34" charset="0"/>
                        </a:rPr>
                        <a:t>部分：進階架構</a:t>
                      </a:r>
                      <a:endParaRPr kumimoji="0" lang="en-US" sz="4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VIDIA Sans Medium" panose="020B0603020203020204" pitchFamily="34" charset="0"/>
                        <a:ea typeface="+mn-ea"/>
                        <a:cs typeface="NVIDIA Sans Medium" panose="020B0603020203020204" pitchFamily="34" charset="0"/>
                      </a:endParaRPr>
                    </a:p>
                  </a:txBody>
                  <a:tcPr marL="0" marR="36576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74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43F418-8875-D8F7-3CC1-B6DE2F73A307}"/>
              </a:ext>
            </a:extLst>
          </p:cNvPr>
          <p:cNvSpPr txBox="1"/>
          <p:nvPr/>
        </p:nvSpPr>
        <p:spPr>
          <a:xfrm>
            <a:off x="19524558" y="5114484"/>
            <a:ext cx="11248985" cy="156966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76B900"/>
                </a:solidFill>
                <a:effectLst/>
                <a:uLnTx/>
                <a:uFillTx/>
                <a:latin typeface="NVIDIA Sans" panose="020B0503020203020204" pitchFamily="34" charset="0"/>
                <a:ea typeface="+mn-ea"/>
                <a:cs typeface="NVIDIA Sans" panose="020B0503020203020204" pitchFamily="34" charset="0"/>
              </a:rPr>
              <a:t>課程大綱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76B900"/>
              </a:solidFill>
              <a:effectLst/>
              <a:uLnTx/>
              <a:uFillTx/>
              <a:latin typeface="NVIDIA Sans" panose="020B0503020203020204" pitchFamily="34" charset="0"/>
              <a:ea typeface="+mn-ea"/>
              <a:cs typeface="NVIDIA Sans" panose="020B05030202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E6121E-A96A-F527-8E76-FFB24307ED22}"/>
              </a:ext>
            </a:extLst>
          </p:cNvPr>
          <p:cNvSpPr/>
          <p:nvPr/>
        </p:nvSpPr>
        <p:spPr>
          <a:xfrm>
            <a:off x="18013680" y="14924390"/>
            <a:ext cx="17129760" cy="1569660"/>
          </a:xfrm>
          <a:prstGeom prst="rect">
            <a:avLst/>
          </a:prstGeom>
          <a:noFill/>
          <a:ln w="190500">
            <a:solidFill>
              <a:srgbClr val="76B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528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"/>
          <p:cNvSpPr txBox="1">
            <a:spLocks noGrp="1"/>
          </p:cNvSpPr>
          <p:nvPr>
            <p:ph type="body" idx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Arial"/>
              <a:buNone/>
            </a:pPr>
            <a:r>
              <a:rPr lang="zh-TW" altLang="en-US" dirty="0"/>
              <a:t>課程內容</a:t>
            </a:r>
            <a:r>
              <a:rPr lang="en-US" sz="9000" b="1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回顧</a:t>
            </a:r>
            <a:br>
              <a:rPr lang="en-US" sz="9000" b="1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4"/>
          <p:cNvSpPr txBox="1">
            <a:spLocks noGrp="1"/>
          </p:cNvSpPr>
          <p:nvPr>
            <p:ph type="title"/>
          </p:nvPr>
        </p:nvSpPr>
        <p:spPr>
          <a:xfrm>
            <a:off x="17439868" y="0"/>
            <a:ext cx="19136132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zh-TW" altLang="en-US" sz="7200" b="1" cap="none" dirty="0">
                <a:latin typeface="Arial"/>
                <a:ea typeface="Arial"/>
                <a:cs typeface="Arial"/>
                <a:sym typeface="Arial"/>
              </a:rPr>
              <a:t>課程內容回顧</a:t>
            </a:r>
            <a:br>
              <a:rPr lang="zh-TW" altLang="en-US" sz="7200" b="1" cap="none" dirty="0">
                <a:latin typeface="Arial"/>
                <a:ea typeface="Arial"/>
                <a:cs typeface="Arial"/>
                <a:sym typeface="Arial"/>
              </a:rPr>
            </a:br>
            <a:endParaRPr lang="zh-TW" altLang="en-US" dirty="0"/>
          </a:p>
        </p:txBody>
      </p:sp>
      <p:pic>
        <p:nvPicPr>
          <p:cNvPr id="790" name="Google Shape;790;p4" descr="A desk with technical drawings, pencil and tools"/>
          <p:cNvPicPr preferRelativeResize="0"/>
          <p:nvPr/>
        </p:nvPicPr>
        <p:blipFill rotWithShape="1">
          <a:blip r:embed="rId3">
            <a:alphaModFix/>
          </a:blip>
          <a:srcRect l="43503"/>
          <a:stretch/>
        </p:blipFill>
        <p:spPr>
          <a:xfrm>
            <a:off x="0" y="0"/>
            <a:ext cx="17439868" cy="205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4"/>
          <p:cNvSpPr txBox="1"/>
          <p:nvPr/>
        </p:nvSpPr>
        <p:spPr>
          <a:xfrm>
            <a:off x="19136134" y="4451940"/>
            <a:ext cx="15014718" cy="1107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523985" marR="0" lvl="0" indent="-152398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6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br>
              <a:rPr lang="en-US" sz="6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endParaRPr sz="5400" dirty="0">
              <a:solidFill>
                <a:schemeClr val="bg1"/>
              </a:solidFill>
            </a:endParaRPr>
          </a:p>
          <a:p>
            <a:pPr marL="1523985" marR="0" lvl="0" indent="-152398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66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層數</a:t>
            </a:r>
            <a:r>
              <a:rPr lang="en-US" sz="6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(Number of Layers)</a:t>
            </a:r>
            <a:br>
              <a:rPr lang="en-US" sz="6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endParaRPr sz="5400" dirty="0">
              <a:solidFill>
                <a:schemeClr val="bg1"/>
              </a:solidFill>
            </a:endParaRPr>
          </a:p>
          <a:p>
            <a:pPr marL="1523985" marR="0" lvl="0" indent="-152398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66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每層神經元數</a:t>
            </a:r>
            <a:r>
              <a:rPr lang="en-US" sz="6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(Neurons per Layer)</a:t>
            </a:r>
            <a:br>
              <a:rPr lang="en-US" sz="6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endParaRPr sz="5400" dirty="0">
              <a:solidFill>
                <a:schemeClr val="bg1"/>
              </a:solidFill>
            </a:endParaRPr>
          </a:p>
          <a:p>
            <a:pPr marL="1523985" marR="0" lvl="0" indent="-152398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66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活化函式</a:t>
            </a:r>
            <a:r>
              <a:rPr lang="en-US" sz="6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(Activation Functions)</a:t>
            </a:r>
            <a:br>
              <a:rPr lang="en-US" sz="6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endParaRPr sz="5400" dirty="0">
              <a:solidFill>
                <a:schemeClr val="bg1"/>
              </a:solidFill>
            </a:endParaRPr>
          </a:p>
          <a:p>
            <a:pPr marL="1523985" marR="0" lvl="0" indent="-152398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6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Dropout</a:t>
            </a:r>
          </a:p>
          <a:p>
            <a:pPr marL="1523985" marR="0" lvl="0" indent="-152398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endParaRPr sz="5400" dirty="0">
              <a:solidFill>
                <a:schemeClr val="bg1"/>
              </a:solidFill>
            </a:endParaRPr>
          </a:p>
          <a:p>
            <a:pPr marL="1523985" marR="0" lvl="0" indent="-1523985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66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資料</a:t>
            </a:r>
            <a:r>
              <a:rPr lang="en-US" sz="6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(Data)</a:t>
            </a:r>
            <a:br>
              <a:rPr lang="en-US" sz="66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endParaRPr sz="5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"/>
          <p:cNvSpPr txBox="1">
            <a:spLocks noGrp="1"/>
          </p:cNvSpPr>
          <p:nvPr>
            <p:ph type="body" idx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Arial"/>
              <a:buNone/>
            </a:pPr>
            <a:r>
              <a:rPr lang="en-US" sz="9000" b="1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預訓練模型</a:t>
            </a:r>
            <a:r>
              <a:rPr lang="en-US" sz="9000" b="1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(Pre-Trained Models)</a:t>
            </a:r>
            <a:br>
              <a:rPr lang="en-US" sz="9000" b="1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en-US" sz="7200" b="1" cap="none" dirty="0" err="1">
                <a:latin typeface="Arial"/>
                <a:ea typeface="Arial"/>
                <a:cs typeface="Arial"/>
                <a:sym typeface="Arial"/>
              </a:rPr>
              <a:t>預訓練模型</a:t>
            </a:r>
            <a:r>
              <a:rPr lang="en-US" sz="7200" b="1" cap="none" dirty="0">
                <a:latin typeface="Arial"/>
                <a:ea typeface="Arial"/>
                <a:cs typeface="Arial"/>
                <a:sym typeface="Arial"/>
              </a:rPr>
              <a:t>(Pre-Trained Models)</a:t>
            </a:r>
            <a:br>
              <a:rPr lang="en-US" sz="7200" b="1" cap="none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pic>
        <p:nvPicPr>
          <p:cNvPr id="804" name="Google Shape;80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0045" y="11417379"/>
            <a:ext cx="14908697" cy="3909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94186" y="4812616"/>
            <a:ext cx="12573987" cy="388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6" descr="TensorFlow Hub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14600" y="2115139"/>
            <a:ext cx="17879587" cy="100546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365F9C-0371-8A7C-03A5-26F2A6FCC8A1}"/>
              </a:ext>
            </a:extLst>
          </p:cNvPr>
          <p:cNvSpPr txBox="1"/>
          <p:nvPr/>
        </p:nvSpPr>
        <p:spPr>
          <a:xfrm flipH="1">
            <a:off x="21431410" y="10140423"/>
            <a:ext cx="13038400" cy="646330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0" cap="all" dirty="0">
                <a:solidFill>
                  <a:srgbClr val="EE4C2C"/>
                </a:solidFill>
                <a:latin typeface="FreightSans"/>
              </a:rPr>
              <a:t>PYTORCH</a:t>
            </a:r>
            <a:br>
              <a:rPr lang="en-US" sz="20000" cap="all" dirty="0">
                <a:solidFill>
                  <a:srgbClr val="212529"/>
                </a:solidFill>
                <a:latin typeface="FreightSans"/>
              </a:rPr>
            </a:br>
            <a:r>
              <a:rPr lang="en-US" sz="20000" cap="all" dirty="0">
                <a:solidFill>
                  <a:srgbClr val="212529"/>
                </a:solidFill>
                <a:latin typeface="FreightSans"/>
              </a:rPr>
              <a:t>HUB</a:t>
            </a:r>
          </a:p>
          <a:p>
            <a:pPr>
              <a:lnSpc>
                <a:spcPct val="90000"/>
              </a:lnSpc>
            </a:pPr>
            <a:endParaRPr lang="en-US" sz="6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en-US" sz="7200" b="1" cap="none" dirty="0" err="1">
                <a:latin typeface="Arial"/>
                <a:ea typeface="Arial"/>
                <a:cs typeface="Arial"/>
                <a:sym typeface="Arial"/>
              </a:rPr>
              <a:t>預訓練模型</a:t>
            </a:r>
            <a:r>
              <a:rPr lang="en-US" sz="7200" b="1" cap="none" dirty="0">
                <a:latin typeface="Arial"/>
                <a:ea typeface="Arial"/>
                <a:cs typeface="Arial"/>
                <a:sym typeface="Arial"/>
              </a:rPr>
              <a:t>(Pre-Trained Models)</a:t>
            </a:r>
            <a:br>
              <a:rPr lang="en-US" sz="7200" b="1" cap="none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pic>
        <p:nvPicPr>
          <p:cNvPr id="814" name="Google Shape;814;p7"/>
          <p:cNvPicPr preferRelativeResize="0"/>
          <p:nvPr/>
        </p:nvPicPr>
        <p:blipFill rotWithShape="1">
          <a:blip r:embed="rId3">
            <a:alphaModFix/>
          </a:blip>
          <a:srcRect l="27252" t="29469" r="35186" b="48308"/>
          <a:stretch/>
        </p:blipFill>
        <p:spPr>
          <a:xfrm>
            <a:off x="8232913" y="4601802"/>
            <a:ext cx="20110173" cy="66923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5" name="Google Shape;815;p7"/>
          <p:cNvGrpSpPr/>
          <p:nvPr/>
        </p:nvGrpSpPr>
        <p:grpSpPr>
          <a:xfrm>
            <a:off x="10149115" y="11752163"/>
            <a:ext cx="15714557" cy="3416320"/>
            <a:chOff x="3129217" y="3700188"/>
            <a:chExt cx="4714367" cy="1024896"/>
          </a:xfrm>
        </p:grpSpPr>
        <p:sp>
          <p:nvSpPr>
            <p:cNvPr id="816" name="Google Shape;816;p7"/>
            <p:cNvSpPr txBox="1"/>
            <p:nvPr/>
          </p:nvSpPr>
          <p:spPr>
            <a:xfrm>
              <a:off x="3129217" y="3700188"/>
              <a:ext cx="4714367" cy="10248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</a:t>
              </a:r>
              <a:r>
                <a:rPr lang="en-US" sz="20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lang="en-US" sz="24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</a:t>
              </a:r>
              <a:r>
                <a:rPr lang="en-US" sz="24000" b="0" i="0" u="none" strike="noStrike" cap="none">
                  <a:solidFill>
                    <a:srgbClr val="999999"/>
                  </a:solidFill>
                  <a:latin typeface="Arial"/>
                  <a:ea typeface="Arial"/>
                  <a:cs typeface="Arial"/>
                  <a:sym typeface="Arial"/>
                </a:rPr>
                <a:t>NET</a:t>
              </a:r>
              <a:endParaRPr/>
            </a:p>
          </p:txBody>
        </p:sp>
        <p:grpSp>
          <p:nvGrpSpPr>
            <p:cNvPr id="817" name="Google Shape;817;p7"/>
            <p:cNvGrpSpPr/>
            <p:nvPr/>
          </p:nvGrpSpPr>
          <p:grpSpPr>
            <a:xfrm>
              <a:off x="4288124" y="3821200"/>
              <a:ext cx="647370" cy="670955"/>
              <a:chOff x="572468" y="3269673"/>
              <a:chExt cx="752756" cy="780180"/>
            </a:xfrm>
          </p:grpSpPr>
          <p:cxnSp>
            <p:nvCxnSpPr>
              <p:cNvPr id="818" name="Google Shape;818;p7"/>
              <p:cNvCxnSpPr/>
              <p:nvPr/>
            </p:nvCxnSpPr>
            <p:spPr>
              <a:xfrm flipH="1">
                <a:off x="718457" y="3410857"/>
                <a:ext cx="232229" cy="442686"/>
              </a:xfrm>
              <a:prstGeom prst="straightConnector1">
                <a:avLst/>
              </a:prstGeom>
              <a:noFill/>
              <a:ln w="571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19" name="Google Shape;819;p7"/>
              <p:cNvCxnSpPr/>
              <p:nvPr/>
            </p:nvCxnSpPr>
            <p:spPr>
              <a:xfrm>
                <a:off x="954689" y="3410857"/>
                <a:ext cx="232229" cy="442686"/>
              </a:xfrm>
              <a:prstGeom prst="straightConnector1">
                <a:avLst/>
              </a:prstGeom>
              <a:noFill/>
              <a:ln w="571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0" name="Google Shape;820;p7"/>
              <p:cNvSpPr/>
              <p:nvPr/>
            </p:nvSpPr>
            <p:spPr>
              <a:xfrm>
                <a:off x="809547" y="3269673"/>
                <a:ext cx="278597" cy="278597"/>
              </a:xfrm>
              <a:prstGeom prst="roundRect">
                <a:avLst>
                  <a:gd name="adj" fmla="val 16667"/>
                </a:avLst>
              </a:prstGeom>
              <a:solidFill>
                <a:srgbClr val="34B80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7"/>
              <p:cNvSpPr/>
              <p:nvPr/>
            </p:nvSpPr>
            <p:spPr>
              <a:xfrm>
                <a:off x="572468" y="3771256"/>
                <a:ext cx="278597" cy="278597"/>
              </a:xfrm>
              <a:prstGeom prst="roundRect">
                <a:avLst>
                  <a:gd name="adj" fmla="val 16667"/>
                </a:avLst>
              </a:prstGeom>
              <a:solidFill>
                <a:srgbClr val="F97F0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7"/>
              <p:cNvSpPr/>
              <p:nvPr/>
            </p:nvSpPr>
            <p:spPr>
              <a:xfrm>
                <a:off x="1046627" y="3771256"/>
                <a:ext cx="278597" cy="278597"/>
              </a:xfrm>
              <a:prstGeom prst="roundRect">
                <a:avLst>
                  <a:gd name="adj" fmla="val 16667"/>
                </a:avLst>
              </a:prstGeom>
              <a:solidFill>
                <a:srgbClr val="C8101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8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en-US" sz="7200" b="1" cap="none" dirty="0" err="1">
                <a:latin typeface="Arial"/>
                <a:ea typeface="Arial"/>
                <a:cs typeface="Arial"/>
                <a:sym typeface="Arial"/>
              </a:rPr>
              <a:t>下一個挑戰</a:t>
            </a:r>
            <a:br>
              <a:rPr lang="en-US" sz="7200" b="1" cap="none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829" name="Google Shape;829;p8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lang="en-US" sz="4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自動化狗門</a:t>
            </a:r>
            <a:r>
              <a:rPr lang="en-US" altLang="zh-TW" sz="4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4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Automated Doggy Door</a:t>
            </a:r>
            <a:r>
              <a:rPr lang="en-US" altLang="zh-TW" sz="4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US" sz="4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pic>
        <p:nvPicPr>
          <p:cNvPr id="830" name="Google Shape;830;p8" descr="Tiger on a rock"/>
          <p:cNvPicPr preferRelativeResize="0"/>
          <p:nvPr/>
        </p:nvPicPr>
        <p:blipFill rotWithShape="1">
          <a:blip r:embed="rId3">
            <a:alphaModFix/>
          </a:blip>
          <a:srcRect l="32667" t="22221" r="1323" b="10713"/>
          <a:stretch/>
        </p:blipFill>
        <p:spPr>
          <a:xfrm>
            <a:off x="20905314" y="7056783"/>
            <a:ext cx="12621773" cy="826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8" descr="A dog lying on green gras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t="4806" b="4806"/>
          <a:stretch/>
        </p:blipFill>
        <p:spPr>
          <a:xfrm>
            <a:off x="3796193" y="7056782"/>
            <a:ext cx="11874500" cy="8265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8" descr="Checkmar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09443" y="16117953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8" descr="Clos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692200" y="16117953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9"/>
          <p:cNvSpPr txBox="1">
            <a:spLocks noGrp="1"/>
          </p:cNvSpPr>
          <p:nvPr>
            <p:ph type="body" idx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Arial"/>
              <a:buNone/>
            </a:pPr>
            <a:r>
              <a:rPr lang="en-US" sz="9000" b="1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遷移學習</a:t>
            </a:r>
            <a:r>
              <a:rPr lang="en-US" sz="9000" b="1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(Transfer Learning)</a:t>
            </a:r>
            <a:br>
              <a:rPr lang="en-US" sz="9000" b="1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0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zh-TW" altLang="en-US" dirty="0"/>
              <a:t>下一個</a:t>
            </a:r>
            <a:r>
              <a:rPr lang="en-US" sz="7200" b="1" cap="none" dirty="0" err="1">
                <a:latin typeface="Arial"/>
                <a:ea typeface="Arial"/>
                <a:cs typeface="Arial"/>
                <a:sym typeface="Arial"/>
              </a:rPr>
              <a:t>挑戰</a:t>
            </a:r>
            <a:br>
              <a:rPr lang="en-US" sz="7200" b="1" cap="none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846" name="Google Shape;846;p10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lang="en-US" sz="4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自動化</a:t>
            </a:r>
            <a:r>
              <a:rPr lang="zh-TW" altLang="en-US" sz="4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的</a:t>
            </a:r>
            <a:r>
              <a:rPr lang="en-US" altLang="zh-TW" sz="4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4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總統狗</a:t>
            </a:r>
            <a:r>
              <a:rPr lang="en-US" altLang="zh-TW" sz="4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4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門</a:t>
            </a:r>
            <a:br>
              <a:rPr lang="en-US" sz="4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pic>
        <p:nvPicPr>
          <p:cNvPr id="847" name="Google Shape;847;p10" descr="A dog lying on green gras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4806" b="4806"/>
          <a:stretch/>
        </p:blipFill>
        <p:spPr>
          <a:xfrm>
            <a:off x="21278950" y="7436345"/>
            <a:ext cx="11874500" cy="8265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10" descr="Checkmar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09443" y="16117953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10" descr="Clo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92200" y="16117953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10" descr="A dog standing on gras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483" y="6405073"/>
            <a:ext cx="6979920" cy="92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1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en-US" sz="7200" b="1" cap="none" dirty="0" err="1">
                <a:latin typeface="Arial"/>
                <a:ea typeface="Arial"/>
                <a:cs typeface="Arial"/>
                <a:sym typeface="Arial"/>
              </a:rPr>
              <a:t>遷移學習</a:t>
            </a:r>
            <a:r>
              <a:rPr lang="en-US" sz="7200" b="1" cap="none" dirty="0">
                <a:latin typeface="Arial"/>
                <a:ea typeface="Arial"/>
                <a:cs typeface="Arial"/>
                <a:sym typeface="Arial"/>
              </a:rPr>
              <a:t>(Transfer Learning)</a:t>
            </a:r>
            <a:br>
              <a:rPr lang="en-US" sz="7200" b="1" cap="none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pic>
        <p:nvPicPr>
          <p:cNvPr id="857" name="Google Shape;857;p11" descr="Scan of a human brain in a neurology clinic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t="32102" b="-1"/>
          <a:stretch/>
        </p:blipFill>
        <p:spPr>
          <a:xfrm>
            <a:off x="3445328" y="3906869"/>
            <a:ext cx="29685343" cy="15116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2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en-US" sz="7200" b="1" cap="none" dirty="0" err="1">
                <a:latin typeface="Arial"/>
                <a:ea typeface="Arial"/>
                <a:cs typeface="Arial"/>
                <a:sym typeface="Arial"/>
              </a:rPr>
              <a:t>遷移學習</a:t>
            </a:r>
            <a:r>
              <a:rPr lang="en-US" sz="7200" b="1" cap="none" dirty="0">
                <a:latin typeface="Arial"/>
                <a:ea typeface="Arial"/>
                <a:cs typeface="Arial"/>
                <a:sym typeface="Arial"/>
              </a:rPr>
              <a:t>(Transfer Learning)</a:t>
            </a:r>
            <a:br>
              <a:rPr lang="en-US" sz="7200" b="1" cap="none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cxnSp>
        <p:nvCxnSpPr>
          <p:cNvPr id="864" name="Google Shape;864;p12"/>
          <p:cNvCxnSpPr/>
          <p:nvPr/>
        </p:nvCxnSpPr>
        <p:spPr>
          <a:xfrm>
            <a:off x="19252297" y="11590478"/>
            <a:ext cx="4859240" cy="3389030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65" name="Google Shape;865;p12"/>
          <p:cNvPicPr preferRelativeResize="0"/>
          <p:nvPr/>
        </p:nvPicPr>
        <p:blipFill rotWithShape="1">
          <a:blip r:embed="rId3">
            <a:alphaModFix/>
          </a:blip>
          <a:srcRect l="33949" t="46563" r="48253" b="22257"/>
          <a:stretch/>
        </p:blipFill>
        <p:spPr>
          <a:xfrm>
            <a:off x="2228165" y="6096000"/>
            <a:ext cx="5203150" cy="879202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6" name="Google Shape;866;p12"/>
          <p:cNvGraphicFramePr/>
          <p:nvPr/>
        </p:nvGraphicFramePr>
        <p:xfrm>
          <a:off x="23990873" y="4008704"/>
          <a:ext cx="934450" cy="12192000"/>
        </p:xfrm>
        <a:graphic>
          <a:graphicData uri="http://schemas.openxmlformats.org/drawingml/2006/table">
            <a:tbl>
              <a:tblPr firstRow="1" bandRow="1">
                <a:noFill/>
                <a:tableStyleId>{7E7EA475-F84E-45A6-9FF7-03227497CD90}</a:tableStyleId>
              </a:tblPr>
              <a:tblGrid>
                <a:gridCol w="93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304800" marR="304800" marT="152400" marB="1524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0"/>
                    </a:p>
                  </a:txBody>
                  <a:tcPr marL="304800" marR="304800" marT="152400" marB="1524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0"/>
                    </a:p>
                  </a:txBody>
                  <a:tcPr marL="304800" marR="304800" marT="152400" marB="1524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0"/>
                    </a:p>
                  </a:txBody>
                  <a:tcPr marL="304800" marR="304800" marT="152400" marB="1524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0"/>
                    </a:p>
                  </a:txBody>
                  <a:tcPr marL="304800" marR="304800" marT="152400" marB="1524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0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0"/>
                    </a:p>
                  </a:txBody>
                  <a:tcPr marL="304800" marR="304800" marT="152400" marB="1524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0"/>
                    </a:p>
                  </a:txBody>
                  <a:tcPr marL="304800" marR="304800" marT="152400" marB="1524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0"/>
                    </a:p>
                  </a:txBody>
                  <a:tcPr marL="304800" marR="304800" marT="152400" marB="1524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67" name="Google Shape;867;p12"/>
          <p:cNvSpPr txBox="1"/>
          <p:nvPr/>
        </p:nvSpPr>
        <p:spPr>
          <a:xfrm>
            <a:off x="22768202" y="15864332"/>
            <a:ext cx="4562467" cy="325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(1568)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  <a:p>
            <a:pPr algn="ctr">
              <a:lnSpc>
                <a:spcPct val="90000"/>
              </a:lnSpc>
            </a:pPr>
            <a:r>
              <a:rPr lang="en-US" sz="3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扁平化圖像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zh-TW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600" dirty="0">
                <a:solidFill>
                  <a:srgbClr val="000000"/>
                </a:solidFill>
                <a:latin typeface="Trebuchet MS"/>
              </a:rPr>
              <a:t>Flattened Image)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向量</a:t>
            </a:r>
            <a:r>
              <a:rPr lang="en-US" altLang="zh-TW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r>
              <a:rPr lang="en-US" altLang="zh-TW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</p:txBody>
      </p:sp>
      <p:sp>
        <p:nvSpPr>
          <p:cNvPr id="868" name="Google Shape;868;p12"/>
          <p:cNvSpPr/>
          <p:nvPr/>
        </p:nvSpPr>
        <p:spPr>
          <a:xfrm>
            <a:off x="26905047" y="5537317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12"/>
          <p:cNvSpPr/>
          <p:nvPr/>
        </p:nvSpPr>
        <p:spPr>
          <a:xfrm>
            <a:off x="26896034" y="13441433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12"/>
          <p:cNvSpPr/>
          <p:nvPr/>
        </p:nvSpPr>
        <p:spPr>
          <a:xfrm>
            <a:off x="26896034" y="14190703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12"/>
          <p:cNvSpPr/>
          <p:nvPr/>
        </p:nvSpPr>
        <p:spPr>
          <a:xfrm>
            <a:off x="29046587" y="5537317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12"/>
          <p:cNvSpPr/>
          <p:nvPr/>
        </p:nvSpPr>
        <p:spPr>
          <a:xfrm>
            <a:off x="29037577" y="13441433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12"/>
          <p:cNvSpPr/>
          <p:nvPr/>
        </p:nvSpPr>
        <p:spPr>
          <a:xfrm>
            <a:off x="29037577" y="14190703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12"/>
          <p:cNvSpPr/>
          <p:nvPr/>
        </p:nvSpPr>
        <p:spPr>
          <a:xfrm>
            <a:off x="31724120" y="15108887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5" name="Google Shape;875;p12"/>
          <p:cNvGrpSpPr/>
          <p:nvPr/>
        </p:nvGrpSpPr>
        <p:grpSpPr>
          <a:xfrm>
            <a:off x="27543452" y="5847780"/>
            <a:ext cx="1503135" cy="8653386"/>
            <a:chOff x="8430176" y="1754334"/>
            <a:chExt cx="283800" cy="2596016"/>
          </a:xfrm>
        </p:grpSpPr>
        <p:cxnSp>
          <p:nvCxnSpPr>
            <p:cNvPr id="876" name="Google Shape;876;p12"/>
            <p:cNvCxnSpPr>
              <a:endCxn id="871" idx="2"/>
            </p:cNvCxnSpPr>
            <p:nvPr/>
          </p:nvCxnSpPr>
          <p:spPr>
            <a:xfrm rot="10800000" flipH="1">
              <a:off x="8430176" y="1754334"/>
              <a:ext cx="283800" cy="25959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7" name="Google Shape;877;p12"/>
            <p:cNvCxnSpPr>
              <a:endCxn id="872" idx="2"/>
            </p:cNvCxnSpPr>
            <p:nvPr/>
          </p:nvCxnSpPr>
          <p:spPr>
            <a:xfrm rot="10800000" flipH="1">
              <a:off x="8431175" y="4125569"/>
              <a:ext cx="281100" cy="2247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8" name="Google Shape;878;p12"/>
            <p:cNvCxnSpPr>
              <a:endCxn id="873" idx="2"/>
            </p:cNvCxnSpPr>
            <p:nvPr/>
          </p:nvCxnSpPr>
          <p:spPr>
            <a:xfrm>
              <a:off x="8431175" y="4350350"/>
              <a:ext cx="281100" cy="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9" name="Google Shape;879;p12"/>
            <p:cNvCxnSpPr>
              <a:endCxn id="871" idx="2"/>
            </p:cNvCxnSpPr>
            <p:nvPr/>
          </p:nvCxnSpPr>
          <p:spPr>
            <a:xfrm>
              <a:off x="8432876" y="1754334"/>
              <a:ext cx="281100" cy="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0" name="Google Shape;880;p12"/>
            <p:cNvCxnSpPr>
              <a:endCxn id="872" idx="2"/>
            </p:cNvCxnSpPr>
            <p:nvPr/>
          </p:nvCxnSpPr>
          <p:spPr>
            <a:xfrm>
              <a:off x="8433875" y="1754369"/>
              <a:ext cx="278400" cy="23712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1" name="Google Shape;881;p12"/>
            <p:cNvCxnSpPr>
              <a:endCxn id="873" idx="2"/>
            </p:cNvCxnSpPr>
            <p:nvPr/>
          </p:nvCxnSpPr>
          <p:spPr>
            <a:xfrm>
              <a:off x="8433875" y="1754450"/>
              <a:ext cx="278400" cy="25959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2" name="Google Shape;882;p12"/>
            <p:cNvCxnSpPr>
              <a:endCxn id="871" idx="2"/>
            </p:cNvCxnSpPr>
            <p:nvPr/>
          </p:nvCxnSpPr>
          <p:spPr>
            <a:xfrm rot="10800000" flipH="1">
              <a:off x="8430176" y="1754334"/>
              <a:ext cx="283800" cy="23712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3" name="Google Shape;883;p12"/>
            <p:cNvCxnSpPr>
              <a:endCxn id="872" idx="2"/>
            </p:cNvCxnSpPr>
            <p:nvPr/>
          </p:nvCxnSpPr>
          <p:spPr>
            <a:xfrm>
              <a:off x="8431175" y="4125569"/>
              <a:ext cx="281100" cy="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4" name="Google Shape;884;p12"/>
            <p:cNvCxnSpPr>
              <a:endCxn id="873" idx="2"/>
            </p:cNvCxnSpPr>
            <p:nvPr/>
          </p:nvCxnSpPr>
          <p:spPr>
            <a:xfrm>
              <a:off x="8431175" y="4125650"/>
              <a:ext cx="281100" cy="2247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85" name="Google Shape;885;p12"/>
          <p:cNvSpPr/>
          <p:nvPr/>
        </p:nvSpPr>
        <p:spPr>
          <a:xfrm>
            <a:off x="31715254" y="13914843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2"/>
          <p:cNvSpPr/>
          <p:nvPr/>
        </p:nvSpPr>
        <p:spPr>
          <a:xfrm>
            <a:off x="31724120" y="12716383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2"/>
          <p:cNvSpPr/>
          <p:nvPr/>
        </p:nvSpPr>
        <p:spPr>
          <a:xfrm>
            <a:off x="31715254" y="11522340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2"/>
          <p:cNvSpPr/>
          <p:nvPr/>
        </p:nvSpPr>
        <p:spPr>
          <a:xfrm>
            <a:off x="31724120" y="10274140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2"/>
          <p:cNvSpPr/>
          <p:nvPr/>
        </p:nvSpPr>
        <p:spPr>
          <a:xfrm>
            <a:off x="31715254" y="9080097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12"/>
          <p:cNvSpPr/>
          <p:nvPr/>
        </p:nvSpPr>
        <p:spPr>
          <a:xfrm>
            <a:off x="31740430" y="7887993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2"/>
          <p:cNvSpPr/>
          <p:nvPr/>
        </p:nvSpPr>
        <p:spPr>
          <a:xfrm>
            <a:off x="31731564" y="6693947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2"/>
          <p:cNvSpPr/>
          <p:nvPr/>
        </p:nvSpPr>
        <p:spPr>
          <a:xfrm>
            <a:off x="31724120" y="5501843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2"/>
          <p:cNvSpPr/>
          <p:nvPr/>
        </p:nvSpPr>
        <p:spPr>
          <a:xfrm>
            <a:off x="31715254" y="4307800"/>
            <a:ext cx="624733" cy="620927"/>
          </a:xfrm>
          <a:prstGeom prst="ellipse">
            <a:avLst/>
          </a:prstGeom>
          <a:solidFill>
            <a:srgbClr val="E6FFBE"/>
          </a:solidFill>
          <a:ln w="38100" cap="flat" cmpd="sng">
            <a:solidFill>
              <a:srgbClr val="83BA24"/>
            </a:solidFill>
            <a:prstDash val="solid"/>
            <a:round/>
            <a:headEnd type="none" w="sm" len="sm"/>
            <a:tailEnd type="none" w="sm" len="sm"/>
          </a:ln>
          <a:effectLst>
            <a:outerShdw blurRad="39999" dist="23000" dir="5400000" rotWithShape="0">
              <a:srgbClr val="000000">
                <a:alpha val="34117"/>
              </a:srgbClr>
            </a:outerShdw>
          </a:effectLst>
        </p:spPr>
        <p:txBody>
          <a:bodyPr spcFirstLastPara="1" wrap="square" lIns="126900" tIns="63325" rIns="126900" bIns="633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4" name="Google Shape;894;p12"/>
          <p:cNvGrpSpPr/>
          <p:nvPr/>
        </p:nvGrpSpPr>
        <p:grpSpPr>
          <a:xfrm>
            <a:off x="29661722" y="4618263"/>
            <a:ext cx="2078708" cy="10801087"/>
            <a:chOff x="9127629" y="1385478"/>
            <a:chExt cx="394500" cy="3240326"/>
          </a:xfrm>
        </p:grpSpPr>
        <p:cxnSp>
          <p:nvCxnSpPr>
            <p:cNvPr id="895" name="Google Shape;895;p12"/>
            <p:cNvCxnSpPr>
              <a:endCxn id="874" idx="2"/>
            </p:cNvCxnSpPr>
            <p:nvPr/>
          </p:nvCxnSpPr>
          <p:spPr>
            <a:xfrm>
              <a:off x="9132034" y="1765905"/>
              <a:ext cx="387000" cy="28599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6" name="Google Shape;896;p12"/>
            <p:cNvCxnSpPr>
              <a:endCxn id="874" idx="2"/>
            </p:cNvCxnSpPr>
            <p:nvPr/>
          </p:nvCxnSpPr>
          <p:spPr>
            <a:xfrm>
              <a:off x="9129334" y="4137105"/>
              <a:ext cx="389700" cy="4887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7" name="Google Shape;897;p12"/>
            <p:cNvCxnSpPr>
              <a:endCxn id="874" idx="2"/>
            </p:cNvCxnSpPr>
            <p:nvPr/>
          </p:nvCxnSpPr>
          <p:spPr>
            <a:xfrm>
              <a:off x="9129334" y="4361805"/>
              <a:ext cx="389700" cy="2640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8" name="Google Shape;898;p12"/>
            <p:cNvCxnSpPr>
              <a:endCxn id="885" idx="2"/>
            </p:cNvCxnSpPr>
            <p:nvPr/>
          </p:nvCxnSpPr>
          <p:spPr>
            <a:xfrm rot="10800000" flipH="1">
              <a:off x="9130351" y="4267591"/>
              <a:ext cx="387000" cy="942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9" name="Google Shape;899;p12"/>
            <p:cNvCxnSpPr>
              <a:endCxn id="885" idx="2"/>
            </p:cNvCxnSpPr>
            <p:nvPr/>
          </p:nvCxnSpPr>
          <p:spPr>
            <a:xfrm>
              <a:off x="9130351" y="4137091"/>
              <a:ext cx="387000" cy="1305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0" name="Google Shape;900;p12"/>
            <p:cNvCxnSpPr>
              <a:endCxn id="885" idx="2"/>
            </p:cNvCxnSpPr>
            <p:nvPr/>
          </p:nvCxnSpPr>
          <p:spPr>
            <a:xfrm>
              <a:off x="9133051" y="1765891"/>
              <a:ext cx="384300" cy="25017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1" name="Google Shape;901;p12"/>
            <p:cNvCxnSpPr>
              <a:endCxn id="886" idx="2"/>
            </p:cNvCxnSpPr>
            <p:nvPr/>
          </p:nvCxnSpPr>
          <p:spPr>
            <a:xfrm rot="10800000" flipH="1">
              <a:off x="9129334" y="3908053"/>
              <a:ext cx="389700" cy="2292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2" name="Google Shape;902;p12"/>
            <p:cNvCxnSpPr>
              <a:endCxn id="886" idx="2"/>
            </p:cNvCxnSpPr>
            <p:nvPr/>
          </p:nvCxnSpPr>
          <p:spPr>
            <a:xfrm rot="10800000" flipH="1">
              <a:off x="9129334" y="3908053"/>
              <a:ext cx="389700" cy="4539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3" name="Google Shape;903;p12"/>
            <p:cNvCxnSpPr>
              <a:endCxn id="886" idx="2"/>
            </p:cNvCxnSpPr>
            <p:nvPr/>
          </p:nvCxnSpPr>
          <p:spPr>
            <a:xfrm>
              <a:off x="9132034" y="1765753"/>
              <a:ext cx="387000" cy="21423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4" name="Google Shape;904;p12"/>
            <p:cNvCxnSpPr>
              <a:endCxn id="887" idx="2"/>
            </p:cNvCxnSpPr>
            <p:nvPr/>
          </p:nvCxnSpPr>
          <p:spPr>
            <a:xfrm rot="10800000" flipH="1">
              <a:off x="9130351" y="3549840"/>
              <a:ext cx="387000" cy="8121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5" name="Google Shape;905;p12"/>
            <p:cNvCxnSpPr>
              <a:endCxn id="887" idx="2"/>
            </p:cNvCxnSpPr>
            <p:nvPr/>
          </p:nvCxnSpPr>
          <p:spPr>
            <a:xfrm rot="10800000" flipH="1">
              <a:off x="9130351" y="3549840"/>
              <a:ext cx="387000" cy="5874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6" name="Google Shape;906;p12"/>
            <p:cNvCxnSpPr>
              <a:endCxn id="887" idx="2"/>
            </p:cNvCxnSpPr>
            <p:nvPr/>
          </p:nvCxnSpPr>
          <p:spPr>
            <a:xfrm>
              <a:off x="9133051" y="1765740"/>
              <a:ext cx="384300" cy="17841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7" name="Google Shape;907;p12"/>
            <p:cNvCxnSpPr>
              <a:endCxn id="888" idx="2"/>
            </p:cNvCxnSpPr>
            <p:nvPr/>
          </p:nvCxnSpPr>
          <p:spPr>
            <a:xfrm rot="10800000" flipH="1">
              <a:off x="9129334" y="3175380"/>
              <a:ext cx="389700" cy="11865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8" name="Google Shape;908;p12"/>
            <p:cNvCxnSpPr>
              <a:endCxn id="888" idx="2"/>
            </p:cNvCxnSpPr>
            <p:nvPr/>
          </p:nvCxnSpPr>
          <p:spPr>
            <a:xfrm rot="10800000" flipH="1">
              <a:off x="9129334" y="3175380"/>
              <a:ext cx="389700" cy="9618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9" name="Google Shape;909;p12"/>
            <p:cNvCxnSpPr>
              <a:endCxn id="888" idx="2"/>
            </p:cNvCxnSpPr>
            <p:nvPr/>
          </p:nvCxnSpPr>
          <p:spPr>
            <a:xfrm>
              <a:off x="9132034" y="1765980"/>
              <a:ext cx="387000" cy="14094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0" name="Google Shape;910;p12"/>
            <p:cNvCxnSpPr>
              <a:endCxn id="889" idx="2"/>
            </p:cNvCxnSpPr>
            <p:nvPr/>
          </p:nvCxnSpPr>
          <p:spPr>
            <a:xfrm rot="10800000" flipH="1">
              <a:off x="9130351" y="2817168"/>
              <a:ext cx="387000" cy="13200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1" name="Google Shape;911;p12"/>
            <p:cNvCxnSpPr>
              <a:endCxn id="889" idx="2"/>
            </p:cNvCxnSpPr>
            <p:nvPr/>
          </p:nvCxnSpPr>
          <p:spPr>
            <a:xfrm rot="10800000" flipH="1">
              <a:off x="9130351" y="2817168"/>
              <a:ext cx="387000" cy="15447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2" name="Google Shape;912;p12"/>
            <p:cNvCxnSpPr>
              <a:endCxn id="889" idx="2"/>
            </p:cNvCxnSpPr>
            <p:nvPr/>
          </p:nvCxnSpPr>
          <p:spPr>
            <a:xfrm>
              <a:off x="9133051" y="1765968"/>
              <a:ext cx="384300" cy="10512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3" name="Google Shape;913;p12"/>
            <p:cNvCxnSpPr>
              <a:endCxn id="890" idx="2"/>
            </p:cNvCxnSpPr>
            <p:nvPr/>
          </p:nvCxnSpPr>
          <p:spPr>
            <a:xfrm rot="10800000" flipH="1">
              <a:off x="9127629" y="2459536"/>
              <a:ext cx="394500" cy="19023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4" name="Google Shape;914;p12"/>
            <p:cNvCxnSpPr>
              <a:endCxn id="890" idx="2"/>
            </p:cNvCxnSpPr>
            <p:nvPr/>
          </p:nvCxnSpPr>
          <p:spPr>
            <a:xfrm rot="10800000" flipH="1">
              <a:off x="9127629" y="2459536"/>
              <a:ext cx="394500" cy="16776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5" name="Google Shape;915;p12"/>
            <p:cNvCxnSpPr>
              <a:endCxn id="890" idx="2"/>
            </p:cNvCxnSpPr>
            <p:nvPr/>
          </p:nvCxnSpPr>
          <p:spPr>
            <a:xfrm>
              <a:off x="9130329" y="1765936"/>
              <a:ext cx="391800" cy="6936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6" name="Google Shape;916;p12"/>
            <p:cNvCxnSpPr>
              <a:endCxn id="891" idx="2"/>
            </p:cNvCxnSpPr>
            <p:nvPr/>
          </p:nvCxnSpPr>
          <p:spPr>
            <a:xfrm rot="10800000" flipH="1">
              <a:off x="9128646" y="2101323"/>
              <a:ext cx="391800" cy="22605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7" name="Google Shape;917;p12"/>
            <p:cNvCxnSpPr>
              <a:endCxn id="891" idx="2"/>
            </p:cNvCxnSpPr>
            <p:nvPr/>
          </p:nvCxnSpPr>
          <p:spPr>
            <a:xfrm rot="10800000" flipH="1">
              <a:off x="9128646" y="2101323"/>
              <a:ext cx="391800" cy="20358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8" name="Google Shape;918;p12"/>
            <p:cNvCxnSpPr>
              <a:endCxn id="891" idx="2"/>
            </p:cNvCxnSpPr>
            <p:nvPr/>
          </p:nvCxnSpPr>
          <p:spPr>
            <a:xfrm>
              <a:off x="9131346" y="1765923"/>
              <a:ext cx="389100" cy="3354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9" name="Google Shape;919;p12"/>
            <p:cNvCxnSpPr>
              <a:endCxn id="892" idx="2"/>
            </p:cNvCxnSpPr>
            <p:nvPr/>
          </p:nvCxnSpPr>
          <p:spPr>
            <a:xfrm rot="10800000" flipH="1">
              <a:off x="9129334" y="1743691"/>
              <a:ext cx="389700" cy="26181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0" name="Google Shape;920;p12"/>
            <p:cNvCxnSpPr>
              <a:endCxn id="892" idx="2"/>
            </p:cNvCxnSpPr>
            <p:nvPr/>
          </p:nvCxnSpPr>
          <p:spPr>
            <a:xfrm rot="10800000" flipH="1">
              <a:off x="9129334" y="1743691"/>
              <a:ext cx="389700" cy="23934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1" name="Google Shape;921;p12"/>
            <p:cNvCxnSpPr>
              <a:endCxn id="892" idx="2"/>
            </p:cNvCxnSpPr>
            <p:nvPr/>
          </p:nvCxnSpPr>
          <p:spPr>
            <a:xfrm rot="10800000" flipH="1">
              <a:off x="9132034" y="1743691"/>
              <a:ext cx="387000" cy="222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2" name="Google Shape;922;p12"/>
            <p:cNvCxnSpPr>
              <a:endCxn id="893" idx="2"/>
            </p:cNvCxnSpPr>
            <p:nvPr/>
          </p:nvCxnSpPr>
          <p:spPr>
            <a:xfrm rot="10800000" flipH="1">
              <a:off x="9130351" y="1385478"/>
              <a:ext cx="387000" cy="29763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3" name="Google Shape;923;p12"/>
            <p:cNvCxnSpPr>
              <a:endCxn id="893" idx="2"/>
            </p:cNvCxnSpPr>
            <p:nvPr/>
          </p:nvCxnSpPr>
          <p:spPr>
            <a:xfrm rot="10800000" flipH="1">
              <a:off x="9130351" y="1385478"/>
              <a:ext cx="387000" cy="27516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4" name="Google Shape;924;p12"/>
            <p:cNvCxnSpPr>
              <a:endCxn id="893" idx="2"/>
            </p:cNvCxnSpPr>
            <p:nvPr/>
          </p:nvCxnSpPr>
          <p:spPr>
            <a:xfrm rot="10800000" flipH="1">
              <a:off x="9133051" y="1385478"/>
              <a:ext cx="384300" cy="380400"/>
            </a:xfrm>
            <a:prstGeom prst="straightConnector1">
              <a:avLst/>
            </a:prstGeom>
            <a:noFill/>
            <a:ln w="2857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925" name="Google Shape;925;p12"/>
          <p:cNvCxnSpPr>
            <a:endCxn id="870" idx="2"/>
          </p:cNvCxnSpPr>
          <p:nvPr/>
        </p:nvCxnSpPr>
        <p:spPr>
          <a:xfrm>
            <a:off x="25312334" y="10856467"/>
            <a:ext cx="1583700" cy="364470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6" name="Google Shape;926;p12"/>
          <p:cNvCxnSpPr>
            <a:endCxn id="869" idx="2"/>
          </p:cNvCxnSpPr>
          <p:nvPr/>
        </p:nvCxnSpPr>
        <p:spPr>
          <a:xfrm>
            <a:off x="25312334" y="10856597"/>
            <a:ext cx="1583700" cy="289530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27" name="Google Shape;927;p12"/>
          <p:cNvCxnSpPr>
            <a:endCxn id="868" idx="2"/>
          </p:cNvCxnSpPr>
          <p:nvPr/>
        </p:nvCxnSpPr>
        <p:spPr>
          <a:xfrm rot="10800000" flipH="1">
            <a:off x="25312347" y="5847780"/>
            <a:ext cx="1592700" cy="500880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8" name="Google Shape;928;p12"/>
          <p:cNvSpPr txBox="1"/>
          <p:nvPr/>
        </p:nvSpPr>
        <p:spPr>
          <a:xfrm rot="-5400000">
            <a:off x="25618740" y="9245874"/>
            <a:ext cx="7316807" cy="110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                 …… …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929" name="Google Shape;929;p12"/>
          <p:cNvSpPr txBox="1"/>
          <p:nvPr/>
        </p:nvSpPr>
        <p:spPr>
          <a:xfrm rot="-5400000">
            <a:off x="23421770" y="9245874"/>
            <a:ext cx="7316807" cy="110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                 …… …</a:t>
            </a:r>
            <a:b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cxnSp>
        <p:nvCxnSpPr>
          <p:cNvPr id="930" name="Google Shape;930;p12"/>
          <p:cNvCxnSpPr>
            <a:endCxn id="870" idx="2"/>
          </p:cNvCxnSpPr>
          <p:nvPr/>
        </p:nvCxnSpPr>
        <p:spPr>
          <a:xfrm>
            <a:off x="25327634" y="10252567"/>
            <a:ext cx="1568400" cy="424860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1" name="Google Shape;931;p12"/>
          <p:cNvCxnSpPr>
            <a:endCxn id="869" idx="2"/>
          </p:cNvCxnSpPr>
          <p:nvPr/>
        </p:nvCxnSpPr>
        <p:spPr>
          <a:xfrm>
            <a:off x="25327634" y="10235597"/>
            <a:ext cx="1568400" cy="351630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2" name="Google Shape;932;p12"/>
          <p:cNvCxnSpPr>
            <a:endCxn id="868" idx="2"/>
          </p:cNvCxnSpPr>
          <p:nvPr/>
        </p:nvCxnSpPr>
        <p:spPr>
          <a:xfrm rot="10800000" flipH="1">
            <a:off x="25327647" y="5847780"/>
            <a:ext cx="1577400" cy="440460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3" name="Google Shape;933;p12"/>
          <p:cNvCxnSpPr>
            <a:endCxn id="870" idx="2"/>
          </p:cNvCxnSpPr>
          <p:nvPr/>
        </p:nvCxnSpPr>
        <p:spPr>
          <a:xfrm>
            <a:off x="25327634" y="8790367"/>
            <a:ext cx="1568400" cy="571080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4" name="Google Shape;934;p12"/>
          <p:cNvCxnSpPr>
            <a:endCxn id="869" idx="2"/>
          </p:cNvCxnSpPr>
          <p:nvPr/>
        </p:nvCxnSpPr>
        <p:spPr>
          <a:xfrm>
            <a:off x="25327634" y="8790197"/>
            <a:ext cx="1568400" cy="496170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5" name="Google Shape;935;p12"/>
          <p:cNvCxnSpPr>
            <a:endCxn id="868" idx="2"/>
          </p:cNvCxnSpPr>
          <p:nvPr/>
        </p:nvCxnSpPr>
        <p:spPr>
          <a:xfrm rot="10800000" flipH="1">
            <a:off x="25327647" y="5847780"/>
            <a:ext cx="1577400" cy="2942400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6" name="Google Shape;936;p12"/>
          <p:cNvSpPr txBox="1"/>
          <p:nvPr/>
        </p:nvSpPr>
        <p:spPr>
          <a:xfrm>
            <a:off x="29578016" y="16365677"/>
            <a:ext cx="4949560" cy="2363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(10)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輸出預測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(Output Prediction)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</p:txBody>
      </p:sp>
      <p:sp>
        <p:nvSpPr>
          <p:cNvPr id="937" name="Google Shape;937;p12"/>
          <p:cNvSpPr txBox="1"/>
          <p:nvPr/>
        </p:nvSpPr>
        <p:spPr>
          <a:xfrm>
            <a:off x="26113993" y="14543536"/>
            <a:ext cx="1858201" cy="2363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(512)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線性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(Linear)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</p:txBody>
      </p:sp>
      <p:sp>
        <p:nvSpPr>
          <p:cNvPr id="938" name="Google Shape;938;p12"/>
          <p:cNvSpPr txBox="1"/>
          <p:nvPr/>
        </p:nvSpPr>
        <p:spPr>
          <a:xfrm>
            <a:off x="28492943" y="14567976"/>
            <a:ext cx="1858201" cy="2363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(512)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線性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(Linear)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</p:txBody>
      </p:sp>
      <p:sp>
        <p:nvSpPr>
          <p:cNvPr id="939" name="Google Shape;939;p12"/>
          <p:cNvSpPr/>
          <p:nvPr/>
        </p:nvSpPr>
        <p:spPr>
          <a:xfrm>
            <a:off x="3184352" y="8018422"/>
            <a:ext cx="1354263" cy="970470"/>
          </a:xfrm>
          <a:prstGeom prst="rect">
            <a:avLst/>
          </a:prstGeom>
          <a:noFill/>
          <a:ln w="25400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40" name="Google Shape;940;p12"/>
          <p:cNvCxnSpPr/>
          <p:nvPr/>
        </p:nvCxnSpPr>
        <p:spPr>
          <a:xfrm rot="10800000" flipH="1">
            <a:off x="3861480" y="7319030"/>
            <a:ext cx="5414273" cy="1151387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41" name="Google Shape;941;p12"/>
          <p:cNvPicPr preferRelativeResize="0"/>
          <p:nvPr/>
        </p:nvPicPr>
        <p:blipFill rotWithShape="1">
          <a:blip r:embed="rId4">
            <a:alphaModFix/>
          </a:blip>
          <a:srcRect l="48017" t="46330" r="44192" b="39913"/>
          <a:stretch/>
        </p:blipFill>
        <p:spPr>
          <a:xfrm>
            <a:off x="7723438" y="5865180"/>
            <a:ext cx="2849430" cy="2830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2" name="Google Shape;942;p12"/>
          <p:cNvCxnSpPr/>
          <p:nvPr/>
        </p:nvCxnSpPr>
        <p:spPr>
          <a:xfrm>
            <a:off x="3896230" y="8483133"/>
            <a:ext cx="5309887" cy="2263467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43" name="Google Shape;943;p12"/>
          <p:cNvPicPr preferRelativeResize="0"/>
          <p:nvPr/>
        </p:nvPicPr>
        <p:blipFill rotWithShape="1">
          <a:blip r:embed="rId4">
            <a:alphaModFix/>
          </a:blip>
          <a:srcRect l="33839" t="46366" r="58553" b="39877"/>
          <a:stretch/>
        </p:blipFill>
        <p:spPr>
          <a:xfrm>
            <a:off x="7884468" y="9139434"/>
            <a:ext cx="2782577" cy="2830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4" name="Google Shape;944;p12"/>
          <p:cNvCxnSpPr/>
          <p:nvPr/>
        </p:nvCxnSpPr>
        <p:spPr>
          <a:xfrm>
            <a:off x="9205600" y="7284258"/>
            <a:ext cx="3727153" cy="1381397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45" name="Google Shape;945;p12"/>
          <p:cNvPicPr preferRelativeResize="0"/>
          <p:nvPr/>
        </p:nvPicPr>
        <p:blipFill rotWithShape="1">
          <a:blip r:embed="rId5">
            <a:alphaModFix/>
          </a:blip>
          <a:srcRect l="34327" t="39232" r="58064" b="47010"/>
          <a:stretch/>
        </p:blipFill>
        <p:spPr>
          <a:xfrm>
            <a:off x="10155895" y="6007067"/>
            <a:ext cx="4532843" cy="4610967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"/>
          <p:cNvSpPr/>
          <p:nvPr/>
        </p:nvSpPr>
        <p:spPr>
          <a:xfrm>
            <a:off x="10946189" y="7205208"/>
            <a:ext cx="1354263" cy="970470"/>
          </a:xfrm>
          <a:prstGeom prst="rect">
            <a:avLst/>
          </a:prstGeom>
          <a:noFill/>
          <a:ln w="25400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947" name="Google Shape;947;p12"/>
          <p:cNvCxnSpPr/>
          <p:nvPr/>
        </p:nvCxnSpPr>
        <p:spPr>
          <a:xfrm rot="10800000" flipH="1">
            <a:off x="9302310" y="9858059"/>
            <a:ext cx="2100887" cy="695823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48" name="Google Shape;948;p12"/>
          <p:cNvGrpSpPr/>
          <p:nvPr/>
        </p:nvGrpSpPr>
        <p:grpSpPr>
          <a:xfrm>
            <a:off x="10711162" y="7009970"/>
            <a:ext cx="4532843" cy="4598887"/>
            <a:chOff x="3213348" y="2102991"/>
            <a:chExt cx="1359853" cy="1379666"/>
          </a:xfrm>
        </p:grpSpPr>
        <p:pic>
          <p:nvPicPr>
            <p:cNvPr id="949" name="Google Shape;949;p12"/>
            <p:cNvPicPr preferRelativeResize="0"/>
            <p:nvPr/>
          </p:nvPicPr>
          <p:blipFill rotWithShape="1">
            <a:blip r:embed="rId5">
              <a:alphaModFix/>
            </a:blip>
            <a:srcRect l="48611" t="39389" r="43867" b="47044"/>
            <a:stretch/>
          </p:blipFill>
          <p:spPr>
            <a:xfrm>
              <a:off x="3213348" y="2102991"/>
              <a:ext cx="1359853" cy="13796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0" name="Google Shape;950;p12"/>
            <p:cNvSpPr/>
            <p:nvPr/>
          </p:nvSpPr>
          <p:spPr>
            <a:xfrm>
              <a:off x="3473547" y="2448480"/>
              <a:ext cx="406279" cy="291141"/>
            </a:xfrm>
            <a:prstGeom prst="rect">
              <a:avLst/>
            </a:prstGeom>
            <a:noFill/>
            <a:ln w="25400" cap="flat" cmpd="sng">
              <a:solidFill>
                <a:srgbClr val="3B5C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 b="0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cxnSp>
        <p:nvCxnSpPr>
          <p:cNvPr id="951" name="Google Shape;951;p12"/>
          <p:cNvCxnSpPr/>
          <p:nvPr/>
        </p:nvCxnSpPr>
        <p:spPr>
          <a:xfrm rot="10800000" flipH="1">
            <a:off x="11585172" y="6604067"/>
            <a:ext cx="5071203" cy="1123747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52" name="Google Shape;952;p12"/>
          <p:cNvPicPr preferRelativeResize="0"/>
          <p:nvPr/>
        </p:nvPicPr>
        <p:blipFill rotWithShape="1">
          <a:blip r:embed="rId6">
            <a:alphaModFix/>
          </a:blip>
          <a:srcRect l="33839" t="48989" r="58501" b="37066"/>
          <a:stretch/>
        </p:blipFill>
        <p:spPr>
          <a:xfrm>
            <a:off x="15135858" y="5327590"/>
            <a:ext cx="2801357" cy="286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3" name="Google Shape;953;p12"/>
          <p:cNvCxnSpPr/>
          <p:nvPr/>
        </p:nvCxnSpPr>
        <p:spPr>
          <a:xfrm>
            <a:off x="11604838" y="7690442"/>
            <a:ext cx="5051537" cy="2310890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54" name="Google Shape;954;p12"/>
          <p:cNvPicPr preferRelativeResize="0"/>
          <p:nvPr/>
        </p:nvPicPr>
        <p:blipFill rotWithShape="1">
          <a:blip r:embed="rId6">
            <a:alphaModFix/>
          </a:blip>
          <a:srcRect l="48095" t="65776" r="44259" b="20771"/>
          <a:stretch/>
        </p:blipFill>
        <p:spPr>
          <a:xfrm>
            <a:off x="15067085" y="8910920"/>
            <a:ext cx="2796357" cy="2767713"/>
          </a:xfrm>
          <a:prstGeom prst="rect">
            <a:avLst/>
          </a:prstGeom>
          <a:noFill/>
          <a:ln w="9525" cap="flat" cmpd="sng">
            <a:solidFill>
              <a:srgbClr val="B3B3B3">
                <a:alpha val="55686"/>
              </a:srgbClr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955" name="Google Shape;955;p12"/>
          <p:cNvCxnSpPr/>
          <p:nvPr/>
        </p:nvCxnSpPr>
        <p:spPr>
          <a:xfrm>
            <a:off x="12300450" y="8667650"/>
            <a:ext cx="4357440" cy="1916953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56" name="Google Shape;956;p12"/>
          <p:cNvPicPr preferRelativeResize="0"/>
          <p:nvPr/>
        </p:nvPicPr>
        <p:blipFill rotWithShape="1">
          <a:blip r:embed="rId6">
            <a:alphaModFix/>
          </a:blip>
          <a:srcRect l="48103" t="65700" r="44252" b="20664"/>
          <a:stretch/>
        </p:blipFill>
        <p:spPr>
          <a:xfrm>
            <a:off x="15340198" y="9151120"/>
            <a:ext cx="2796357" cy="28055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7" name="Google Shape;957;p12"/>
          <p:cNvCxnSpPr/>
          <p:nvPr/>
        </p:nvCxnSpPr>
        <p:spPr>
          <a:xfrm rot="10800000" flipH="1">
            <a:off x="12255622" y="7053464"/>
            <a:ext cx="4623570" cy="1614813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58" name="Google Shape;958;p12"/>
          <p:cNvPicPr preferRelativeResize="0"/>
          <p:nvPr/>
        </p:nvPicPr>
        <p:blipFill rotWithShape="1">
          <a:blip r:embed="rId6">
            <a:alphaModFix/>
          </a:blip>
          <a:srcRect l="48024" t="49170" r="44231" b="37094"/>
          <a:stretch/>
        </p:blipFill>
        <p:spPr>
          <a:xfrm>
            <a:off x="15425280" y="5623200"/>
            <a:ext cx="2867593" cy="28605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9" name="Google Shape;959;p12"/>
          <p:cNvCxnSpPr/>
          <p:nvPr/>
        </p:nvCxnSpPr>
        <p:spPr>
          <a:xfrm>
            <a:off x="16920117" y="7080835"/>
            <a:ext cx="3727153" cy="1381397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60" name="Google Shape;960;p12"/>
          <p:cNvPicPr preferRelativeResize="0"/>
          <p:nvPr/>
        </p:nvPicPr>
        <p:blipFill rotWithShape="1">
          <a:blip r:embed="rId5">
            <a:alphaModFix/>
          </a:blip>
          <a:srcRect l="34394" t="55920" r="58015" b="30443"/>
          <a:stretch/>
        </p:blipFill>
        <p:spPr>
          <a:xfrm>
            <a:off x="17996158" y="5846139"/>
            <a:ext cx="4551357" cy="45988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1" name="Google Shape;961;p12"/>
          <p:cNvCxnSpPr/>
          <p:nvPr/>
        </p:nvCxnSpPr>
        <p:spPr>
          <a:xfrm rot="10800000" flipH="1">
            <a:off x="16794525" y="9799834"/>
            <a:ext cx="2643823" cy="784773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962" name="Google Shape;962;p12"/>
          <p:cNvPicPr preferRelativeResize="0"/>
          <p:nvPr/>
        </p:nvPicPr>
        <p:blipFill rotWithShape="1">
          <a:blip r:embed="rId5">
            <a:alphaModFix/>
          </a:blip>
          <a:srcRect l="48680" t="55834" r="43764" b="30529"/>
          <a:stretch/>
        </p:blipFill>
        <p:spPr>
          <a:xfrm>
            <a:off x="18514174" y="6639383"/>
            <a:ext cx="4476093" cy="45445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3" name="Google Shape;963;p12"/>
          <p:cNvCxnSpPr/>
          <p:nvPr/>
        </p:nvCxnSpPr>
        <p:spPr>
          <a:xfrm rot="10800000" flipH="1">
            <a:off x="21919617" y="5252273"/>
            <a:ext cx="2102613" cy="134260"/>
          </a:xfrm>
          <a:prstGeom prst="straightConnector1">
            <a:avLst/>
          </a:prstGeom>
          <a:noFill/>
          <a:ln w="28575" cap="flat" cmpd="sng">
            <a:solidFill>
              <a:srgbClr val="3B5C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4" name="Google Shape;964;p12"/>
          <p:cNvCxnSpPr/>
          <p:nvPr/>
        </p:nvCxnSpPr>
        <p:spPr>
          <a:xfrm>
            <a:off x="23214370" y="4101275"/>
            <a:ext cx="0" cy="12058183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965" name="Google Shape;965;p12"/>
          <p:cNvSpPr/>
          <p:nvPr/>
        </p:nvSpPr>
        <p:spPr>
          <a:xfrm>
            <a:off x="23413710" y="3012236"/>
            <a:ext cx="10830287" cy="15688643"/>
          </a:xfrm>
          <a:prstGeom prst="rect">
            <a:avLst/>
          </a:prstGeom>
          <a:solidFill>
            <a:schemeClr val="dk1">
              <a:alpha val="8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6" name="Google Shape;966;p12" descr="Scissors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0800000" flipH="1">
            <a:off x="23325892" y="12271785"/>
            <a:ext cx="5105717" cy="5105717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12"/>
          <p:cNvSpPr txBox="1"/>
          <p:nvPr/>
        </p:nvSpPr>
        <p:spPr>
          <a:xfrm>
            <a:off x="1791216" y="16233662"/>
            <a:ext cx="4562467" cy="186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(1, 28, 28)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圖像輸入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</p:txBody>
      </p:sp>
      <p:sp>
        <p:nvSpPr>
          <p:cNvPr id="968" name="Google Shape;968;p12"/>
          <p:cNvSpPr txBox="1"/>
          <p:nvPr/>
        </p:nvSpPr>
        <p:spPr>
          <a:xfrm>
            <a:off x="6492936" y="15163911"/>
            <a:ext cx="4179396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((2, 1, 3, 3)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核心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(Kernel)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</p:txBody>
      </p:sp>
      <p:sp>
        <p:nvSpPr>
          <p:cNvPr id="969" name="Google Shape;969;p12"/>
          <p:cNvSpPr txBox="1"/>
          <p:nvPr/>
        </p:nvSpPr>
        <p:spPr>
          <a:xfrm>
            <a:off x="8784287" y="12562913"/>
            <a:ext cx="5850979" cy="2363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(2, 28, 28)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堆疊</a:t>
            </a:r>
            <a:r>
              <a:rPr lang="zh-TW" altLang="en-US" sz="3600" dirty="0">
                <a:solidFill>
                  <a:schemeClr val="lt1"/>
                </a:solidFill>
              </a:rPr>
              <a:t>後</a:t>
            </a:r>
            <a:r>
              <a:rPr lang="en-US" sz="3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圖像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zh-TW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Stacked Images</a:t>
            </a:r>
            <a:r>
              <a:rPr lang="en-US" altLang="zh-TW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</p:txBody>
      </p:sp>
      <p:sp>
        <p:nvSpPr>
          <p:cNvPr id="970" name="Google Shape;970;p12"/>
          <p:cNvSpPr txBox="1"/>
          <p:nvPr/>
        </p:nvSpPr>
        <p:spPr>
          <a:xfrm>
            <a:off x="13765348" y="14970009"/>
            <a:ext cx="4179396" cy="1865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(2, 2, 3, 3)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核心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(Kernel)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</p:txBody>
      </p:sp>
      <p:sp>
        <p:nvSpPr>
          <p:cNvPr id="971" name="Google Shape;971;p12"/>
          <p:cNvSpPr txBox="1"/>
          <p:nvPr/>
        </p:nvSpPr>
        <p:spPr>
          <a:xfrm>
            <a:off x="16572037" y="12348391"/>
            <a:ext cx="5850979" cy="286228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(2, 28, 28)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  <a:p>
            <a:pPr algn="ctr">
              <a:lnSpc>
                <a:spcPct val="90000"/>
              </a:lnSpc>
            </a:pPr>
            <a:r>
              <a:rPr lang="zh-TW" alt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堆疊</a:t>
            </a:r>
            <a:r>
              <a:rPr lang="zh-TW" altLang="en-US" sz="3600" dirty="0">
                <a:solidFill>
                  <a:schemeClr val="lt1"/>
                </a:solidFill>
              </a:rPr>
              <a:t>後</a:t>
            </a:r>
            <a:r>
              <a:rPr lang="zh-TW" alt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圖像</a:t>
            </a:r>
            <a:br>
              <a:rPr lang="zh-TW" alt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altLang="zh-TW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Stacked Images</a:t>
            </a:r>
            <a:r>
              <a:rPr lang="en-US" altLang="zh-TW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3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en-US" sz="7200" b="1" cap="none">
                <a:latin typeface="Arial"/>
                <a:ea typeface="Arial"/>
                <a:cs typeface="Arial"/>
                <a:sym typeface="Arial"/>
              </a:rPr>
              <a:t>Transfer Learning遷移學習(Transfer Learning)</a:t>
            </a:r>
            <a:br>
              <a:rPr lang="en-US" sz="7200" b="1" cap="none"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grpSp>
        <p:nvGrpSpPr>
          <p:cNvPr id="978" name="Google Shape;978;p13"/>
          <p:cNvGrpSpPr/>
          <p:nvPr/>
        </p:nvGrpSpPr>
        <p:grpSpPr>
          <a:xfrm>
            <a:off x="2890887" y="4173860"/>
            <a:ext cx="30794227" cy="10374580"/>
            <a:chOff x="1055802" y="1593130"/>
            <a:chExt cx="9238268" cy="3761295"/>
          </a:xfrm>
        </p:grpSpPr>
        <p:sp>
          <p:nvSpPr>
            <p:cNvPr id="979" name="Google Shape;979;p13"/>
            <p:cNvSpPr/>
            <p:nvPr/>
          </p:nvSpPr>
          <p:spPr>
            <a:xfrm>
              <a:off x="1055802" y="1593130"/>
              <a:ext cx="9238268" cy="3761295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F9F9F9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3"/>
            <p:cNvSpPr/>
            <p:nvPr/>
          </p:nvSpPr>
          <p:spPr>
            <a:xfrm rot="-5400000">
              <a:off x="1207670" y="3145086"/>
              <a:ext cx="2528873" cy="590931"/>
            </a:xfrm>
            <a:prstGeom prst="rect">
              <a:avLst/>
            </a:prstGeom>
            <a:solidFill>
              <a:srgbClr val="E6FFBE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Convolution</a:t>
              </a:r>
              <a:endParaRPr/>
            </a:p>
          </p:txBody>
        </p:sp>
        <p:sp>
          <p:nvSpPr>
            <p:cNvPr id="981" name="Google Shape;981;p13"/>
            <p:cNvSpPr/>
            <p:nvPr/>
          </p:nvSpPr>
          <p:spPr>
            <a:xfrm rot="-5400000">
              <a:off x="683448" y="3145086"/>
              <a:ext cx="1989647" cy="590931"/>
            </a:xfrm>
            <a:prstGeom prst="rect">
              <a:avLst/>
            </a:prstGeom>
            <a:solidFill>
              <a:srgbClr val="3B5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 rot="-5400000">
              <a:off x="2795341" y="3145086"/>
              <a:ext cx="2528871" cy="590931"/>
            </a:xfrm>
            <a:prstGeom prst="rect">
              <a:avLst/>
            </a:prstGeom>
            <a:solidFill>
              <a:srgbClr val="E6FFBE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Convolution</a:t>
              </a:r>
              <a:endParaRPr/>
            </a:p>
          </p:txBody>
        </p:sp>
        <p:sp>
          <p:nvSpPr>
            <p:cNvPr id="983" name="Google Shape;983;p13"/>
            <p:cNvSpPr/>
            <p:nvPr/>
          </p:nvSpPr>
          <p:spPr>
            <a:xfrm rot="-5400000">
              <a:off x="5176846" y="3145086"/>
              <a:ext cx="2528871" cy="590931"/>
            </a:xfrm>
            <a:prstGeom prst="rect">
              <a:avLst/>
            </a:prstGeom>
            <a:solidFill>
              <a:srgbClr val="E6FFBE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Convolution</a:t>
              </a:r>
              <a:endParaRPr/>
            </a:p>
          </p:txBody>
        </p:sp>
        <p:sp>
          <p:nvSpPr>
            <p:cNvPr id="984" name="Google Shape;984;p13"/>
            <p:cNvSpPr/>
            <p:nvPr/>
          </p:nvSpPr>
          <p:spPr>
            <a:xfrm rot="-5400000">
              <a:off x="7120122" y="3145086"/>
              <a:ext cx="1817660" cy="590931"/>
            </a:xfrm>
            <a:prstGeom prst="rect">
              <a:avLst/>
            </a:prstGeom>
            <a:solidFill>
              <a:srgbClr val="E2C0F5"/>
            </a:solidFill>
            <a:ln w="25400" cap="flat" cmpd="sng">
              <a:solidFill>
                <a:srgbClr val="45106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Linear</a:t>
              </a:r>
              <a:endParaRPr/>
            </a:p>
          </p:txBody>
        </p:sp>
        <p:sp>
          <p:nvSpPr>
            <p:cNvPr id="985" name="Google Shape;985;p13"/>
            <p:cNvSpPr/>
            <p:nvPr/>
          </p:nvSpPr>
          <p:spPr>
            <a:xfrm rot="-5400000">
              <a:off x="8831501" y="3145086"/>
              <a:ext cx="1570240" cy="590931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/>
            </a:p>
          </p:txBody>
        </p:sp>
        <p:sp>
          <p:nvSpPr>
            <p:cNvPr id="986" name="Google Shape;986;p13"/>
            <p:cNvSpPr/>
            <p:nvPr/>
          </p:nvSpPr>
          <p:spPr>
            <a:xfrm rot="-5400000">
              <a:off x="8163385" y="3145086"/>
              <a:ext cx="1318804" cy="590931"/>
            </a:xfrm>
            <a:prstGeom prst="rect">
              <a:avLst/>
            </a:prstGeom>
            <a:solidFill>
              <a:srgbClr val="E2C0F5"/>
            </a:solidFill>
            <a:ln w="25400" cap="flat" cmpd="sng">
              <a:solidFill>
                <a:srgbClr val="45106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Linear</a:t>
              </a:r>
              <a:endPara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3"/>
            <p:cNvSpPr/>
            <p:nvPr/>
          </p:nvSpPr>
          <p:spPr>
            <a:xfrm rot="-5400000">
              <a:off x="2001506" y="3145086"/>
              <a:ext cx="2528871" cy="590931"/>
            </a:xfrm>
            <a:prstGeom prst="rect">
              <a:avLst/>
            </a:prstGeom>
            <a:solidFill>
              <a:srgbClr val="CFFF7D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Max Pooling</a:t>
              </a:r>
              <a:endParaRPr/>
            </a:p>
          </p:txBody>
        </p:sp>
        <p:sp>
          <p:nvSpPr>
            <p:cNvPr id="988" name="Google Shape;988;p13"/>
            <p:cNvSpPr/>
            <p:nvPr/>
          </p:nvSpPr>
          <p:spPr>
            <a:xfrm rot="-5400000">
              <a:off x="3589176" y="3145086"/>
              <a:ext cx="2528871" cy="590931"/>
            </a:xfrm>
            <a:prstGeom prst="rect">
              <a:avLst/>
            </a:prstGeom>
            <a:solidFill>
              <a:srgbClr val="9E9E9E"/>
            </a:solidFill>
            <a:ln w="254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Dropout</a:t>
              </a:r>
              <a:endParaRPr/>
            </a:p>
          </p:txBody>
        </p:sp>
        <p:sp>
          <p:nvSpPr>
            <p:cNvPr id="989" name="Google Shape;989;p13"/>
            <p:cNvSpPr/>
            <p:nvPr/>
          </p:nvSpPr>
          <p:spPr>
            <a:xfrm rot="-5400000">
              <a:off x="4383011" y="3145086"/>
              <a:ext cx="2528871" cy="590931"/>
            </a:xfrm>
            <a:prstGeom prst="rect">
              <a:avLst/>
            </a:prstGeom>
            <a:solidFill>
              <a:srgbClr val="CFFF7D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Max Pooling</a:t>
              </a:r>
              <a:endParaRPr/>
            </a:p>
          </p:txBody>
        </p:sp>
        <p:sp>
          <p:nvSpPr>
            <p:cNvPr id="990" name="Google Shape;990;p13"/>
            <p:cNvSpPr/>
            <p:nvPr/>
          </p:nvSpPr>
          <p:spPr>
            <a:xfrm rot="-5400000">
              <a:off x="5970681" y="3145086"/>
              <a:ext cx="2528871" cy="590931"/>
            </a:xfrm>
            <a:prstGeom prst="rect">
              <a:avLst/>
            </a:prstGeom>
            <a:solidFill>
              <a:srgbClr val="CFFF7D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Max Pooling</a:t>
              </a:r>
              <a:endParaRPr/>
            </a:p>
          </p:txBody>
        </p:sp>
        <p:cxnSp>
          <p:nvCxnSpPr>
            <p:cNvPr id="991" name="Google Shape;991;p13"/>
            <p:cNvCxnSpPr/>
            <p:nvPr/>
          </p:nvCxnSpPr>
          <p:spPr>
            <a:xfrm>
              <a:off x="1973737" y="3388134"/>
              <a:ext cx="202904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92" name="Google Shape;992;p13"/>
            <p:cNvCxnSpPr>
              <a:stCxn id="980" idx="2"/>
              <a:endCxn id="987" idx="0"/>
            </p:cNvCxnSpPr>
            <p:nvPr/>
          </p:nvCxnSpPr>
          <p:spPr>
            <a:xfrm>
              <a:off x="2767572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93" name="Google Shape;993;p13"/>
            <p:cNvCxnSpPr>
              <a:stCxn id="987" idx="2"/>
              <a:endCxn id="982" idx="0"/>
            </p:cNvCxnSpPr>
            <p:nvPr/>
          </p:nvCxnSpPr>
          <p:spPr>
            <a:xfrm>
              <a:off x="3561407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94" name="Google Shape;994;p13"/>
            <p:cNvCxnSpPr>
              <a:stCxn id="982" idx="2"/>
              <a:endCxn id="988" idx="0"/>
            </p:cNvCxnSpPr>
            <p:nvPr/>
          </p:nvCxnSpPr>
          <p:spPr>
            <a:xfrm>
              <a:off x="4355242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95" name="Google Shape;995;p13"/>
            <p:cNvCxnSpPr>
              <a:stCxn id="988" idx="2"/>
              <a:endCxn id="989" idx="0"/>
            </p:cNvCxnSpPr>
            <p:nvPr/>
          </p:nvCxnSpPr>
          <p:spPr>
            <a:xfrm>
              <a:off x="5149077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96" name="Google Shape;996;p13"/>
            <p:cNvCxnSpPr>
              <a:stCxn id="989" idx="2"/>
              <a:endCxn id="983" idx="0"/>
            </p:cNvCxnSpPr>
            <p:nvPr/>
          </p:nvCxnSpPr>
          <p:spPr>
            <a:xfrm>
              <a:off x="5942912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97" name="Google Shape;997;p13"/>
            <p:cNvCxnSpPr>
              <a:stCxn id="983" idx="2"/>
              <a:endCxn id="990" idx="0"/>
            </p:cNvCxnSpPr>
            <p:nvPr/>
          </p:nvCxnSpPr>
          <p:spPr>
            <a:xfrm>
              <a:off x="6736747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98" name="Google Shape;998;p13"/>
            <p:cNvCxnSpPr>
              <a:stCxn id="990" idx="2"/>
              <a:endCxn id="984" idx="0"/>
            </p:cNvCxnSpPr>
            <p:nvPr/>
          </p:nvCxnSpPr>
          <p:spPr>
            <a:xfrm>
              <a:off x="7530582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999" name="Google Shape;999;p13"/>
            <p:cNvCxnSpPr>
              <a:stCxn id="984" idx="2"/>
              <a:endCxn id="986" idx="0"/>
            </p:cNvCxnSpPr>
            <p:nvPr/>
          </p:nvCxnSpPr>
          <p:spPr>
            <a:xfrm>
              <a:off x="8324418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000" name="Google Shape;1000;p13"/>
            <p:cNvCxnSpPr>
              <a:stCxn id="986" idx="2"/>
              <a:endCxn id="985" idx="0"/>
            </p:cNvCxnSpPr>
            <p:nvPr/>
          </p:nvCxnSpPr>
          <p:spPr>
            <a:xfrm>
              <a:off x="9118253" y="3440552"/>
              <a:ext cx="2028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001" name="Google Shape;1001;p13"/>
          <p:cNvSpPr/>
          <p:nvPr/>
        </p:nvSpPr>
        <p:spPr>
          <a:xfrm>
            <a:off x="6627013" y="13156532"/>
            <a:ext cx="23138707" cy="324361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dk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3"/>
          <p:cNvSpPr/>
          <p:nvPr/>
        </p:nvSpPr>
        <p:spPr>
          <a:xfrm>
            <a:off x="2246998" y="16284635"/>
            <a:ext cx="5023910" cy="195112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更一般化</a:t>
            </a:r>
            <a:br>
              <a:rPr lang="en-US" sz="4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(More Generalized)</a:t>
            </a:r>
            <a:endParaRPr sz="4000" dirty="0">
              <a:solidFill>
                <a:schemeClr val="bg1"/>
              </a:solidFill>
            </a:endParaRPr>
          </a:p>
        </p:txBody>
      </p:sp>
      <p:sp>
        <p:nvSpPr>
          <p:cNvPr id="1003" name="Google Shape;1003;p13"/>
          <p:cNvSpPr/>
          <p:nvPr/>
        </p:nvSpPr>
        <p:spPr>
          <a:xfrm>
            <a:off x="29175952" y="15874169"/>
            <a:ext cx="5023910" cy="195112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更專業化</a:t>
            </a:r>
            <a:br>
              <a:rPr lang="en-US" sz="4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(More Specialized)</a:t>
            </a:r>
            <a:endParaRPr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4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en-US" sz="7200" b="1" cap="none" dirty="0" err="1">
                <a:latin typeface="Arial"/>
                <a:ea typeface="Arial"/>
                <a:cs typeface="Arial"/>
                <a:sym typeface="Arial"/>
              </a:rPr>
              <a:t>遷移學習</a:t>
            </a:r>
            <a:r>
              <a:rPr lang="en-US" sz="7200" b="1" cap="none" dirty="0">
                <a:latin typeface="Arial"/>
                <a:ea typeface="Arial"/>
                <a:cs typeface="Arial"/>
                <a:sym typeface="Arial"/>
              </a:rPr>
              <a:t>(Transfer Learning)</a:t>
            </a:r>
            <a:br>
              <a:rPr lang="en-US" sz="7200" b="1" cap="none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1010" name="Google Shape;1010;p14"/>
          <p:cNvSpPr txBox="1">
            <a:spLocks noGrp="1"/>
          </p:cNvSpPr>
          <p:nvPr>
            <p:ph type="body" idx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</a:pPr>
            <a:r>
              <a:rPr lang="en-US" sz="4800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凍結模型</a:t>
            </a:r>
            <a:r>
              <a:rPr lang="en-US" sz="4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(Freezing the Model )？</a:t>
            </a:r>
            <a:br>
              <a:rPr lang="en-US" sz="48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pic>
        <p:nvPicPr>
          <p:cNvPr id="1011" name="Google Shape;1011;p14" descr="Close-up of a real snowflake"/>
          <p:cNvPicPr preferRelativeResize="0"/>
          <p:nvPr/>
        </p:nvPicPr>
        <p:blipFill rotWithShape="1">
          <a:blip r:embed="rId3">
            <a:alphaModFix/>
          </a:blip>
          <a:srcRect t="16791" b="18376"/>
          <a:stretch/>
        </p:blipFill>
        <p:spPr>
          <a:xfrm>
            <a:off x="2514600" y="4846320"/>
            <a:ext cx="31546800" cy="13651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5"/>
          <p:cNvSpPr txBox="1">
            <a:spLocks noGrp="1"/>
          </p:cNvSpPr>
          <p:nvPr>
            <p:ph type="title"/>
          </p:nvPr>
        </p:nvSpPr>
        <p:spPr>
          <a:xfrm>
            <a:off x="2514600" y="0"/>
            <a:ext cx="31546800" cy="2514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lang="en-US" sz="7200" b="1" cap="none" dirty="0" err="1">
                <a:latin typeface="Arial"/>
                <a:ea typeface="Arial"/>
                <a:cs typeface="Arial"/>
                <a:sym typeface="Arial"/>
              </a:rPr>
              <a:t>遷移學習</a:t>
            </a:r>
            <a:r>
              <a:rPr lang="en-US" sz="7200" b="1" cap="none" dirty="0">
                <a:latin typeface="Arial"/>
                <a:ea typeface="Arial"/>
                <a:cs typeface="Arial"/>
                <a:sym typeface="Arial"/>
              </a:rPr>
              <a:t>(Transfer Learning)</a:t>
            </a:r>
            <a:br>
              <a:rPr lang="en-US" sz="7200" b="1" cap="none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pic>
        <p:nvPicPr>
          <p:cNvPr id="1018" name="Google Shape;1018;p15"/>
          <p:cNvPicPr preferRelativeResize="0"/>
          <p:nvPr/>
        </p:nvPicPr>
        <p:blipFill rotWithShape="1">
          <a:blip r:embed="rId3">
            <a:alphaModFix/>
          </a:blip>
          <a:srcRect l="32576" t="31145" r="49999" b="27272"/>
          <a:stretch/>
        </p:blipFill>
        <p:spPr>
          <a:xfrm>
            <a:off x="2355274" y="5103914"/>
            <a:ext cx="8375613" cy="112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15"/>
          <p:cNvPicPr preferRelativeResize="0"/>
          <p:nvPr/>
        </p:nvPicPr>
        <p:blipFill rotWithShape="1">
          <a:blip r:embed="rId4">
            <a:alphaModFix/>
          </a:blip>
          <a:srcRect l="32661" t="29630" r="50474" b="28788"/>
          <a:stretch/>
        </p:blipFill>
        <p:spPr>
          <a:xfrm>
            <a:off x="14010487" y="5103912"/>
            <a:ext cx="8107207" cy="11243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15"/>
          <p:cNvPicPr preferRelativeResize="0"/>
          <p:nvPr/>
        </p:nvPicPr>
        <p:blipFill rotWithShape="1">
          <a:blip r:embed="rId5">
            <a:alphaModFix/>
          </a:blip>
          <a:srcRect l="32387" t="30640" r="50000" b="27778"/>
          <a:stretch/>
        </p:blipFill>
        <p:spPr>
          <a:xfrm>
            <a:off x="25397294" y="5103912"/>
            <a:ext cx="8466653" cy="11243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16"/>
          <p:cNvSpPr txBox="1">
            <a:spLocks noGrp="1"/>
          </p:cNvSpPr>
          <p:nvPr>
            <p:ph type="body" idx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Arial"/>
              <a:buNone/>
            </a:pPr>
            <a:r>
              <a:rPr lang="en-US" sz="9000" b="1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讓我們開始吧</a:t>
            </a:r>
            <a:r>
              <a:rPr lang="en-US" sz="9000" b="1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！</a:t>
            </a:r>
            <a:br>
              <a:rPr lang="en-US" sz="9000" b="1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Title &amp; Bullet">
  <a:themeElements>
    <a:clrScheme name="Custom 1">
      <a:dk1>
        <a:srgbClr val="CDCDCD"/>
      </a:dk1>
      <a:lt1>
        <a:srgbClr val="FFFFFF"/>
      </a:lt1>
      <a:dk2>
        <a:srgbClr val="000000"/>
      </a:dk2>
      <a:lt2>
        <a:srgbClr val="76B900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886</Words>
  <Application>Microsoft Office PowerPoint</Application>
  <PresentationFormat>Custom</PresentationFormat>
  <Paragraphs>149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Questrial</vt:lpstr>
      <vt:lpstr>Roboto Mono</vt:lpstr>
      <vt:lpstr>NVIDIA Sans</vt:lpstr>
      <vt:lpstr>Arial</vt:lpstr>
      <vt:lpstr>NVIDIA Sans Medium</vt:lpstr>
      <vt:lpstr>Noto Sans Symbols</vt:lpstr>
      <vt:lpstr>NVIDIA Sans Light</vt:lpstr>
      <vt:lpstr>FreightSans</vt:lpstr>
      <vt:lpstr>Trebuchet MS</vt:lpstr>
      <vt:lpstr>Title Only</vt:lpstr>
      <vt:lpstr>2_Title &amp; Bullet</vt:lpstr>
      <vt:lpstr>1_Title Only</vt:lpstr>
      <vt:lpstr>深度學習基本原理 (Fundamentals of Deep Learning) </vt:lpstr>
      <vt:lpstr>PowerPoint Presentation</vt:lpstr>
      <vt:lpstr>PowerPoint Presentation</vt:lpstr>
      <vt:lpstr>課程內容回顧 </vt:lpstr>
      <vt:lpstr>PowerPoint Presentation</vt:lpstr>
      <vt:lpstr>預訓練模型(Pre-Trained Models) </vt:lpstr>
      <vt:lpstr>預訓練模型(Pre-Trained Models) </vt:lpstr>
      <vt:lpstr>下一個挑戰 </vt:lpstr>
      <vt:lpstr>PowerPoint Presentation</vt:lpstr>
      <vt:lpstr>下一個挑戰 </vt:lpstr>
      <vt:lpstr>遷移學習(Transfer Learning) </vt:lpstr>
      <vt:lpstr>遷移學習(Transfer Learning) </vt:lpstr>
      <vt:lpstr>Transfer Learning遷移學習(Transfer Learning) </vt:lpstr>
      <vt:lpstr>遷移學習(Transfer Learning) </vt:lpstr>
      <vt:lpstr>遷移學習(Transfer Learning)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Danielle Detering</dc:creator>
  <cp:lastModifiedBy>Herman Wu</cp:lastModifiedBy>
  <cp:revision>2</cp:revision>
  <dcterms:created xsi:type="dcterms:W3CDTF">2023-09-14T23:38:20Z</dcterms:created>
  <dcterms:modified xsi:type="dcterms:W3CDTF">2025-04-06T09:33:52Z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0x01010004CF33B71089DC448F3A861CCE49DD4C</vt:lpwstr>
  </property>
</Properties>
</file>