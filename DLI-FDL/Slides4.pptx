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750" r:id="rId6"/>
    <p:sldMasterId id="2147483782" r:id="rId7"/>
  </p:sldMasterIdLst>
  <p:notesMasterIdLst>
    <p:notesMasterId r:id="rId27"/>
  </p:notesMasterIdLst>
  <p:handoutMasterIdLst>
    <p:handoutMasterId r:id="rId28"/>
  </p:handoutMasterIdLst>
  <p:sldIdLst>
    <p:sldId id="256" r:id="rId8"/>
    <p:sldId id="550145299" r:id="rId9"/>
    <p:sldId id="1078" r:id="rId10"/>
    <p:sldId id="1110" r:id="rId11"/>
    <p:sldId id="550145296" r:id="rId12"/>
    <p:sldId id="1105" r:id="rId13"/>
    <p:sldId id="1111" r:id="rId14"/>
    <p:sldId id="1113" r:id="rId15"/>
    <p:sldId id="1112" r:id="rId16"/>
    <p:sldId id="1151" r:id="rId17"/>
    <p:sldId id="1115" r:id="rId18"/>
    <p:sldId id="550145297" r:id="rId19"/>
    <p:sldId id="1117" r:id="rId20"/>
    <p:sldId id="550145298" r:id="rId21"/>
    <p:sldId id="1122" r:id="rId22"/>
    <p:sldId id="1109" r:id="rId23"/>
    <p:sldId id="1123" r:id="rId24"/>
    <p:sldId id="862" r:id="rId25"/>
    <p:sldId id="550145292" r:id="rId26"/>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B900"/>
    <a:srgbClr val="676767"/>
    <a:srgbClr val="00FF00"/>
    <a:srgbClr val="FF0000"/>
    <a:srgbClr val="FFFFFF"/>
    <a:srgbClr val="D1D1D1"/>
    <a:srgbClr val="C0C0C0"/>
    <a:srgbClr val="B8B8B8"/>
    <a:srgbClr val="151617"/>
    <a:srgbClr val="FAC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045" autoAdjust="0"/>
  </p:normalViewPr>
  <p:slideViewPr>
    <p:cSldViewPr snapToGrid="0">
      <p:cViewPr>
        <p:scale>
          <a:sx n="25" d="100"/>
          <a:sy n="25" d="100"/>
        </p:scale>
        <p:origin x="950" y="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4/6/2025</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4/6/2025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筆記：</a:t>
            </a:r>
          </a:p>
          <a:p>
            <a:endParaRPr/>
          </a:p>
          <a:p>
            <a:endParaRPr/>
          </a:p>
        </p:txBody>
      </p:sp>
      <p:sp>
        <p:nvSpPr>
          <p:cNvPr id="4" name="Slide Number Placeholder 3"/>
          <p:cNvSpPr>
            <a:spLocks noGrp="1"/>
          </p:cNvSpPr>
          <p:nvPr>
            <p:ph type="sldNum" sz="quarter" idx="5"/>
          </p:nvPr>
        </p:nvSpPr>
        <p:spPr/>
        <p:txBody>
          <a:bodyPr/>
          <a:lstStyle/>
          <a:p>
            <a:fld id="{A93AD357-0C40-4436-9D38-C47D60C1C9C1}" type="slidenum">
              <a:rPr lang="en-US" smtClean="0"/>
              <a:pPr/>
              <a:t>1</a:t>
            </a:fld>
            <a:endParaRPr lang="en-US"/>
          </a:p>
        </p:txBody>
      </p:sp>
    </p:spTree>
    <p:extLst>
      <p:ext uri="{BB962C8B-B14F-4D97-AF65-F5344CB8AC3E}">
        <p14:creationId xmlns:p14="http://schemas.microsoft.com/office/powerpoint/2010/main" val="204253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3AD357-0C40-4436-9D38-C47D60C1C9C1}" type="slidenum">
              <a:rPr kumimoji="0" lang="en-US" sz="1200" b="0" i="0" u="none" strike="noStrike" kern="1200" cap="none" spc="0" normalizeH="0" baseline="0" noProof="0" smtClean="0">
                <a:ln>
                  <a:noFill/>
                </a:ln>
                <a:solidFill>
                  <a:prstClr val="black"/>
                </a:solidFill>
                <a:effectLst/>
                <a:uLnTx/>
                <a:uFillTx/>
                <a:latin typeface="NVIDIA Sans" panose="020B0503020203020204" pitchFamily="34" charset="0"/>
                <a:ea typeface="+mn-ea"/>
                <a:cs typeface="NVIDIA Sans" panose="020B0503020203020204" pitchFamily="34" charset="0"/>
                <a:sym typeface="Arial"/>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NVIDIA Sans" panose="020B0503020203020204" pitchFamily="34" charset="0"/>
              <a:ea typeface="+mn-ea"/>
              <a:cs typeface="NVIDIA Sans" panose="020B0503020203020204" pitchFamily="34" charset="0"/>
              <a:sym typeface="Arial"/>
            </a:endParaRPr>
          </a:p>
        </p:txBody>
      </p:sp>
    </p:spTree>
    <p:extLst>
      <p:ext uri="{BB962C8B-B14F-4D97-AF65-F5344CB8AC3E}">
        <p14:creationId xmlns:p14="http://schemas.microsoft.com/office/powerpoint/2010/main" val="83156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dirty="0" err="1"/>
              <a:t>看起來我們的模型正在變得更好。當我們使用卷積神經網路</a:t>
            </a:r>
            <a:r>
              <a:rPr dirty="0"/>
              <a:t>(Convolutional Neural Network)</a:t>
            </a:r>
            <a:r>
              <a:rPr dirty="0" err="1"/>
              <a:t>時，我們的驗證</a:t>
            </a:r>
            <a:r>
              <a:rPr dirty="0"/>
              <a:t>(Validation)</a:t>
            </a:r>
            <a:r>
              <a:rPr dirty="0" err="1"/>
              <a:t>準確度</a:t>
            </a:r>
            <a:r>
              <a:rPr dirty="0"/>
              <a:t>(accuracy)</a:t>
            </a:r>
            <a:r>
              <a:rPr dirty="0" err="1"/>
              <a:t>有所提升，這很棒，但看起來我們的訓練準確度</a:t>
            </a:r>
            <a:r>
              <a:rPr dirty="0"/>
              <a:t>(accuracy)</a:t>
            </a:r>
            <a:r>
              <a:rPr dirty="0" err="1"/>
              <a:t>仍然高於驗證</a:t>
            </a:r>
            <a:r>
              <a:rPr dirty="0"/>
              <a:t>(Validation)</a:t>
            </a:r>
            <a:r>
              <a:rPr dirty="0" err="1"/>
              <a:t>準確度。似乎我們仍然有些過度擬合</a:t>
            </a:r>
            <a:r>
              <a:rPr dirty="0"/>
              <a:t>(overfitting)。</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3</a:t>
            </a:fld>
            <a:endParaRPr lang="en-US"/>
          </a:p>
        </p:txBody>
      </p:sp>
    </p:spTree>
    <p:extLst>
      <p:ext uri="{BB962C8B-B14F-4D97-AF65-F5344CB8AC3E}">
        <p14:creationId xmlns:p14="http://schemas.microsoft.com/office/powerpoint/2010/main" val="2228592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dirty="0" err="1"/>
              <a:t>有時問題不在於模型，而在於資料。關於這點有許多</a:t>
            </a:r>
            <a:r>
              <a:rPr lang="zh-TW" altLang="en-US" dirty="0"/>
              <a:t>諺語</a:t>
            </a:r>
            <a:r>
              <a:rPr dirty="0"/>
              <a:t>：「</a:t>
            </a:r>
            <a:r>
              <a:rPr dirty="0" err="1"/>
              <a:t>垃圾進，垃圾出</a:t>
            </a:r>
            <a:r>
              <a:rPr dirty="0"/>
              <a:t>」、「</a:t>
            </a:r>
            <a:r>
              <a:rPr dirty="0" err="1"/>
              <a:t>豬耳朵做不成絲綢錢包</a:t>
            </a:r>
            <a:r>
              <a:rPr dirty="0"/>
              <a:t>」。</a:t>
            </a:r>
            <a:r>
              <a:rPr dirty="0" err="1"/>
              <a:t>就像我們人類一樣，神經網路</a:t>
            </a:r>
            <a:r>
              <a:rPr dirty="0"/>
              <a:t>(Neural Network)</a:t>
            </a:r>
            <a:r>
              <a:rPr dirty="0" err="1"/>
              <a:t>從範例中學習，如果範例不夠好，模型也無法學習</a:t>
            </a:r>
            <a:r>
              <a:rPr dirty="0"/>
              <a:t>。</a:t>
            </a:r>
          </a:p>
          <a:p>
            <a:endParaRPr dirty="0"/>
          </a:p>
          <a:p>
            <a:r>
              <a:rPr dirty="0"/>
              <a:t>另一個需要考慮的是要有足夠多樣化的範例。例如，讓我們思考教導一個孩子什麼是狗需要什麼。有許多不同種類的狗，不僅是不同品種，即使在同一品種內也有許多變化。大小、顏色、毛髮長度、鼻子大小、尾巴長度...</a:t>
            </a:r>
          </a:p>
          <a:p>
            <a:endParaRPr dirty="0"/>
          </a:p>
          <a:p>
            <a:r>
              <a:rPr dirty="0" err="1"/>
              <a:t>如果我是來自另一個星球的外星人，我可能會驚訝地發現吉娃娃和大丹犬竟然是同一物種</a:t>
            </a:r>
            <a:r>
              <a:rPr dirty="0"/>
              <a:t>！</a:t>
            </a:r>
          </a:p>
          <a:p>
            <a:endParaRPr dirty="0"/>
          </a:p>
          <a:p>
            <a:r>
              <a:rPr dirty="0"/>
              <a:t>同時，我們也應該提供許多不同的關於什麼不是狗的範例。郊狼、狐狸和胡狼都是近親，但嚴格來說它們不是家犬。如果我們只提供一兩個關於什麼是狗和什麼不是狗的範例，我們的模型將無法泛化(generalize)</a:t>
            </a:r>
            <a:r>
              <a:rPr dirty="0" err="1"/>
              <a:t>其對狗的定義</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4</a:t>
            </a:fld>
            <a:endParaRPr lang="en-US"/>
          </a:p>
        </p:txBody>
      </p:sp>
    </p:spTree>
    <p:extLst>
      <p:ext uri="{BB962C8B-B14F-4D97-AF65-F5344CB8AC3E}">
        <p14:creationId xmlns:p14="http://schemas.microsoft.com/office/powerpoint/2010/main" val="1702256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5</a:t>
            </a:fld>
            <a:endParaRPr lang="en-US"/>
          </a:p>
        </p:txBody>
      </p:sp>
    </p:spTree>
    <p:extLst>
      <p:ext uri="{BB962C8B-B14F-4D97-AF65-F5344CB8AC3E}">
        <p14:creationId xmlns:p14="http://schemas.microsoft.com/office/powerpoint/2010/main" val="2238242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dirty="0" err="1"/>
              <a:t>使用電腦視覺機器學習模型的一個很好的特性是，如果我們小心操作，我們可以增強</a:t>
            </a:r>
            <a:r>
              <a:rPr lang="en-US" dirty="0"/>
              <a:t>(augment)</a:t>
            </a:r>
            <a:r>
              <a:rPr dirty="0"/>
              <a:t>我們的資料來提供更多範例。如果你曾經花時間數位修改照片，我們將使用許多在Photoshop或Gimp中找到的相同工具來擴展我們的資料集。</a:t>
            </a:r>
          </a:p>
          <a:p>
            <a:endParaRPr dirty="0"/>
          </a:p>
          <a:p>
            <a:r>
              <a:rPr dirty="0" err="1"/>
              <a:t>例如，即使我改變了彈珠照片中的色調（顏色表示</a:t>
            </a:r>
            <a:r>
              <a:rPr dirty="0"/>
              <a:t>），</a:t>
            </a:r>
            <a:r>
              <a:rPr dirty="0" err="1"/>
              <a:t>我們仍然可以辨認出那是一顆彈珠。許多機器學習</a:t>
            </a:r>
            <a:r>
              <a:rPr dirty="0"/>
              <a:t>(Machine Learning)</a:t>
            </a:r>
            <a:r>
              <a:rPr dirty="0" err="1"/>
              <a:t>框架已經內建了修改照片的工具。我們將介紹一些可用的技巧</a:t>
            </a:r>
            <a:r>
              <a:rPr dirty="0"/>
              <a:t>。</a:t>
            </a:r>
          </a:p>
          <a:p>
            <a:endParaRPr dirty="0"/>
          </a:p>
          <a:p>
            <a:r>
              <a:rPr dirty="0"/>
              <a:t>當然，這些技巧並非在所有情況下都適用。根據我們訓練模型的目的，我們可能會讓它感到困惑。假設我們正在製作一個識別花朵的模型。顏色可能是關鍵資訊，所以像我上面所做的改變顏色可能最終會適得其反。</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6</a:t>
            </a:fld>
            <a:endParaRPr lang="en-US"/>
          </a:p>
        </p:txBody>
      </p:sp>
    </p:spTree>
    <p:extLst>
      <p:ext uri="{BB962C8B-B14F-4D97-AF65-F5344CB8AC3E}">
        <p14:creationId xmlns:p14="http://schemas.microsoft.com/office/powerpoint/2010/main" val="1641333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讓我們從圖像翻轉</a:t>
            </a:r>
            <a:r>
              <a:rPr lang="en-US" dirty="0"/>
              <a:t>(Image flipping)</a:t>
            </a:r>
            <a:r>
              <a:rPr dirty="0" err="1"/>
              <a:t>開始。在這種情況下，我們可以想像我們的照片印在一張紙上，我們只是翻轉那張紙</a:t>
            </a:r>
            <a:r>
              <a:rPr dirty="0"/>
              <a:t>。</a:t>
            </a:r>
          </a:p>
          <a:p>
            <a:endParaRPr dirty="0"/>
          </a:p>
          <a:p>
            <a:r>
              <a:rPr dirty="0"/>
              <a:t>但要注意，翻轉圖像資料集可能並不總是適當的。有趣的事實：除了少數例外，美國手語中的大多數詞彙可以根據你是右手或左手而鏡像翻轉。https://www.handspeak.com/learn/</a:t>
            </a:r>
            <a:r>
              <a:rPr dirty="0" err="1"/>
              <a:t>index.php?id</a:t>
            </a:r>
            <a:r>
              <a:rPr dirty="0"/>
              <a:t>=98，所以水平翻轉對我們的資料集是適當的。另一方面，垂直翻轉可能不太有效，因為人們在打手語時通常不會上下顛倒。</a:t>
            </a:r>
          </a:p>
          <a:p>
            <a:endParaRPr dirty="0"/>
          </a:p>
          <a:p>
            <a:r>
              <a:rPr dirty="0"/>
              <a:t>我們也可以想想我們的mnist資料集。如果我們同時垂直和水平翻轉我們的數字6，它們看起來就像數字9，這會不必要地讓我們的模型感到困惑。</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7</a:t>
            </a:fld>
            <a:endParaRPr lang="en-US"/>
          </a:p>
        </p:txBody>
      </p:sp>
    </p:spTree>
    <p:extLst>
      <p:ext uri="{BB962C8B-B14F-4D97-AF65-F5344CB8AC3E}">
        <p14:creationId xmlns:p14="http://schemas.microsoft.com/office/powerpoint/2010/main" val="7683091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TW" altLang="en-US" dirty="0"/>
              <a:t>另</a:t>
            </a:r>
            <a:r>
              <a:rPr dirty="0" err="1"/>
              <a:t>一個相關的是旋轉。我們仍然可以想像我們的紙張，但現在我們正在旋轉它。這對美國手語適合嗎</a:t>
            </a:r>
            <a:r>
              <a:rPr dirty="0"/>
              <a:t>？</a:t>
            </a:r>
          </a:p>
          <a:p>
            <a:endParaRPr dirty="0"/>
          </a:p>
          <a:p>
            <a:r>
              <a:rPr dirty="0"/>
              <a:t>在合理範圍內。根據我自己的姿勢檢查，100%的時間都保持完全相同的位置是相當困難的，但我們也可能預期，以90度角打手語會顯得非常不合適。</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8</a:t>
            </a:fld>
            <a:endParaRPr lang="en-US"/>
          </a:p>
        </p:txBody>
      </p:sp>
    </p:spTree>
    <p:extLst>
      <p:ext uri="{BB962C8B-B14F-4D97-AF65-F5344CB8AC3E}">
        <p14:creationId xmlns:p14="http://schemas.microsoft.com/office/powerpoint/2010/main" val="3877697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事實上，這些工具很容易</a:t>
            </a:r>
            <a:r>
              <a:rPr lang="zh-TW" altLang="en-US" dirty="0"/>
              <a:t>不小心使用過量</a:t>
            </a:r>
            <a:r>
              <a:rPr dirty="0"/>
              <a:t>。</a:t>
            </a:r>
            <a:r>
              <a:rPr dirty="0" err="1"/>
              <a:t>讓我們</a:t>
            </a:r>
            <a:r>
              <a:rPr lang="zh-TW" altLang="en-US" dirty="0"/>
              <a:t>以</a:t>
            </a:r>
            <a:r>
              <a:rPr dirty="0" err="1"/>
              <a:t>縮放</a:t>
            </a:r>
            <a:r>
              <a:rPr lang="en-US" altLang="zh-TW" dirty="0"/>
              <a:t>(</a:t>
            </a:r>
            <a:r>
              <a:rPr lang="en-US" dirty="0"/>
              <a:t>Zooming</a:t>
            </a:r>
            <a:r>
              <a:rPr lang="en-US" altLang="zh-TW" dirty="0"/>
              <a:t>)</a:t>
            </a:r>
            <a:r>
              <a:rPr lang="zh-TW" altLang="en-US" dirty="0"/>
              <a:t>做例子</a:t>
            </a:r>
            <a:r>
              <a:rPr dirty="0"/>
              <a:t>。</a:t>
            </a:r>
            <a:r>
              <a:rPr dirty="0" err="1"/>
              <a:t>如果</a:t>
            </a:r>
            <a:r>
              <a:rPr lang="en-US" dirty="0" err="1"/>
              <a:t>回到剛才</a:t>
            </a:r>
            <a:r>
              <a:rPr dirty="0" err="1"/>
              <a:t>紙張的比喻，我們可以想像我們正在把紙張拿得更靠近我們的臉</a:t>
            </a:r>
            <a:r>
              <a:rPr dirty="0"/>
              <a:t>。</a:t>
            </a:r>
          </a:p>
          <a:p>
            <a:endParaRPr dirty="0"/>
          </a:p>
          <a:p>
            <a:r>
              <a:rPr dirty="0" err="1"/>
              <a:t>這裡我們有我們的彈珠</a:t>
            </a:r>
            <a:r>
              <a:rPr lang="zh-TW" altLang="en-US" dirty="0"/>
              <a:t>的圖片</a:t>
            </a:r>
            <a:r>
              <a:rPr dirty="0"/>
              <a:t>，</a:t>
            </a:r>
            <a:r>
              <a:rPr dirty="0" err="1"/>
              <a:t>我們從左到右，從上到下越來越放大它。對於前兩三</a:t>
            </a:r>
            <a:r>
              <a:rPr lang="zh-TW" altLang="en-US" dirty="0"/>
              <a:t>張</a:t>
            </a:r>
            <a:r>
              <a:rPr dirty="0"/>
              <a:t>，是的，我們仍然可以辨認出那是一顆彈珠，但特別是到第四個，我們開始失去太多資訊而無法正確識別它。</a:t>
            </a:r>
          </a:p>
          <a:p>
            <a:endParaRPr dirty="0"/>
          </a:p>
          <a:p>
            <a:r>
              <a:rPr dirty="0" err="1"/>
              <a:t>我們通常只會放大我們的圖片，因為如果我們縮小，我們會需要在邊緣周圍添加某種填充</a:t>
            </a:r>
            <a:r>
              <a:rPr dirty="0"/>
              <a:t>(Padding)</a:t>
            </a:r>
            <a:r>
              <a:rPr dirty="0" err="1"/>
              <a:t>以保持圖片的像素數量不變</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9</a:t>
            </a:fld>
            <a:endParaRPr lang="en-US"/>
          </a:p>
        </p:txBody>
      </p:sp>
    </p:spTree>
    <p:extLst>
      <p:ext uri="{BB962C8B-B14F-4D97-AF65-F5344CB8AC3E}">
        <p14:creationId xmlns:p14="http://schemas.microsoft.com/office/powerpoint/2010/main" val="564232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然而，當我們放大時，我們可以追蹤視野外的像素，以便進行一些平移。另一個</a:t>
            </a:r>
            <a:r>
              <a:rPr lang="zh-TW" altLang="en-US" dirty="0"/>
              <a:t>說法</a:t>
            </a:r>
            <a:r>
              <a:rPr dirty="0"/>
              <a:t>是「</a:t>
            </a:r>
            <a:r>
              <a:rPr lang="zh-TW" altLang="en-US" dirty="0"/>
              <a:t>轉換</a:t>
            </a:r>
            <a:r>
              <a:rPr dirty="0"/>
              <a:t>」(translate)。</a:t>
            </a:r>
            <a:r>
              <a:rPr dirty="0" err="1"/>
              <a:t>我們只是將我們的圖像向左或向右（水平）和向上或向下（垂直）移動</a:t>
            </a:r>
            <a:r>
              <a:rPr dirty="0"/>
              <a:t>。</a:t>
            </a:r>
          </a:p>
          <a:p>
            <a:endParaRPr dirty="0"/>
          </a:p>
          <a:p>
            <a:r>
              <a:rPr dirty="0" err="1"/>
              <a:t>在中間這裡，我們已經放大了我們的彈珠。每個周圍的圖片都有相同的縮放比例，但已經向上、向右、向下或向左移動</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10</a:t>
            </a:fld>
            <a:endParaRPr lang="en-US"/>
          </a:p>
        </p:txBody>
      </p:sp>
    </p:spTree>
    <p:extLst>
      <p:ext uri="{BB962C8B-B14F-4D97-AF65-F5344CB8AC3E}">
        <p14:creationId xmlns:p14="http://schemas.microsoft.com/office/powerpoint/2010/main" val="20718402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err="1"/>
              <a:t>所有這些我們可以在物理維度上扭曲圖像的方式都有一個基本概念叫做</a:t>
            </a:r>
            <a:r>
              <a:rPr lang="zh-TW" altLang="en-US" dirty="0"/>
              <a:t>平面投影轉換</a:t>
            </a:r>
            <a:r>
              <a:rPr lang="en-US" altLang="zh-TW" dirty="0"/>
              <a:t>(</a:t>
            </a:r>
            <a:r>
              <a:rPr lang="en-US" dirty="0" err="1"/>
              <a:t>Homography</a:t>
            </a:r>
            <a:r>
              <a:rPr lang="en-US" dirty="0"/>
              <a:t>)</a:t>
            </a:r>
            <a:r>
              <a:rPr dirty="0"/>
              <a:t>。我</a:t>
            </a:r>
            <a:r>
              <a:rPr lang="zh-TW" altLang="en-US" dirty="0"/>
              <a:t>們提供</a:t>
            </a:r>
            <a:r>
              <a:rPr dirty="0" err="1"/>
              <a:t>一篇OpenCV文章</a:t>
            </a:r>
            <a:r>
              <a:rPr lang="zh-TW" altLang="en-US" dirty="0"/>
              <a:t>的連結</a:t>
            </a:r>
            <a:r>
              <a:rPr dirty="0"/>
              <a:t>，</a:t>
            </a:r>
            <a:r>
              <a:rPr dirty="0" err="1"/>
              <a:t>更詳細地解釋了背後的數學，但這裡是</a:t>
            </a:r>
            <a:r>
              <a:rPr lang="zh-TW" altLang="en-US" dirty="0"/>
              <a:t>簡化</a:t>
            </a:r>
            <a:r>
              <a:rPr dirty="0"/>
              <a:t>版本。我們可以想像我們有一個相機和一個圖像，根據我們相機的位置和圖像的位置，我們可以在三維空間中投影我們的圖像。我們可以通過一些矩陣乘法來完成所有這些，非常巧妙！</a:t>
            </a:r>
          </a:p>
          <a:p>
            <a:endParaRPr dirty="0"/>
          </a:p>
          <a:p>
            <a:r>
              <a:rPr dirty="0"/>
              <a:t>https://docs.opencv.org/master/d9/dab/tutorial_homography.html</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11</a:t>
            </a:fld>
            <a:endParaRPr lang="en-US"/>
          </a:p>
        </p:txBody>
      </p:sp>
    </p:spTree>
    <p:extLst>
      <p:ext uri="{BB962C8B-B14F-4D97-AF65-F5344CB8AC3E}">
        <p14:creationId xmlns:p14="http://schemas.microsoft.com/office/powerpoint/2010/main" val="3594481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除了物理移動我們的圖像，還有其他方法。我們也可以調整像素值。這裡我們有一些亮度的例子。這對於真實世界的圖像來說是一個很好的考慮因素，因為除非照片是專業拍攝的，否則照明很可能不會保持一致。</a:t>
            </a:r>
          </a:p>
          <a:p>
            <a:endParaRPr dirty="0"/>
          </a:p>
          <a:p>
            <a:r>
              <a:rPr dirty="0" err="1"/>
              <a:t>只是不要過度使用亮度調整器。如果太暗或太亮，我們將無法看到圖像</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12</a:t>
            </a:fld>
            <a:endParaRPr lang="en-US"/>
          </a:p>
        </p:txBody>
      </p:sp>
    </p:spTree>
    <p:extLst>
      <p:ext uri="{BB962C8B-B14F-4D97-AF65-F5344CB8AC3E}">
        <p14:creationId xmlns:p14="http://schemas.microsoft.com/office/powerpoint/2010/main" val="3135821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到目前為止，我們一直在處理灰階圖像，但很快，我們將處理彩色圖像。彩色圖像是3D物件，第三個維度現在代表不同的顏色通道(channel)，</a:t>
            </a:r>
            <a:r>
              <a:rPr dirty="0" err="1"/>
              <a:t>如紅色、綠色和藍色（RGB</a:t>
            </a:r>
            <a:r>
              <a:rPr dirty="0"/>
              <a:t>）。</a:t>
            </a:r>
            <a:r>
              <a:rPr dirty="0" err="1"/>
              <a:t>這些不同通道</a:t>
            </a:r>
            <a:r>
              <a:rPr dirty="0"/>
              <a:t>(channel)</a:t>
            </a:r>
            <a:r>
              <a:rPr dirty="0" err="1"/>
              <a:t>中的每一個都有自己獨立的值，例如，如果紅色通道</a:t>
            </a:r>
            <a:r>
              <a:rPr dirty="0"/>
              <a:t>(channel)是255，綠色是0，藍色是0，那麼像素將是紅色的。紅色125，綠色0，藍色255會產生一種紫色。也有非顏色通道(channel)，</a:t>
            </a:r>
            <a:r>
              <a:rPr dirty="0" err="1"/>
              <a:t>如RGBA中的alpha，代表透明度</a:t>
            </a:r>
            <a:r>
              <a:rPr dirty="0"/>
              <a:t>。</a:t>
            </a:r>
          </a:p>
          <a:p>
            <a:endParaRPr dirty="0"/>
          </a:p>
          <a:p>
            <a:r>
              <a:rPr dirty="0" err="1"/>
              <a:t>通道</a:t>
            </a:r>
            <a:r>
              <a:rPr dirty="0"/>
              <a:t>(channel)</a:t>
            </a:r>
            <a:r>
              <a:rPr lang="zh-TW" altLang="en-US" dirty="0"/>
              <a:t>位</a:t>
            </a:r>
            <a:r>
              <a:rPr dirty="0" err="1"/>
              <a:t>移會在這些通道</a:t>
            </a:r>
            <a:r>
              <a:rPr dirty="0"/>
              <a:t>(channel)</a:t>
            </a:r>
            <a:r>
              <a:rPr dirty="0" err="1"/>
              <a:t>中的每個像素上添加或減去一個隨機數量</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13</a:t>
            </a:fld>
            <a:endParaRPr lang="en-US"/>
          </a:p>
        </p:txBody>
      </p:sp>
    </p:spTree>
    <p:extLst>
      <p:ext uri="{BB962C8B-B14F-4D97-AF65-F5344CB8AC3E}">
        <p14:creationId xmlns:p14="http://schemas.microsoft.com/office/powerpoint/2010/main" val="27635181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在我們進入下一部分之前</a:t>
            </a:r>
            <a:r>
              <a:rPr dirty="0"/>
              <a:t>，</a:t>
            </a:r>
            <a:r>
              <a:rPr lang="zh-TW" altLang="en-US" dirty="0"/>
              <a:t>先做一個總結</a:t>
            </a:r>
            <a:r>
              <a:rPr dirty="0"/>
              <a:t>。</a:t>
            </a:r>
            <a:r>
              <a:rPr dirty="0" err="1"/>
              <a:t>我們從原始的彈珠圖像中得到了多少張圖片</a:t>
            </a:r>
            <a:r>
              <a:rPr dirty="0"/>
              <a:t>？（據我計算，包括裁剪的圖片，共有39張）。</a:t>
            </a:r>
            <a:r>
              <a:rPr dirty="0" err="1"/>
              <a:t>這是獲取更多資料的極其強大的方法</a:t>
            </a:r>
            <a:r>
              <a:rPr dirty="0"/>
              <a:t>。</a:t>
            </a:r>
            <a:br>
              <a:rPr lang="en-US" dirty="0"/>
            </a:br>
            <a:r>
              <a:rPr dirty="0" err="1"/>
              <a:t>專業提示</a:t>
            </a:r>
            <a:r>
              <a:rPr lang="en-US" altLang="zh-TW" dirty="0"/>
              <a:t>(</a:t>
            </a:r>
            <a:r>
              <a:rPr lang="en-US" dirty="0"/>
              <a:t>Pro tip</a:t>
            </a:r>
            <a:r>
              <a:rPr lang="en-US" altLang="zh-TW" dirty="0"/>
              <a:t>)</a:t>
            </a:r>
            <a:r>
              <a:rPr dirty="0"/>
              <a:t>：從我們的隨機圖像生成器中隨機取樣圖像。如果人眼無法解釋這些圖像，那麼電腦也很可能會有困難。</a:t>
            </a:r>
          </a:p>
          <a:p>
            <a:endParaRPr dirty="0"/>
          </a:p>
          <a:p>
            <a:r>
              <a:rPr dirty="0" err="1"/>
              <a:t>好的，在進入</a:t>
            </a:r>
            <a:r>
              <a:rPr lang="zh-TW" altLang="en-US" dirty="0"/>
              <a:t>實作練習</a:t>
            </a:r>
            <a:r>
              <a:rPr dirty="0" err="1"/>
              <a:t>之前的最後一個</a:t>
            </a:r>
            <a:r>
              <a:rPr lang="zh-TW" altLang="en-US" dirty="0"/>
              <a:t>部分</a:t>
            </a:r>
            <a:r>
              <a:rPr dirty="0"/>
              <a:t>，</a:t>
            </a:r>
            <a:r>
              <a:rPr dirty="0" err="1"/>
              <a:t>那就是模型部署</a:t>
            </a:r>
            <a:r>
              <a:rPr dirty="0"/>
              <a:t>(model deployment)。</a:t>
            </a:r>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14</a:t>
            </a:fld>
            <a:endParaRPr lang="en-US"/>
          </a:p>
        </p:txBody>
      </p:sp>
    </p:spTree>
    <p:extLst>
      <p:ext uri="{BB962C8B-B14F-4D97-AF65-F5344CB8AC3E}">
        <p14:creationId xmlns:p14="http://schemas.microsoft.com/office/powerpoint/2010/main" val="1928978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dirty="0"/>
              <a:t>我們的模型期望特定的輸入維度，但很可能當我們在生產環境（真實世界）中部署我們的模型時，我們從用戶那裡獲得的資料格式與我們訓練時的格式不同。</a:t>
            </a:r>
          </a:p>
          <a:p>
            <a:endParaRPr dirty="0"/>
          </a:p>
          <a:p>
            <a:endParaRPr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E02D639A-AF38-4D9A-897E-57859A70BDEB}" type="slidenum">
              <a:rPr kumimoji="0" lang="en-US" sz="1100" b="0" i="0" u="none" strike="noStrike" kern="1200" cap="none" spc="0" normalizeH="0" baseline="0" noProof="0" smtClean="0">
                <a:ln>
                  <a:noFill/>
                </a:ln>
                <a:solidFill>
                  <a:prstClr val="black"/>
                </a:solidFill>
                <a:effectLst/>
                <a:uLnTx/>
                <a:uFillTx/>
                <a:latin typeface="Trebuchet MS" pitchFamily="34" charset="0"/>
                <a:ea typeface="ＭＳ Ｐゴシック" pitchFamily="-16"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15</a:t>
            </a:fld>
            <a:endParaRPr kumimoji="0" lang="en-US" sz="1100" b="0" i="0" u="none" strike="noStrike" kern="1200" cap="none" spc="0" normalizeH="0" baseline="0" noProof="0">
              <a:ln>
                <a:noFill/>
              </a:ln>
              <a:solidFill>
                <a:prstClr val="black"/>
              </a:solidFill>
              <a:effectLst/>
              <a:uLnTx/>
              <a:uFillTx/>
              <a:latin typeface="Trebuchet MS" pitchFamily="34" charset="0"/>
              <a:ea typeface="ＭＳ Ｐゴシック" pitchFamily="-16" charset="-128"/>
              <a:cs typeface="+mn-cs"/>
            </a:endParaRPr>
          </a:p>
        </p:txBody>
      </p:sp>
    </p:spTree>
    <p:extLst>
      <p:ext uri="{BB962C8B-B14F-4D97-AF65-F5344CB8AC3E}">
        <p14:creationId xmlns:p14="http://schemas.microsoft.com/office/powerpoint/2010/main" val="529074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此外，Keras模型通常假設訓練</a:t>
            </a:r>
            <a:r>
              <a:rPr lang="zh-TW" altLang="en-US" dirty="0"/>
              <a:t>是一個個</a:t>
            </a:r>
            <a:r>
              <a:rPr dirty="0" err="1"/>
              <a:t>批次，這意味著它一次學習多個圖像</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16</a:t>
            </a:fld>
            <a:endParaRPr lang="en-US"/>
          </a:p>
        </p:txBody>
      </p:sp>
    </p:spTree>
    <p:extLst>
      <p:ext uri="{BB962C8B-B14F-4D97-AF65-F5344CB8AC3E}">
        <p14:creationId xmlns:p14="http://schemas.microsoft.com/office/powerpoint/2010/main" val="3821252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如果我們想要預測的資料是一張與我們模型期望形狀不同的單一圖像，沒問題。我們可以調整圖像大小，以獲得正確的寬度和高度。如果我們的圖像是彩色的，而我們的模型是在灰階上訓練的，有工具可以進行轉換。另一種方法是取紅色、綠色和藍色通道(channel)</a:t>
            </a:r>
            <a:r>
              <a:rPr dirty="0" err="1"/>
              <a:t>之間的平均值。在圖像處理中將RGB圖像轉換為灰階的流行方法是使用亮度</a:t>
            </a:r>
            <a:r>
              <a:rPr lang="en-US" dirty="0"/>
              <a:t>(luminance)</a:t>
            </a:r>
            <a:r>
              <a:rPr dirty="0"/>
              <a:t>，</a:t>
            </a:r>
            <a:r>
              <a:rPr dirty="0" err="1"/>
              <a:t>它將所有三個顏色通道</a:t>
            </a:r>
            <a:r>
              <a:rPr dirty="0"/>
              <a:t>(channel)</a:t>
            </a:r>
            <a:r>
              <a:rPr dirty="0" err="1"/>
              <a:t>組合成一個代表值</a:t>
            </a:r>
            <a:r>
              <a:rPr dirty="0"/>
              <a:t>。</a:t>
            </a:r>
          </a:p>
          <a:p>
            <a:endParaRPr dirty="0"/>
          </a:p>
          <a:p>
            <a:r>
              <a:rPr dirty="0" err="1"/>
              <a:t>最後，要將其從單一圖像轉換為批次，我們可以在第一個維度上添加一個新的軸。這只是一種花哨的說法</a:t>
            </a:r>
            <a:r>
              <a:rPr dirty="0"/>
              <a:t>，</a:t>
            </a:r>
            <a:r>
              <a:rPr lang="zh-TW" altLang="en-US" dirty="0"/>
              <a:t>意思是</a:t>
            </a:r>
            <a:r>
              <a:rPr dirty="0" err="1"/>
              <a:t>我們要在我們的圖像外面添加</a:t>
            </a:r>
            <a:r>
              <a:rPr lang="en-US" dirty="0" err="1"/>
              <a:t>"</a:t>
            </a:r>
            <a:r>
              <a:rPr dirty="0" err="1"/>
              <a:t>一對新的括號</a:t>
            </a:r>
            <a:r>
              <a:rPr lang="en-US" dirty="0"/>
              <a:t>"</a:t>
            </a:r>
            <a:r>
              <a:rPr dirty="0"/>
              <a:t>。</a:t>
            </a:r>
          </a:p>
          <a:p>
            <a:endParaRPr dirty="0"/>
          </a:p>
          <a:p>
            <a:endParaRPr dirty="0"/>
          </a:p>
        </p:txBody>
      </p:sp>
      <p:sp>
        <p:nvSpPr>
          <p:cNvPr id="4" name="Slide Number Placeholder 3"/>
          <p:cNvSpPr>
            <a:spLocks noGrp="1"/>
          </p:cNvSpPr>
          <p:nvPr>
            <p:ph type="sldNum" sz="quarter" idx="5"/>
          </p:nvPr>
        </p:nvSpPr>
        <p:spPr/>
        <p:txBody>
          <a:bodyPr/>
          <a:lstStyle/>
          <a:p>
            <a:pPr>
              <a:defRPr/>
            </a:pPr>
            <a:fld id="{E02D639A-AF38-4D9A-897E-57859A70BDEB}" type="slidenum">
              <a:rPr lang="en-US" smtClean="0"/>
              <a:pPr>
                <a:defRPr/>
              </a:pPr>
              <a:t>17</a:t>
            </a:fld>
            <a:endParaRPr lang="en-US"/>
          </a:p>
        </p:txBody>
      </p:sp>
    </p:spTree>
    <p:extLst>
      <p:ext uri="{BB962C8B-B14F-4D97-AF65-F5344CB8AC3E}">
        <p14:creationId xmlns:p14="http://schemas.microsoft.com/office/powerpoint/2010/main" val="849262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endParaRPr dirty="0"/>
          </a:p>
        </p:txBody>
      </p:sp>
      <p:sp>
        <p:nvSpPr>
          <p:cNvPr id="4" name="Slide Number Placeholder 3"/>
          <p:cNvSpPr>
            <a:spLocks noGrp="1"/>
          </p:cNvSpPr>
          <p:nvPr>
            <p:ph type="sldNum" sz="quarter" idx="10"/>
          </p:nvPr>
        </p:nvSpPr>
        <p:spPr/>
        <p:txBody>
          <a:bodyPr/>
          <a:lstStyle/>
          <a:p>
            <a:pPr>
              <a:defRPr/>
            </a:pPr>
            <a:fld id="{E02D639A-AF38-4D9A-897E-57859A70BDEB}" type="slidenum">
              <a:rPr lang="en-US" smtClean="0"/>
              <a:pPr>
                <a:defRPr/>
              </a:pPr>
              <a:t>18</a:t>
            </a:fld>
            <a:endParaRPr lang="en-US"/>
          </a:p>
        </p:txBody>
      </p:sp>
    </p:spTree>
    <p:extLst>
      <p:ext uri="{BB962C8B-B14F-4D97-AF65-F5344CB8AC3E}">
        <p14:creationId xmlns:p14="http://schemas.microsoft.com/office/powerpoint/2010/main" val="594899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701040" y="4415790"/>
            <a:ext cx="5608320" cy="4183380"/>
          </a:xfrm>
          <a:prstGeom prst="rect">
            <a:avLst/>
          </a:prstGeom>
          <a:noFill/>
          <a:ln>
            <a:noFill/>
          </a:ln>
        </p:spPr>
        <p:txBody>
          <a:bodyPr spcFirstLastPara="1" wrap="square" lIns="93175" tIns="46575" rIns="93175" bIns="46575" anchor="t" anchorCtr="0">
            <a:noAutofit/>
          </a:bodyPr>
          <a:lstStyle/>
          <a:p>
            <a:r>
              <a:t>筆記：</a:t>
            </a:r>
          </a:p>
        </p:txBody>
      </p:sp>
      <p:sp>
        <p:nvSpPr>
          <p:cNvPr id="513" name="Google Shape;513;p20:notes"/>
          <p:cNvSpPr txBox="1">
            <a:spLocks noGrp="1"/>
          </p:cNvSpPr>
          <p:nvPr>
            <p:ph type="sldNum" idx="12"/>
          </p:nvPr>
        </p:nvSpPr>
        <p:spPr>
          <a:xfrm>
            <a:off x="3663170" y="8829967"/>
            <a:ext cx="3037840" cy="464820"/>
          </a:xfrm>
          <a:prstGeom prst="rect">
            <a:avLst/>
          </a:prstGeom>
          <a:noFill/>
          <a:ln>
            <a:noFill/>
          </a:ln>
        </p:spPr>
        <p:txBody>
          <a:bodyPr spcFirstLastPara="1" wrap="square" lIns="93175" tIns="46575" rIns="93175" bIns="46575" anchor="ctr" anchorCtr="0">
            <a:noAutofit/>
          </a:bodyPr>
          <a:lstStyle/>
          <a:p>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1200" cap="none" spc="0" normalizeH="0" baseline="0" noProof="0">
                <a:ln>
                  <a:noFill/>
                </a:ln>
                <a:solidFill>
                  <a:prstClr val="black"/>
                </a:solidFill>
                <a:effectLst/>
                <a:uLnTx/>
                <a:uFillTx/>
                <a:latin typeface="Trebuchet MS"/>
                <a:ea typeface="Trebuchet MS"/>
                <a:cs typeface="Trebuchet MS"/>
                <a:sym typeface="Trebuchet MS"/>
              </a:rPr>
              <a:pPr marL="0" marR="0" lvl="0" indent="0" algn="r" defTabSz="457200" rtl="0" eaLnBrk="1" fontAlgn="base" latinLnBrk="0" hangingPunct="1">
                <a:lnSpc>
                  <a:spcPct val="100000"/>
                </a:lnSpc>
                <a:spcBef>
                  <a:spcPts val="0"/>
                </a:spcBef>
                <a:spcAft>
                  <a:spcPts val="0"/>
                </a:spcAft>
                <a:buClr>
                  <a:srgbClr val="000000"/>
                </a:buClr>
                <a:buSzPts val="1100"/>
                <a:buFont typeface="Arial"/>
                <a:buNone/>
                <a:tabLst/>
                <a:defRPr/>
              </a:pPr>
              <a:t>19</a:t>
            </a:fld>
            <a:endParaRPr kumimoji="0" sz="1100" b="0" i="0" u="none" strike="noStrike" kern="1200" cap="none" spc="0" normalizeH="0" baseline="0" noProof="0">
              <a:ln>
                <a:noFill/>
              </a:ln>
              <a:solidFill>
                <a:prstClr val="black"/>
              </a:solidFill>
              <a:effectLst/>
              <a:uLnTx/>
              <a:uFillTx/>
              <a:latin typeface="Trebuchet MS"/>
              <a:ea typeface="Trebuchet MS"/>
              <a:cs typeface="Trebuchet MS"/>
              <a:sym typeface="Trebuchet MS"/>
            </a:endParaRPr>
          </a:p>
        </p:txBody>
      </p:sp>
    </p:spTree>
    <p:extLst>
      <p:ext uri="{BB962C8B-B14F-4D97-AF65-F5344CB8AC3E}">
        <p14:creationId xmlns:p14="http://schemas.microsoft.com/office/powerpoint/2010/main" val="28432792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image" Target="../media/image15.jpe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82339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29691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942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181175"/>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1661162" y="7038872"/>
            <a:ext cx="16483543"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18431300" y="7038872"/>
            <a:ext cx="16483540"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35229"/>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66241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pic>
        <p:nvPicPr>
          <p:cNvPr id="5" name="Picture 4">
            <a:extLst>
              <a:ext uri="{FF2B5EF4-FFF2-40B4-BE49-F238E27FC236}">
                <a16:creationId xmlns:a16="http://schemas.microsoft.com/office/drawing/2014/main" id="{FFBCAD86-2405-4D4D-933F-0A5EB70C929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6" name="Rectangle 5">
            <a:extLst>
              <a:ext uri="{FF2B5EF4-FFF2-40B4-BE49-F238E27FC236}">
                <a16:creationId xmlns:a16="http://schemas.microsoft.com/office/drawing/2014/main" id="{0F5A7C5E-B5C1-42C1-9871-6BAEBCC696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7" name="Picture 6">
            <a:extLst>
              <a:ext uri="{FF2B5EF4-FFF2-40B4-BE49-F238E27FC236}">
                <a16:creationId xmlns:a16="http://schemas.microsoft.com/office/drawing/2014/main" id="{C27365B3-6993-4A54-9F12-2F9E66E5622F}"/>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8" name="TextBox 7">
            <a:extLst>
              <a:ext uri="{FF2B5EF4-FFF2-40B4-BE49-F238E27FC236}">
                <a16:creationId xmlns:a16="http://schemas.microsoft.com/office/drawing/2014/main" id="{0C48F27F-B755-4C56-BD8F-4BFBCF2072C0}"/>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551858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74209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9278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312174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03034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6" name="Rectangle 5">
            <a:extLst>
              <a:ext uri="{FF2B5EF4-FFF2-40B4-BE49-F238E27FC236}">
                <a16:creationId xmlns:a16="http://schemas.microsoft.com/office/drawing/2014/main" id="{98D23AA5-3D93-4246-95A5-967E7F290DA8}"/>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59209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96445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3" name="Rectangle 2">
            <a:extLst>
              <a:ext uri="{FF2B5EF4-FFF2-40B4-BE49-F238E27FC236}">
                <a16:creationId xmlns:a16="http://schemas.microsoft.com/office/drawing/2014/main" id="{4004F761-BE48-4702-BEC5-8CAB26707521}"/>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622701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914CD786-94BE-4143-9A88-13BA5382B93B}"/>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49660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9017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411687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0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72461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
        <p:nvSpPr>
          <p:cNvPr id="5" name="Rectangle 4">
            <a:extLst>
              <a:ext uri="{FF2B5EF4-FFF2-40B4-BE49-F238E27FC236}">
                <a16:creationId xmlns:a16="http://schemas.microsoft.com/office/drawing/2014/main" id="{6800CFF9-E316-4985-8903-66B8EB381F9C}"/>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254704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3967262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2482514134"/>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1771764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A28B2A9-89D6-4CF3-BBAF-1CA0E88E14C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9E96A302-1F38-4275-8241-37FF3CB49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91498" y="6321550"/>
            <a:ext cx="5338650" cy="4328760"/>
          </a:xfrm>
          <a:prstGeom prst="rect">
            <a:avLst/>
          </a:prstGeom>
        </p:spPr>
      </p:pic>
      <p:sp>
        <p:nvSpPr>
          <p:cNvPr id="11" name="Rectangle 4"/>
          <p:cNvSpPr>
            <a:spLocks noGrp="1" noChangeArrowheads="1"/>
          </p:cNvSpPr>
          <p:nvPr>
            <p:ph type="subTitle" idx="1"/>
          </p:nvPr>
        </p:nvSpPr>
        <p:spPr>
          <a:xfrm>
            <a:off x="2286000" y="16581120"/>
            <a:ext cx="19385280" cy="954107"/>
          </a:xfrm>
        </p:spPr>
        <p:txBody>
          <a:bodyPr wrap="square" anchor="t">
            <a:noAutofit/>
          </a:bodyPr>
          <a:lstStyle>
            <a:lvl1pPr marL="0" indent="0" algn="l">
              <a:lnSpc>
                <a:spcPct val="90000"/>
              </a:lnSpc>
              <a:spcBef>
                <a:spcPts val="2000"/>
              </a:spcBef>
              <a:spcAft>
                <a:spcPts val="1000"/>
              </a:spcAft>
              <a:buFontTx/>
              <a:buNone/>
              <a:defRPr sz="4667" b="0">
                <a:solidFill>
                  <a:schemeClr val="tx2"/>
                </a:solidFill>
                <a:latin typeface="Trebuchet MS" pitchFamily="34" charset="0"/>
              </a:defRPr>
            </a:lvl1pPr>
          </a:lstStyle>
          <a:p>
            <a:r>
              <a:rPr lang="en-US" dirty="0"/>
              <a:t>Click to edit Master subtitle style</a:t>
            </a:r>
          </a:p>
        </p:txBody>
      </p:sp>
      <p:sp>
        <p:nvSpPr>
          <p:cNvPr id="305" name="Title 304"/>
          <p:cNvSpPr>
            <a:spLocks noGrp="1"/>
          </p:cNvSpPr>
          <p:nvPr>
            <p:ph type="title" hasCustomPrompt="1"/>
          </p:nvPr>
        </p:nvSpPr>
        <p:spPr>
          <a:xfrm>
            <a:off x="2286000" y="13411202"/>
            <a:ext cx="19385280" cy="3276183"/>
          </a:xfrm>
        </p:spPr>
        <p:txBody>
          <a:bodyPr anchor="b">
            <a:noAutofit/>
          </a:bodyPr>
          <a:lstStyle>
            <a:lvl1pPr algn="l">
              <a:lnSpc>
                <a:spcPct val="90000"/>
              </a:lnSpc>
              <a:spcBef>
                <a:spcPts val="0"/>
              </a:spcBef>
              <a:defRPr sz="12000" b="1" cap="all" baseline="0">
                <a:solidFill>
                  <a:schemeClr val="tx1"/>
                </a:solidFill>
                <a:effectLst>
                  <a:outerShdw blurRad="38100" dist="38100" dir="2700000" algn="tl">
                    <a:srgbClr val="000000">
                      <a:alpha val="43137"/>
                    </a:srgbClr>
                  </a:outerShdw>
                </a:effectLst>
                <a:latin typeface="Trebuchet MS" panose="020B0603020202020204" pitchFamily="34" charset="0"/>
              </a:defRPr>
            </a:lvl1pPr>
          </a:lstStyle>
          <a:p>
            <a:r>
              <a:rPr lang="en-US" dirty="0"/>
              <a:t>CLICK TO EDIT MASTER TITLE STYLE</a:t>
            </a:r>
          </a:p>
        </p:txBody>
      </p:sp>
      <p:pic>
        <p:nvPicPr>
          <p:cNvPr id="6" name="Graphic 5">
            <a:extLst>
              <a:ext uri="{FF2B5EF4-FFF2-40B4-BE49-F238E27FC236}">
                <a16:creationId xmlns:a16="http://schemas.microsoft.com/office/drawing/2014/main" id="{887DABAD-3709-40C3-9EFD-BF1A6B6A2044}"/>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6656437" y="6605240"/>
            <a:ext cx="6705600" cy="3681760"/>
          </a:xfrm>
          <a:prstGeom prst="rect">
            <a:avLst/>
          </a:prstGeom>
        </p:spPr>
      </p:pic>
    </p:spTree>
    <p:extLst>
      <p:ext uri="{BB962C8B-B14F-4D97-AF65-F5344CB8AC3E}">
        <p14:creationId xmlns:p14="http://schemas.microsoft.com/office/powerpoint/2010/main" val="1109704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9" name="Picture 8" descr="A close up of a spider&#10;&#10;Description automatically generated">
            <a:extLst>
              <a:ext uri="{FF2B5EF4-FFF2-40B4-BE49-F238E27FC236}">
                <a16:creationId xmlns:a16="http://schemas.microsoft.com/office/drawing/2014/main" id="{312387AB-4080-4B69-BFCF-F134EF12C77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B8805453-93BD-4B24-A658-29DCC011299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531752" y="14722667"/>
            <a:ext cx="5338650" cy="4328760"/>
          </a:xfrm>
          <a:prstGeom prst="rect">
            <a:avLst/>
          </a:prstGeom>
        </p:spPr>
      </p:pic>
      <p:pic>
        <p:nvPicPr>
          <p:cNvPr id="4" name="Graphic 3">
            <a:extLst>
              <a:ext uri="{FF2B5EF4-FFF2-40B4-BE49-F238E27FC236}">
                <a16:creationId xmlns:a16="http://schemas.microsoft.com/office/drawing/2014/main" id="{1FDA9BB0-5ECC-460A-9E7D-23BD2DACDBB2}"/>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40401" r="-3502"/>
          <a:stretch/>
        </p:blipFill>
        <p:spPr>
          <a:xfrm>
            <a:off x="29106757" y="15046167"/>
            <a:ext cx="6705600" cy="3681760"/>
          </a:xfrm>
          <a:prstGeom prst="rect">
            <a:avLst/>
          </a:prstGeom>
        </p:spPr>
      </p:pic>
    </p:spTree>
    <p:extLst>
      <p:ext uri="{BB962C8B-B14F-4D97-AF65-F5344CB8AC3E}">
        <p14:creationId xmlns:p14="http://schemas.microsoft.com/office/powerpoint/2010/main" val="2854655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55630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ULLET_ICON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baseline="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767286" indent="-767286">
              <a:buClr>
                <a:schemeClr val="bg2"/>
              </a:buClr>
              <a:buSzPct val="75000"/>
              <a:buFontTx/>
              <a:buBlip>
                <a:blip r:embed="rId2"/>
              </a:buBlip>
              <a:defRPr sz="4667">
                <a:solidFill>
                  <a:schemeClr val="accent4"/>
                </a:solidFill>
              </a:defRPr>
            </a:lvl1pPr>
            <a:lvl2pPr marL="2666973" indent="-761992">
              <a:buClr>
                <a:schemeClr val="bg2"/>
              </a:buClr>
              <a:buSzPct val="75000"/>
              <a:buFontTx/>
              <a:buBlip>
                <a:blip r:embed="rId2"/>
              </a:buBlip>
              <a:defRPr sz="4000">
                <a:solidFill>
                  <a:schemeClr val="accent4"/>
                </a:solidFill>
              </a:defRPr>
            </a:lvl2pPr>
            <a:lvl3pPr marL="4196251" indent="-566204">
              <a:buClr>
                <a:schemeClr val="bg2"/>
              </a:buClr>
              <a:buSzPct val="75000"/>
              <a:buFontTx/>
              <a:buBlip>
                <a:blip r:embed="rId2"/>
              </a:buBlip>
              <a:defRPr sz="3667">
                <a:solidFill>
                  <a:schemeClr val="accent4"/>
                </a:solidFill>
              </a:defRPr>
            </a:lvl3pPr>
            <a:lvl4pPr marL="5916024" indent="-761992">
              <a:buClr>
                <a:schemeClr val="bg2"/>
              </a:buClr>
              <a:buSzPct val="75000"/>
              <a:buFontTx/>
              <a:buBlip>
                <a:blip r:embed="rId2"/>
              </a:buBlip>
              <a:defRPr sz="3333">
                <a:solidFill>
                  <a:schemeClr val="accent4"/>
                </a:solidFill>
                <a:latin typeface="Trebuchet MS" panose="020B0603020202020204" pitchFamily="34" charset="0"/>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8494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
        <p:nvSpPr>
          <p:cNvPr id="7" name="Rectangle 6"/>
          <p:cNvSpPr/>
          <p:nvPr/>
        </p:nvSpPr>
        <p:spPr>
          <a:xfrm>
            <a:off x="560944" y="19252850"/>
            <a:ext cx="9209553" cy="827140"/>
          </a:xfrm>
          <a:prstGeom prst="rect">
            <a:avLst/>
          </a:prstGeom>
          <a:noFill/>
          <a:ln w="25400" cap="flat" cmpd="sng" algn="ctr">
            <a:noFill/>
            <a:prstDash val="solid"/>
          </a:ln>
          <a:effectLst/>
        </p:spPr>
        <p:txBody>
          <a:bodyPr rtlCol="0" anchor="b"/>
          <a:lstStyle/>
          <a:p>
            <a:pPr marL="0" marR="0" lvl="0" indent="0" algn="l" defTabSz="1523985" eaLnBrk="1" fontAlgn="auto" latinLnBrk="0" hangingPunct="1">
              <a:lnSpc>
                <a:spcPct val="90000"/>
              </a:lnSpc>
              <a:spcBef>
                <a:spcPts val="0"/>
              </a:spcBef>
              <a:spcAft>
                <a:spcPts val="0"/>
              </a:spcAft>
              <a:buClrTx/>
              <a:buSzTx/>
              <a:buFontTx/>
              <a:buNone/>
              <a:tabLst/>
              <a:defRPr/>
            </a:pPr>
            <a:r>
              <a:rPr lang="en-US" sz="2333" b="1" i="0" kern="0" dirty="0">
                <a:solidFill>
                  <a:schemeClr val="bg1"/>
                </a:solidFill>
                <a:latin typeface="Trebuchet MS"/>
              </a:rPr>
              <a:t>NVIDIA CONFIDENTIAL. DO NOT DISTRIBUTE.</a:t>
            </a:r>
          </a:p>
        </p:txBody>
      </p:sp>
    </p:spTree>
    <p:extLst>
      <p:ext uri="{BB962C8B-B14F-4D97-AF65-F5344CB8AC3E}">
        <p14:creationId xmlns:p14="http://schemas.microsoft.com/office/powerpoint/2010/main" val="121098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Subtitle, Content - NO LOGO &amp; PAGE NUMBER">
    <p:spTree>
      <p:nvGrpSpPr>
        <p:cNvPr id="1" name=""/>
        <p:cNvGrpSpPr/>
        <p:nvPr/>
      </p:nvGrpSpPr>
      <p:grpSpPr>
        <a:xfrm>
          <a:off x="0" y="0"/>
          <a:ext cx="0" cy="0"/>
          <a:chOff x="0" y="0"/>
          <a:chExt cx="0" cy="0"/>
        </a:xfrm>
      </p:grpSpPr>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06880" y="7010119"/>
            <a:ext cx="33207960" cy="11826523"/>
          </a:xfrm>
        </p:spPr>
        <p:txBody>
          <a:bodyPr/>
          <a:lstStyle>
            <a:lvl1pPr marL="0" indent="0">
              <a:buClr>
                <a:schemeClr val="bg2"/>
              </a:buClr>
              <a:buSzPct val="100000"/>
              <a:buFontTx/>
              <a:buNone/>
              <a:defRPr sz="4667">
                <a:solidFill>
                  <a:schemeClr val="accent4"/>
                </a:solidFill>
              </a:defRPr>
            </a:lvl1pPr>
            <a:lvl2pPr marL="1904981" indent="0">
              <a:buClr>
                <a:schemeClr val="bg2"/>
              </a:buClr>
              <a:buSzPct val="100000"/>
              <a:buFontTx/>
              <a:buNone/>
              <a:defRPr sz="4000">
                <a:solidFill>
                  <a:schemeClr val="accent4"/>
                </a:solidFill>
              </a:defRPr>
            </a:lvl2pPr>
            <a:lvl3pPr marL="3630047" indent="0">
              <a:buClr>
                <a:schemeClr val="bg2"/>
              </a:buClr>
              <a:buSzPct val="100000"/>
              <a:buFontTx/>
              <a:buNone/>
              <a:defRPr sz="4000">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 y="3627122"/>
            <a:ext cx="33253680" cy="1751543"/>
          </a:xfrm>
        </p:spPr>
        <p:txBody>
          <a:bodyPr/>
          <a:lstStyle>
            <a:lvl1pPr marL="0" indent="0" algn="ctr">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09406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tent with Photograph">
    <p:spTree>
      <p:nvGrpSpPr>
        <p:cNvPr id="1" name=""/>
        <p:cNvGrpSpPr/>
        <p:nvPr/>
      </p:nvGrpSpPr>
      <p:grpSpPr>
        <a:xfrm>
          <a:off x="0" y="0"/>
          <a:ext cx="0" cy="0"/>
          <a:chOff x="0" y="0"/>
          <a:chExt cx="0" cy="0"/>
        </a:xfrm>
      </p:grpSpPr>
      <p:sp>
        <p:nvSpPr>
          <p:cNvPr id="2" name="Title 1"/>
          <p:cNvSpPr>
            <a:spLocks noGrp="1"/>
          </p:cNvSpPr>
          <p:nvPr>
            <p:ph type="title"/>
          </p:nvPr>
        </p:nvSpPr>
        <p:spPr>
          <a:xfrm>
            <a:off x="1730774" y="5995302"/>
            <a:ext cx="14014673"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730772" y="10238598"/>
            <a:ext cx="13976137"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730774" y="7827992"/>
            <a:ext cx="14014673"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1497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Alternate Layout">
    <p:spTree>
      <p:nvGrpSpPr>
        <p:cNvPr id="1" name=""/>
        <p:cNvGrpSpPr/>
        <p:nvPr/>
      </p:nvGrpSpPr>
      <p:grpSpPr>
        <a:xfrm>
          <a:off x="0" y="0"/>
          <a:ext cx="0" cy="0"/>
          <a:chOff x="0" y="0"/>
          <a:chExt cx="0" cy="0"/>
        </a:xfrm>
      </p:grpSpPr>
      <p:sp>
        <p:nvSpPr>
          <p:cNvPr id="2" name="Title 1"/>
          <p:cNvSpPr>
            <a:spLocks noGrp="1"/>
          </p:cNvSpPr>
          <p:nvPr>
            <p:ph type="title"/>
          </p:nvPr>
        </p:nvSpPr>
        <p:spPr>
          <a:xfrm>
            <a:off x="16611600" y="5995302"/>
            <a:ext cx="18135600" cy="2062103"/>
          </a:xfrm>
        </p:spPr>
        <p:txBody>
          <a:bodyPr/>
          <a:lstStyle>
            <a:lvl1pPr algn="l">
              <a:defRPr sz="9333">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6611600" y="9723122"/>
            <a:ext cx="18105120" cy="8390297"/>
          </a:xfrm>
        </p:spPr>
        <p:txBody>
          <a:bodyPr/>
          <a:lstStyle>
            <a:lvl1pPr marL="0" indent="0">
              <a:spcBef>
                <a:spcPts val="1667"/>
              </a:spcBef>
              <a:spcAft>
                <a:spcPts val="1667"/>
              </a:spcAft>
              <a:buClr>
                <a:schemeClr val="bg2"/>
              </a:buClr>
              <a:buSzPct val="100000"/>
              <a:buFontTx/>
              <a:buNone/>
              <a:defRPr sz="4000">
                <a:solidFill>
                  <a:schemeClr val="accent4"/>
                </a:solidFill>
              </a:defRPr>
            </a:lvl1pPr>
            <a:lvl2pPr marL="1904981" indent="0">
              <a:spcBef>
                <a:spcPts val="1667"/>
              </a:spcBef>
              <a:spcAft>
                <a:spcPts val="1667"/>
              </a:spcAft>
              <a:buClr>
                <a:schemeClr val="bg2"/>
              </a:buClr>
              <a:buSzPct val="100000"/>
              <a:buFontTx/>
              <a:buNone/>
              <a:defRPr sz="3667">
                <a:solidFill>
                  <a:schemeClr val="accent4"/>
                </a:solidFill>
              </a:defRPr>
            </a:lvl2pPr>
            <a:lvl3pPr marL="3630047" indent="0">
              <a:spcBef>
                <a:spcPts val="1667"/>
              </a:spcBef>
              <a:spcAft>
                <a:spcPts val="1667"/>
              </a:spcAft>
              <a:buClr>
                <a:schemeClr val="bg2"/>
              </a:buClr>
              <a:buSzPct val="100000"/>
              <a:buFontTx/>
              <a:buNone/>
              <a:defRPr sz="3667">
                <a:solidFill>
                  <a:schemeClr val="accent4"/>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10"/>
          </p:nvPr>
        </p:nvSpPr>
        <p:spPr>
          <a:xfrm>
            <a:off x="16611600" y="7894322"/>
            <a:ext cx="18135600" cy="1751543"/>
          </a:xfrm>
        </p:spPr>
        <p:txBody>
          <a:bodyPr/>
          <a:lstStyle>
            <a:lvl1pPr marL="0" indent="0" algn="l">
              <a:buFontTx/>
              <a:buNone/>
              <a:defRPr sz="6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183379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302B7CA-37AE-4D42-BAAD-C239CA228AB6}"/>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104292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C9D3D8-33FC-4EE7-AE65-7535FEAB06AA}"/>
              </a:ext>
            </a:extLst>
          </p:cNvPr>
          <p:cNvSpPr/>
          <p:nvPr/>
        </p:nvSpPr>
        <p:spPr>
          <a:xfrm>
            <a:off x="2" y="0"/>
            <a:ext cx="35758243" cy="18836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37362"/>
            <a:ext cx="33253680" cy="1969770"/>
          </a:xfrm>
        </p:spPr>
        <p:txBody>
          <a:bodyP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19114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ransition / Seg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3AE616-A526-467A-9354-356237D56F8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
        <p:nvSpPr>
          <p:cNvPr id="2" name="Title 1"/>
          <p:cNvSpPr>
            <a:spLocks noGrp="1"/>
          </p:cNvSpPr>
          <p:nvPr>
            <p:ph type="title"/>
          </p:nvPr>
        </p:nvSpPr>
        <p:spPr>
          <a:xfrm>
            <a:off x="16581120" y="14081762"/>
            <a:ext cx="17922240" cy="4579797"/>
          </a:xfrm>
        </p:spPr>
        <p:txBody>
          <a:bodyPr anchor="b"/>
          <a:lstStyle>
            <a:lvl1pPr algn="ctr">
              <a:defRPr sz="113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88543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Embargo Layou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5E518B9-8953-4D61-86EB-BF726D7CE198}"/>
              </a:ext>
            </a:extLst>
          </p:cNvPr>
          <p:cNvGrpSpPr/>
          <p:nvPr/>
        </p:nvGrpSpPr>
        <p:grpSpPr>
          <a:xfrm>
            <a:off x="-4424358" y="-1349553"/>
            <a:ext cx="45422230" cy="23277753"/>
            <a:chOff x="-1327308" y="-404866"/>
            <a:chExt cx="13626669" cy="6983326"/>
          </a:xfrm>
        </p:grpSpPr>
        <p:sp>
          <p:nvSpPr>
            <p:cNvPr id="9" name="Rectangle 8">
              <a:extLst>
                <a:ext uri="{FF2B5EF4-FFF2-40B4-BE49-F238E27FC236}">
                  <a16:creationId xmlns:a16="http://schemas.microsoft.com/office/drawing/2014/main" id="{0486AA18-85AA-4ECF-BC7C-6CDDDFA8AED1}"/>
                </a:ext>
              </a:extLst>
            </p:cNvPr>
            <p:cNvSpPr/>
            <p:nvPr userDrawn="1"/>
          </p:nvSpPr>
          <p:spPr>
            <a:xfrm>
              <a:off x="0" y="0"/>
              <a:ext cx="10972800" cy="6172200"/>
            </a:xfrm>
            <a:prstGeom prst="rect">
              <a:avLst/>
            </a:prstGeom>
            <a:solidFill>
              <a:srgbClr val="9A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p>
          </p:txBody>
        </p:sp>
        <p:sp>
          <p:nvSpPr>
            <p:cNvPr id="10" name="Freeform 16">
              <a:extLst>
                <a:ext uri="{FF2B5EF4-FFF2-40B4-BE49-F238E27FC236}">
                  <a16:creationId xmlns:a16="http://schemas.microsoft.com/office/drawing/2014/main" id="{779DBA0E-78FD-499D-B7C5-9610ED16A58F}"/>
                </a:ext>
              </a:extLst>
            </p:cNvPr>
            <p:cNvSpPr>
              <a:spLocks noEditPoints="1"/>
            </p:cNvSpPr>
            <p:nvPr userDrawn="1"/>
          </p:nvSpPr>
          <p:spPr bwMode="auto">
            <a:xfrm>
              <a:off x="26269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 name="Freeform 16">
              <a:extLst>
                <a:ext uri="{FF2B5EF4-FFF2-40B4-BE49-F238E27FC236}">
                  <a16:creationId xmlns:a16="http://schemas.microsoft.com/office/drawing/2014/main" id="{4856087B-5738-47BA-B257-0AE16578FE0D}"/>
                </a:ext>
              </a:extLst>
            </p:cNvPr>
            <p:cNvSpPr>
              <a:spLocks noEditPoints="1"/>
            </p:cNvSpPr>
            <p:nvPr userDrawn="1"/>
          </p:nvSpPr>
          <p:spPr bwMode="auto">
            <a:xfrm>
              <a:off x="61660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 name="Freeform 16">
              <a:extLst>
                <a:ext uri="{FF2B5EF4-FFF2-40B4-BE49-F238E27FC236}">
                  <a16:creationId xmlns:a16="http://schemas.microsoft.com/office/drawing/2014/main" id="{30EA3BC0-CA75-4A9F-844C-9DF7651395F9}"/>
                </a:ext>
              </a:extLst>
            </p:cNvPr>
            <p:cNvSpPr>
              <a:spLocks noEditPoints="1"/>
            </p:cNvSpPr>
            <p:nvPr userDrawn="1"/>
          </p:nvSpPr>
          <p:spPr bwMode="auto">
            <a:xfrm>
              <a:off x="97050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 name="Freeform 16">
              <a:extLst>
                <a:ext uri="{FF2B5EF4-FFF2-40B4-BE49-F238E27FC236}">
                  <a16:creationId xmlns:a16="http://schemas.microsoft.com/office/drawing/2014/main" id="{09D9D0DC-416F-4D02-AE51-DC94179FE30F}"/>
                </a:ext>
              </a:extLst>
            </p:cNvPr>
            <p:cNvSpPr>
              <a:spLocks noEditPoints="1"/>
            </p:cNvSpPr>
            <p:nvPr userDrawn="1"/>
          </p:nvSpPr>
          <p:spPr bwMode="auto">
            <a:xfrm>
              <a:off x="132441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 name="Freeform 16">
              <a:extLst>
                <a:ext uri="{FF2B5EF4-FFF2-40B4-BE49-F238E27FC236}">
                  <a16:creationId xmlns:a16="http://schemas.microsoft.com/office/drawing/2014/main" id="{B3F11494-DD54-4DA3-999D-60884617ABD4}"/>
                </a:ext>
              </a:extLst>
            </p:cNvPr>
            <p:cNvSpPr>
              <a:spLocks noEditPoints="1"/>
            </p:cNvSpPr>
            <p:nvPr userDrawn="1"/>
          </p:nvSpPr>
          <p:spPr bwMode="auto">
            <a:xfrm>
              <a:off x="167831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 name="Freeform 16">
              <a:extLst>
                <a:ext uri="{FF2B5EF4-FFF2-40B4-BE49-F238E27FC236}">
                  <a16:creationId xmlns:a16="http://schemas.microsoft.com/office/drawing/2014/main" id="{B8DA5A4A-C129-4A6A-8590-D776A55A56C4}"/>
                </a:ext>
              </a:extLst>
            </p:cNvPr>
            <p:cNvSpPr>
              <a:spLocks noEditPoints="1"/>
            </p:cNvSpPr>
            <p:nvPr userDrawn="1"/>
          </p:nvSpPr>
          <p:spPr bwMode="auto">
            <a:xfrm>
              <a:off x="203222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 name="Freeform 16">
              <a:extLst>
                <a:ext uri="{FF2B5EF4-FFF2-40B4-BE49-F238E27FC236}">
                  <a16:creationId xmlns:a16="http://schemas.microsoft.com/office/drawing/2014/main" id="{AA72853C-EBAC-4426-B8F7-4D7FF7CE7610}"/>
                </a:ext>
              </a:extLst>
            </p:cNvPr>
            <p:cNvSpPr>
              <a:spLocks noEditPoints="1"/>
            </p:cNvSpPr>
            <p:nvPr userDrawn="1"/>
          </p:nvSpPr>
          <p:spPr bwMode="auto">
            <a:xfrm>
              <a:off x="238613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 name="Freeform 16">
              <a:extLst>
                <a:ext uri="{FF2B5EF4-FFF2-40B4-BE49-F238E27FC236}">
                  <a16:creationId xmlns:a16="http://schemas.microsoft.com/office/drawing/2014/main" id="{0AA148D7-A843-4289-9E59-D4B56EBE964F}"/>
                </a:ext>
              </a:extLst>
            </p:cNvPr>
            <p:cNvSpPr>
              <a:spLocks noEditPoints="1"/>
            </p:cNvSpPr>
            <p:nvPr userDrawn="1"/>
          </p:nvSpPr>
          <p:spPr bwMode="auto">
            <a:xfrm>
              <a:off x="274003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 name="Freeform 16">
              <a:extLst>
                <a:ext uri="{FF2B5EF4-FFF2-40B4-BE49-F238E27FC236}">
                  <a16:creationId xmlns:a16="http://schemas.microsoft.com/office/drawing/2014/main" id="{3DFDAB2E-4FBE-4EA1-9068-98D2A1969CAD}"/>
                </a:ext>
              </a:extLst>
            </p:cNvPr>
            <p:cNvSpPr>
              <a:spLocks noEditPoints="1"/>
            </p:cNvSpPr>
            <p:nvPr userDrawn="1"/>
          </p:nvSpPr>
          <p:spPr bwMode="auto">
            <a:xfrm>
              <a:off x="309394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 name="Freeform 16">
              <a:extLst>
                <a:ext uri="{FF2B5EF4-FFF2-40B4-BE49-F238E27FC236}">
                  <a16:creationId xmlns:a16="http://schemas.microsoft.com/office/drawing/2014/main" id="{1CB7337C-1F1B-4024-8C1B-114529041011}"/>
                </a:ext>
              </a:extLst>
            </p:cNvPr>
            <p:cNvSpPr>
              <a:spLocks noEditPoints="1"/>
            </p:cNvSpPr>
            <p:nvPr userDrawn="1"/>
          </p:nvSpPr>
          <p:spPr bwMode="auto">
            <a:xfrm>
              <a:off x="344784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 name="Freeform 16">
              <a:extLst>
                <a:ext uri="{FF2B5EF4-FFF2-40B4-BE49-F238E27FC236}">
                  <a16:creationId xmlns:a16="http://schemas.microsoft.com/office/drawing/2014/main" id="{3AC71E65-025E-4CD8-9C62-5C672876AB2A}"/>
                </a:ext>
              </a:extLst>
            </p:cNvPr>
            <p:cNvSpPr>
              <a:spLocks noEditPoints="1"/>
            </p:cNvSpPr>
            <p:nvPr userDrawn="1"/>
          </p:nvSpPr>
          <p:spPr bwMode="auto">
            <a:xfrm>
              <a:off x="380175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 name="Freeform 16">
              <a:extLst>
                <a:ext uri="{FF2B5EF4-FFF2-40B4-BE49-F238E27FC236}">
                  <a16:creationId xmlns:a16="http://schemas.microsoft.com/office/drawing/2014/main" id="{CC69994B-2A96-4E6B-90E0-7C6012E4388B}"/>
                </a:ext>
              </a:extLst>
            </p:cNvPr>
            <p:cNvSpPr>
              <a:spLocks noEditPoints="1"/>
            </p:cNvSpPr>
            <p:nvPr userDrawn="1"/>
          </p:nvSpPr>
          <p:spPr bwMode="auto">
            <a:xfrm>
              <a:off x="415566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 name="Freeform 16">
              <a:extLst>
                <a:ext uri="{FF2B5EF4-FFF2-40B4-BE49-F238E27FC236}">
                  <a16:creationId xmlns:a16="http://schemas.microsoft.com/office/drawing/2014/main" id="{95DA46AF-2C01-438F-ABE1-131B508F707C}"/>
                </a:ext>
              </a:extLst>
            </p:cNvPr>
            <p:cNvSpPr>
              <a:spLocks noEditPoints="1"/>
            </p:cNvSpPr>
            <p:nvPr userDrawn="1"/>
          </p:nvSpPr>
          <p:spPr bwMode="auto">
            <a:xfrm>
              <a:off x="450956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 name="Freeform 16">
              <a:extLst>
                <a:ext uri="{FF2B5EF4-FFF2-40B4-BE49-F238E27FC236}">
                  <a16:creationId xmlns:a16="http://schemas.microsoft.com/office/drawing/2014/main" id="{AD1F7F7D-46C6-41FC-9A05-60CDDDABC9B8}"/>
                </a:ext>
              </a:extLst>
            </p:cNvPr>
            <p:cNvSpPr>
              <a:spLocks noEditPoints="1"/>
            </p:cNvSpPr>
            <p:nvPr userDrawn="1"/>
          </p:nvSpPr>
          <p:spPr bwMode="auto">
            <a:xfrm>
              <a:off x="486347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 name="Freeform 16">
              <a:extLst>
                <a:ext uri="{FF2B5EF4-FFF2-40B4-BE49-F238E27FC236}">
                  <a16:creationId xmlns:a16="http://schemas.microsoft.com/office/drawing/2014/main" id="{E6044945-DD35-4A1F-B666-67B79DB3B9E2}"/>
                </a:ext>
              </a:extLst>
            </p:cNvPr>
            <p:cNvSpPr>
              <a:spLocks noEditPoints="1"/>
            </p:cNvSpPr>
            <p:nvPr userDrawn="1"/>
          </p:nvSpPr>
          <p:spPr bwMode="auto">
            <a:xfrm>
              <a:off x="521737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 name="Freeform 16">
              <a:extLst>
                <a:ext uri="{FF2B5EF4-FFF2-40B4-BE49-F238E27FC236}">
                  <a16:creationId xmlns:a16="http://schemas.microsoft.com/office/drawing/2014/main" id="{B6707B12-7E15-44BA-A75C-D231A0BD9DDF}"/>
                </a:ext>
              </a:extLst>
            </p:cNvPr>
            <p:cNvSpPr>
              <a:spLocks noEditPoints="1"/>
            </p:cNvSpPr>
            <p:nvPr userDrawn="1"/>
          </p:nvSpPr>
          <p:spPr bwMode="auto">
            <a:xfrm>
              <a:off x="557128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 name="Freeform 16">
              <a:extLst>
                <a:ext uri="{FF2B5EF4-FFF2-40B4-BE49-F238E27FC236}">
                  <a16:creationId xmlns:a16="http://schemas.microsoft.com/office/drawing/2014/main" id="{C9CA6F74-E612-4E07-826D-3714EA654BEB}"/>
                </a:ext>
              </a:extLst>
            </p:cNvPr>
            <p:cNvSpPr>
              <a:spLocks noEditPoints="1"/>
            </p:cNvSpPr>
            <p:nvPr userDrawn="1"/>
          </p:nvSpPr>
          <p:spPr bwMode="auto">
            <a:xfrm>
              <a:off x="592519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7" name="Freeform 16">
              <a:extLst>
                <a:ext uri="{FF2B5EF4-FFF2-40B4-BE49-F238E27FC236}">
                  <a16:creationId xmlns:a16="http://schemas.microsoft.com/office/drawing/2014/main" id="{9C232950-AF88-4D8C-98A2-58E2906C02B8}"/>
                </a:ext>
              </a:extLst>
            </p:cNvPr>
            <p:cNvSpPr>
              <a:spLocks noEditPoints="1"/>
            </p:cNvSpPr>
            <p:nvPr userDrawn="1"/>
          </p:nvSpPr>
          <p:spPr bwMode="auto">
            <a:xfrm>
              <a:off x="627909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8" name="Freeform 16">
              <a:extLst>
                <a:ext uri="{FF2B5EF4-FFF2-40B4-BE49-F238E27FC236}">
                  <a16:creationId xmlns:a16="http://schemas.microsoft.com/office/drawing/2014/main" id="{577A18B0-195A-44F8-8045-DEE9F4805CFE}"/>
                </a:ext>
              </a:extLst>
            </p:cNvPr>
            <p:cNvSpPr>
              <a:spLocks noEditPoints="1"/>
            </p:cNvSpPr>
            <p:nvPr userDrawn="1"/>
          </p:nvSpPr>
          <p:spPr bwMode="auto">
            <a:xfrm>
              <a:off x="663300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9" name="Freeform 16">
              <a:extLst>
                <a:ext uri="{FF2B5EF4-FFF2-40B4-BE49-F238E27FC236}">
                  <a16:creationId xmlns:a16="http://schemas.microsoft.com/office/drawing/2014/main" id="{C57DA582-5E40-4087-915C-A8AFB763CE7F}"/>
                </a:ext>
              </a:extLst>
            </p:cNvPr>
            <p:cNvSpPr>
              <a:spLocks noEditPoints="1"/>
            </p:cNvSpPr>
            <p:nvPr userDrawn="1"/>
          </p:nvSpPr>
          <p:spPr bwMode="auto">
            <a:xfrm>
              <a:off x="698690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0" name="Freeform 16">
              <a:extLst>
                <a:ext uri="{FF2B5EF4-FFF2-40B4-BE49-F238E27FC236}">
                  <a16:creationId xmlns:a16="http://schemas.microsoft.com/office/drawing/2014/main" id="{6B9446B2-AA95-41F1-8CE9-9C293FF2FFB9}"/>
                </a:ext>
              </a:extLst>
            </p:cNvPr>
            <p:cNvSpPr>
              <a:spLocks noEditPoints="1"/>
            </p:cNvSpPr>
            <p:nvPr userDrawn="1"/>
          </p:nvSpPr>
          <p:spPr bwMode="auto">
            <a:xfrm>
              <a:off x="734081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1" name="Freeform 16">
              <a:extLst>
                <a:ext uri="{FF2B5EF4-FFF2-40B4-BE49-F238E27FC236}">
                  <a16:creationId xmlns:a16="http://schemas.microsoft.com/office/drawing/2014/main" id="{09C2F6DB-63BE-4BEF-BD50-8E85A06AF348}"/>
                </a:ext>
              </a:extLst>
            </p:cNvPr>
            <p:cNvSpPr>
              <a:spLocks noEditPoints="1"/>
            </p:cNvSpPr>
            <p:nvPr userDrawn="1"/>
          </p:nvSpPr>
          <p:spPr bwMode="auto">
            <a:xfrm>
              <a:off x="769472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2" name="Freeform 16">
              <a:extLst>
                <a:ext uri="{FF2B5EF4-FFF2-40B4-BE49-F238E27FC236}">
                  <a16:creationId xmlns:a16="http://schemas.microsoft.com/office/drawing/2014/main" id="{AB269B44-FFE3-44F5-9547-2D6656916371}"/>
                </a:ext>
              </a:extLst>
            </p:cNvPr>
            <p:cNvSpPr>
              <a:spLocks noEditPoints="1"/>
            </p:cNvSpPr>
            <p:nvPr userDrawn="1"/>
          </p:nvSpPr>
          <p:spPr bwMode="auto">
            <a:xfrm>
              <a:off x="804862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3" name="Freeform 16">
              <a:extLst>
                <a:ext uri="{FF2B5EF4-FFF2-40B4-BE49-F238E27FC236}">
                  <a16:creationId xmlns:a16="http://schemas.microsoft.com/office/drawing/2014/main" id="{D7B33E0B-D54D-4AD0-93EB-2D85D95AA705}"/>
                </a:ext>
              </a:extLst>
            </p:cNvPr>
            <p:cNvSpPr>
              <a:spLocks noEditPoints="1"/>
            </p:cNvSpPr>
            <p:nvPr userDrawn="1"/>
          </p:nvSpPr>
          <p:spPr bwMode="auto">
            <a:xfrm>
              <a:off x="840253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4" name="Freeform 16">
              <a:extLst>
                <a:ext uri="{FF2B5EF4-FFF2-40B4-BE49-F238E27FC236}">
                  <a16:creationId xmlns:a16="http://schemas.microsoft.com/office/drawing/2014/main" id="{C82CDED5-DC3C-4291-8FB5-4FBECACC0932}"/>
                </a:ext>
              </a:extLst>
            </p:cNvPr>
            <p:cNvSpPr>
              <a:spLocks noEditPoints="1"/>
            </p:cNvSpPr>
            <p:nvPr userDrawn="1"/>
          </p:nvSpPr>
          <p:spPr bwMode="auto">
            <a:xfrm>
              <a:off x="875643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5" name="Freeform 16">
              <a:extLst>
                <a:ext uri="{FF2B5EF4-FFF2-40B4-BE49-F238E27FC236}">
                  <a16:creationId xmlns:a16="http://schemas.microsoft.com/office/drawing/2014/main" id="{38B0CFAC-4CC8-4BD7-9602-D3F62B41114E}"/>
                </a:ext>
              </a:extLst>
            </p:cNvPr>
            <p:cNvSpPr>
              <a:spLocks noEditPoints="1"/>
            </p:cNvSpPr>
            <p:nvPr userDrawn="1"/>
          </p:nvSpPr>
          <p:spPr bwMode="auto">
            <a:xfrm>
              <a:off x="9110345"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6" name="Freeform 16">
              <a:extLst>
                <a:ext uri="{FF2B5EF4-FFF2-40B4-BE49-F238E27FC236}">
                  <a16:creationId xmlns:a16="http://schemas.microsoft.com/office/drawing/2014/main" id="{9D7BB7E2-49CE-405B-BBC3-0D3235E735E9}"/>
                </a:ext>
              </a:extLst>
            </p:cNvPr>
            <p:cNvSpPr>
              <a:spLocks noEditPoints="1"/>
            </p:cNvSpPr>
            <p:nvPr userDrawn="1"/>
          </p:nvSpPr>
          <p:spPr bwMode="auto">
            <a:xfrm>
              <a:off x="946425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7" name="Freeform 16">
              <a:extLst>
                <a:ext uri="{FF2B5EF4-FFF2-40B4-BE49-F238E27FC236}">
                  <a16:creationId xmlns:a16="http://schemas.microsoft.com/office/drawing/2014/main" id="{D724979D-D321-46A4-8BFB-4BE56A78EDC3}"/>
                </a:ext>
              </a:extLst>
            </p:cNvPr>
            <p:cNvSpPr>
              <a:spLocks noEditPoints="1"/>
            </p:cNvSpPr>
            <p:nvPr userDrawn="1"/>
          </p:nvSpPr>
          <p:spPr bwMode="auto">
            <a:xfrm>
              <a:off x="9818157"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8" name="Freeform 16">
              <a:extLst>
                <a:ext uri="{FF2B5EF4-FFF2-40B4-BE49-F238E27FC236}">
                  <a16:creationId xmlns:a16="http://schemas.microsoft.com/office/drawing/2014/main" id="{A90ECEE1-1C0E-48A4-8212-4FDF80E34007}"/>
                </a:ext>
              </a:extLst>
            </p:cNvPr>
            <p:cNvSpPr>
              <a:spLocks noEditPoints="1"/>
            </p:cNvSpPr>
            <p:nvPr userDrawn="1"/>
          </p:nvSpPr>
          <p:spPr bwMode="auto">
            <a:xfrm>
              <a:off x="10172063"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39" name="Freeform 16">
              <a:extLst>
                <a:ext uri="{FF2B5EF4-FFF2-40B4-BE49-F238E27FC236}">
                  <a16:creationId xmlns:a16="http://schemas.microsoft.com/office/drawing/2014/main" id="{6A4F312E-AC0E-438F-85DE-734894B59F55}"/>
                </a:ext>
              </a:extLst>
            </p:cNvPr>
            <p:cNvSpPr>
              <a:spLocks noEditPoints="1"/>
            </p:cNvSpPr>
            <p:nvPr userDrawn="1"/>
          </p:nvSpPr>
          <p:spPr bwMode="auto">
            <a:xfrm>
              <a:off x="10525969"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0" name="Freeform 16">
              <a:extLst>
                <a:ext uri="{FF2B5EF4-FFF2-40B4-BE49-F238E27FC236}">
                  <a16:creationId xmlns:a16="http://schemas.microsoft.com/office/drawing/2014/main" id="{1143C46B-BB0E-42E1-91DB-CF7866DEF0A7}"/>
                </a:ext>
              </a:extLst>
            </p:cNvPr>
            <p:cNvSpPr>
              <a:spLocks noEditPoints="1"/>
            </p:cNvSpPr>
            <p:nvPr userDrawn="1"/>
          </p:nvSpPr>
          <p:spPr bwMode="auto">
            <a:xfrm>
              <a:off x="10879862"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1" name="Freeform 16">
              <a:extLst>
                <a:ext uri="{FF2B5EF4-FFF2-40B4-BE49-F238E27FC236}">
                  <a16:creationId xmlns:a16="http://schemas.microsoft.com/office/drawing/2014/main" id="{8789D5ED-08F4-45B7-96D5-9DB37E826F7A}"/>
                </a:ext>
              </a:extLst>
            </p:cNvPr>
            <p:cNvSpPr>
              <a:spLocks noEditPoints="1"/>
            </p:cNvSpPr>
            <p:nvPr userDrawn="1"/>
          </p:nvSpPr>
          <p:spPr bwMode="auto">
            <a:xfrm>
              <a:off x="-91211" y="-412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2" name="Freeform 16">
              <a:extLst>
                <a:ext uri="{FF2B5EF4-FFF2-40B4-BE49-F238E27FC236}">
                  <a16:creationId xmlns:a16="http://schemas.microsoft.com/office/drawing/2014/main" id="{C71D4383-262D-49BE-8F2A-35EABE4CA514}"/>
                </a:ext>
              </a:extLst>
            </p:cNvPr>
            <p:cNvSpPr>
              <a:spLocks noEditPoints="1"/>
            </p:cNvSpPr>
            <p:nvPr userDrawn="1"/>
          </p:nvSpPr>
          <p:spPr bwMode="auto">
            <a:xfrm>
              <a:off x="26269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3" name="Freeform 16">
              <a:extLst>
                <a:ext uri="{FF2B5EF4-FFF2-40B4-BE49-F238E27FC236}">
                  <a16:creationId xmlns:a16="http://schemas.microsoft.com/office/drawing/2014/main" id="{B2D051A4-B41D-49C5-BCBA-B200CE92746B}"/>
                </a:ext>
              </a:extLst>
            </p:cNvPr>
            <p:cNvSpPr>
              <a:spLocks noEditPoints="1"/>
            </p:cNvSpPr>
            <p:nvPr userDrawn="1"/>
          </p:nvSpPr>
          <p:spPr bwMode="auto">
            <a:xfrm>
              <a:off x="61660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4" name="Freeform 16">
              <a:extLst>
                <a:ext uri="{FF2B5EF4-FFF2-40B4-BE49-F238E27FC236}">
                  <a16:creationId xmlns:a16="http://schemas.microsoft.com/office/drawing/2014/main" id="{EA204CAE-8CAD-4182-AFDF-6D71A5318AFE}"/>
                </a:ext>
              </a:extLst>
            </p:cNvPr>
            <p:cNvSpPr>
              <a:spLocks noEditPoints="1"/>
            </p:cNvSpPr>
            <p:nvPr userDrawn="1"/>
          </p:nvSpPr>
          <p:spPr bwMode="auto">
            <a:xfrm>
              <a:off x="97050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5" name="Freeform 16">
              <a:extLst>
                <a:ext uri="{FF2B5EF4-FFF2-40B4-BE49-F238E27FC236}">
                  <a16:creationId xmlns:a16="http://schemas.microsoft.com/office/drawing/2014/main" id="{F2D419D0-1198-497F-8FCB-0E4E01ABEB55}"/>
                </a:ext>
              </a:extLst>
            </p:cNvPr>
            <p:cNvSpPr>
              <a:spLocks noEditPoints="1"/>
            </p:cNvSpPr>
            <p:nvPr userDrawn="1"/>
          </p:nvSpPr>
          <p:spPr bwMode="auto">
            <a:xfrm>
              <a:off x="132441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6" name="Freeform 16">
              <a:extLst>
                <a:ext uri="{FF2B5EF4-FFF2-40B4-BE49-F238E27FC236}">
                  <a16:creationId xmlns:a16="http://schemas.microsoft.com/office/drawing/2014/main" id="{42DA3B58-E508-46A3-B351-BFD7A44A3407}"/>
                </a:ext>
              </a:extLst>
            </p:cNvPr>
            <p:cNvSpPr>
              <a:spLocks noEditPoints="1"/>
            </p:cNvSpPr>
            <p:nvPr userDrawn="1"/>
          </p:nvSpPr>
          <p:spPr bwMode="auto">
            <a:xfrm>
              <a:off x="167831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7" name="Freeform 16">
              <a:extLst>
                <a:ext uri="{FF2B5EF4-FFF2-40B4-BE49-F238E27FC236}">
                  <a16:creationId xmlns:a16="http://schemas.microsoft.com/office/drawing/2014/main" id="{E56F4597-4576-4F1D-9E8B-57D61B7AF97B}"/>
                </a:ext>
              </a:extLst>
            </p:cNvPr>
            <p:cNvSpPr>
              <a:spLocks noEditPoints="1"/>
            </p:cNvSpPr>
            <p:nvPr userDrawn="1"/>
          </p:nvSpPr>
          <p:spPr bwMode="auto">
            <a:xfrm>
              <a:off x="203222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8" name="Freeform 16">
              <a:extLst>
                <a:ext uri="{FF2B5EF4-FFF2-40B4-BE49-F238E27FC236}">
                  <a16:creationId xmlns:a16="http://schemas.microsoft.com/office/drawing/2014/main" id="{C16A7CB5-E8F5-43EC-B4DA-8367563CBA22}"/>
                </a:ext>
              </a:extLst>
            </p:cNvPr>
            <p:cNvSpPr>
              <a:spLocks noEditPoints="1"/>
            </p:cNvSpPr>
            <p:nvPr userDrawn="1"/>
          </p:nvSpPr>
          <p:spPr bwMode="auto">
            <a:xfrm>
              <a:off x="238613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49" name="Freeform 16">
              <a:extLst>
                <a:ext uri="{FF2B5EF4-FFF2-40B4-BE49-F238E27FC236}">
                  <a16:creationId xmlns:a16="http://schemas.microsoft.com/office/drawing/2014/main" id="{B63EEF7E-F8C7-40A7-9EC5-7A2377B3E9AD}"/>
                </a:ext>
              </a:extLst>
            </p:cNvPr>
            <p:cNvSpPr>
              <a:spLocks noEditPoints="1"/>
            </p:cNvSpPr>
            <p:nvPr userDrawn="1"/>
          </p:nvSpPr>
          <p:spPr bwMode="auto">
            <a:xfrm>
              <a:off x="274003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0" name="Freeform 16">
              <a:extLst>
                <a:ext uri="{FF2B5EF4-FFF2-40B4-BE49-F238E27FC236}">
                  <a16:creationId xmlns:a16="http://schemas.microsoft.com/office/drawing/2014/main" id="{18561612-6FBC-464D-9063-754B5DF158DD}"/>
                </a:ext>
              </a:extLst>
            </p:cNvPr>
            <p:cNvSpPr>
              <a:spLocks noEditPoints="1"/>
            </p:cNvSpPr>
            <p:nvPr userDrawn="1"/>
          </p:nvSpPr>
          <p:spPr bwMode="auto">
            <a:xfrm>
              <a:off x="309394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1" name="Freeform 16">
              <a:extLst>
                <a:ext uri="{FF2B5EF4-FFF2-40B4-BE49-F238E27FC236}">
                  <a16:creationId xmlns:a16="http://schemas.microsoft.com/office/drawing/2014/main" id="{9FB80B49-CDD0-491F-B397-AF746CB74515}"/>
                </a:ext>
              </a:extLst>
            </p:cNvPr>
            <p:cNvSpPr>
              <a:spLocks noEditPoints="1"/>
            </p:cNvSpPr>
            <p:nvPr userDrawn="1"/>
          </p:nvSpPr>
          <p:spPr bwMode="auto">
            <a:xfrm>
              <a:off x="344784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2" name="Freeform 16">
              <a:extLst>
                <a:ext uri="{FF2B5EF4-FFF2-40B4-BE49-F238E27FC236}">
                  <a16:creationId xmlns:a16="http://schemas.microsoft.com/office/drawing/2014/main" id="{F04631F3-C493-4A64-AAFD-4686A560F6A4}"/>
                </a:ext>
              </a:extLst>
            </p:cNvPr>
            <p:cNvSpPr>
              <a:spLocks noEditPoints="1"/>
            </p:cNvSpPr>
            <p:nvPr userDrawn="1"/>
          </p:nvSpPr>
          <p:spPr bwMode="auto">
            <a:xfrm>
              <a:off x="380175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3" name="Freeform 16">
              <a:extLst>
                <a:ext uri="{FF2B5EF4-FFF2-40B4-BE49-F238E27FC236}">
                  <a16:creationId xmlns:a16="http://schemas.microsoft.com/office/drawing/2014/main" id="{A457E3A0-7D3B-4D8D-909F-FA0F06B944BC}"/>
                </a:ext>
              </a:extLst>
            </p:cNvPr>
            <p:cNvSpPr>
              <a:spLocks noEditPoints="1"/>
            </p:cNvSpPr>
            <p:nvPr userDrawn="1"/>
          </p:nvSpPr>
          <p:spPr bwMode="auto">
            <a:xfrm>
              <a:off x="415566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4" name="Freeform 16">
              <a:extLst>
                <a:ext uri="{FF2B5EF4-FFF2-40B4-BE49-F238E27FC236}">
                  <a16:creationId xmlns:a16="http://schemas.microsoft.com/office/drawing/2014/main" id="{D8E8EADD-8531-47CC-A9F2-A5B20F7DA151}"/>
                </a:ext>
              </a:extLst>
            </p:cNvPr>
            <p:cNvSpPr>
              <a:spLocks noEditPoints="1"/>
            </p:cNvSpPr>
            <p:nvPr userDrawn="1"/>
          </p:nvSpPr>
          <p:spPr bwMode="auto">
            <a:xfrm>
              <a:off x="450956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5" name="Freeform 16">
              <a:extLst>
                <a:ext uri="{FF2B5EF4-FFF2-40B4-BE49-F238E27FC236}">
                  <a16:creationId xmlns:a16="http://schemas.microsoft.com/office/drawing/2014/main" id="{24D2EADF-B7B9-4986-AEDB-A2D41F636C1C}"/>
                </a:ext>
              </a:extLst>
            </p:cNvPr>
            <p:cNvSpPr>
              <a:spLocks noEditPoints="1"/>
            </p:cNvSpPr>
            <p:nvPr userDrawn="1"/>
          </p:nvSpPr>
          <p:spPr bwMode="auto">
            <a:xfrm>
              <a:off x="486347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6" name="Freeform 16">
              <a:extLst>
                <a:ext uri="{FF2B5EF4-FFF2-40B4-BE49-F238E27FC236}">
                  <a16:creationId xmlns:a16="http://schemas.microsoft.com/office/drawing/2014/main" id="{0683D26A-EB07-4380-8914-B6AECFE4BF3D}"/>
                </a:ext>
              </a:extLst>
            </p:cNvPr>
            <p:cNvSpPr>
              <a:spLocks noEditPoints="1"/>
            </p:cNvSpPr>
            <p:nvPr userDrawn="1"/>
          </p:nvSpPr>
          <p:spPr bwMode="auto">
            <a:xfrm>
              <a:off x="521737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7" name="Freeform 16">
              <a:extLst>
                <a:ext uri="{FF2B5EF4-FFF2-40B4-BE49-F238E27FC236}">
                  <a16:creationId xmlns:a16="http://schemas.microsoft.com/office/drawing/2014/main" id="{78C3AD2F-A184-4332-ADCE-E7FEDE7BA62B}"/>
                </a:ext>
              </a:extLst>
            </p:cNvPr>
            <p:cNvSpPr>
              <a:spLocks noEditPoints="1"/>
            </p:cNvSpPr>
            <p:nvPr userDrawn="1"/>
          </p:nvSpPr>
          <p:spPr bwMode="auto">
            <a:xfrm>
              <a:off x="557128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8" name="Freeform 16">
              <a:extLst>
                <a:ext uri="{FF2B5EF4-FFF2-40B4-BE49-F238E27FC236}">
                  <a16:creationId xmlns:a16="http://schemas.microsoft.com/office/drawing/2014/main" id="{01ACBB54-13C8-4052-B203-3996848511D8}"/>
                </a:ext>
              </a:extLst>
            </p:cNvPr>
            <p:cNvSpPr>
              <a:spLocks noEditPoints="1"/>
            </p:cNvSpPr>
            <p:nvPr userDrawn="1"/>
          </p:nvSpPr>
          <p:spPr bwMode="auto">
            <a:xfrm>
              <a:off x="592519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59" name="Freeform 16">
              <a:extLst>
                <a:ext uri="{FF2B5EF4-FFF2-40B4-BE49-F238E27FC236}">
                  <a16:creationId xmlns:a16="http://schemas.microsoft.com/office/drawing/2014/main" id="{892B4C18-A783-475D-8EEF-F11FBA1A3271}"/>
                </a:ext>
              </a:extLst>
            </p:cNvPr>
            <p:cNvSpPr>
              <a:spLocks noEditPoints="1"/>
            </p:cNvSpPr>
            <p:nvPr userDrawn="1"/>
          </p:nvSpPr>
          <p:spPr bwMode="auto">
            <a:xfrm>
              <a:off x="627909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0" name="Freeform 16">
              <a:extLst>
                <a:ext uri="{FF2B5EF4-FFF2-40B4-BE49-F238E27FC236}">
                  <a16:creationId xmlns:a16="http://schemas.microsoft.com/office/drawing/2014/main" id="{A62353FE-8604-486E-9560-78C474AC8F4C}"/>
                </a:ext>
              </a:extLst>
            </p:cNvPr>
            <p:cNvSpPr>
              <a:spLocks noEditPoints="1"/>
            </p:cNvSpPr>
            <p:nvPr userDrawn="1"/>
          </p:nvSpPr>
          <p:spPr bwMode="auto">
            <a:xfrm>
              <a:off x="663300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1" name="Freeform 16">
              <a:extLst>
                <a:ext uri="{FF2B5EF4-FFF2-40B4-BE49-F238E27FC236}">
                  <a16:creationId xmlns:a16="http://schemas.microsoft.com/office/drawing/2014/main" id="{4A5FC7DA-BB86-43EB-AC23-48D1752A6A68}"/>
                </a:ext>
              </a:extLst>
            </p:cNvPr>
            <p:cNvSpPr>
              <a:spLocks noEditPoints="1"/>
            </p:cNvSpPr>
            <p:nvPr userDrawn="1"/>
          </p:nvSpPr>
          <p:spPr bwMode="auto">
            <a:xfrm>
              <a:off x="698690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2" name="Freeform 16">
              <a:extLst>
                <a:ext uri="{FF2B5EF4-FFF2-40B4-BE49-F238E27FC236}">
                  <a16:creationId xmlns:a16="http://schemas.microsoft.com/office/drawing/2014/main" id="{57B12D9F-3BBD-4FAF-A8AB-5C3268032924}"/>
                </a:ext>
              </a:extLst>
            </p:cNvPr>
            <p:cNvSpPr>
              <a:spLocks noEditPoints="1"/>
            </p:cNvSpPr>
            <p:nvPr userDrawn="1"/>
          </p:nvSpPr>
          <p:spPr bwMode="auto">
            <a:xfrm>
              <a:off x="734081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3" name="Freeform 16">
              <a:extLst>
                <a:ext uri="{FF2B5EF4-FFF2-40B4-BE49-F238E27FC236}">
                  <a16:creationId xmlns:a16="http://schemas.microsoft.com/office/drawing/2014/main" id="{B7B50CA6-941B-4F77-891D-BA2C28D0CABB}"/>
                </a:ext>
              </a:extLst>
            </p:cNvPr>
            <p:cNvSpPr>
              <a:spLocks noEditPoints="1"/>
            </p:cNvSpPr>
            <p:nvPr userDrawn="1"/>
          </p:nvSpPr>
          <p:spPr bwMode="auto">
            <a:xfrm>
              <a:off x="769472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4" name="Freeform 16">
              <a:extLst>
                <a:ext uri="{FF2B5EF4-FFF2-40B4-BE49-F238E27FC236}">
                  <a16:creationId xmlns:a16="http://schemas.microsoft.com/office/drawing/2014/main" id="{0194FC04-B2A1-4C52-B275-3D32DD41DDB9}"/>
                </a:ext>
              </a:extLst>
            </p:cNvPr>
            <p:cNvSpPr>
              <a:spLocks noEditPoints="1"/>
            </p:cNvSpPr>
            <p:nvPr userDrawn="1"/>
          </p:nvSpPr>
          <p:spPr bwMode="auto">
            <a:xfrm>
              <a:off x="804862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5" name="Freeform 16">
              <a:extLst>
                <a:ext uri="{FF2B5EF4-FFF2-40B4-BE49-F238E27FC236}">
                  <a16:creationId xmlns:a16="http://schemas.microsoft.com/office/drawing/2014/main" id="{3055B924-F529-4C4C-A7F1-F0D1B50A73A8}"/>
                </a:ext>
              </a:extLst>
            </p:cNvPr>
            <p:cNvSpPr>
              <a:spLocks noEditPoints="1"/>
            </p:cNvSpPr>
            <p:nvPr userDrawn="1"/>
          </p:nvSpPr>
          <p:spPr bwMode="auto">
            <a:xfrm>
              <a:off x="840253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6" name="Freeform 16">
              <a:extLst>
                <a:ext uri="{FF2B5EF4-FFF2-40B4-BE49-F238E27FC236}">
                  <a16:creationId xmlns:a16="http://schemas.microsoft.com/office/drawing/2014/main" id="{1DCBE022-831C-4DEF-8567-F73AB476C6EB}"/>
                </a:ext>
              </a:extLst>
            </p:cNvPr>
            <p:cNvSpPr>
              <a:spLocks noEditPoints="1"/>
            </p:cNvSpPr>
            <p:nvPr userDrawn="1"/>
          </p:nvSpPr>
          <p:spPr bwMode="auto">
            <a:xfrm>
              <a:off x="875643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7" name="Freeform 16">
              <a:extLst>
                <a:ext uri="{FF2B5EF4-FFF2-40B4-BE49-F238E27FC236}">
                  <a16:creationId xmlns:a16="http://schemas.microsoft.com/office/drawing/2014/main" id="{4677A0E0-1BE9-4AD9-8081-3970B6DE7614}"/>
                </a:ext>
              </a:extLst>
            </p:cNvPr>
            <p:cNvSpPr>
              <a:spLocks noEditPoints="1"/>
            </p:cNvSpPr>
            <p:nvPr userDrawn="1"/>
          </p:nvSpPr>
          <p:spPr bwMode="auto">
            <a:xfrm>
              <a:off x="9110345"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8" name="Freeform 16">
              <a:extLst>
                <a:ext uri="{FF2B5EF4-FFF2-40B4-BE49-F238E27FC236}">
                  <a16:creationId xmlns:a16="http://schemas.microsoft.com/office/drawing/2014/main" id="{5056D7AA-7E9E-4019-92DE-9258C7BADCAC}"/>
                </a:ext>
              </a:extLst>
            </p:cNvPr>
            <p:cNvSpPr>
              <a:spLocks noEditPoints="1"/>
            </p:cNvSpPr>
            <p:nvPr userDrawn="1"/>
          </p:nvSpPr>
          <p:spPr bwMode="auto">
            <a:xfrm>
              <a:off x="946425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69" name="Freeform 16">
              <a:extLst>
                <a:ext uri="{FF2B5EF4-FFF2-40B4-BE49-F238E27FC236}">
                  <a16:creationId xmlns:a16="http://schemas.microsoft.com/office/drawing/2014/main" id="{B52F2FF3-8B1D-4A44-8280-D43163EC0C72}"/>
                </a:ext>
              </a:extLst>
            </p:cNvPr>
            <p:cNvSpPr>
              <a:spLocks noEditPoints="1"/>
            </p:cNvSpPr>
            <p:nvPr userDrawn="1"/>
          </p:nvSpPr>
          <p:spPr bwMode="auto">
            <a:xfrm>
              <a:off x="9818157"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0" name="Freeform 16">
              <a:extLst>
                <a:ext uri="{FF2B5EF4-FFF2-40B4-BE49-F238E27FC236}">
                  <a16:creationId xmlns:a16="http://schemas.microsoft.com/office/drawing/2014/main" id="{8B2B15A4-341E-44E2-AA50-1BF44E938792}"/>
                </a:ext>
              </a:extLst>
            </p:cNvPr>
            <p:cNvSpPr>
              <a:spLocks noEditPoints="1"/>
            </p:cNvSpPr>
            <p:nvPr userDrawn="1"/>
          </p:nvSpPr>
          <p:spPr bwMode="auto">
            <a:xfrm>
              <a:off x="10172063"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1" name="Freeform 16">
              <a:extLst>
                <a:ext uri="{FF2B5EF4-FFF2-40B4-BE49-F238E27FC236}">
                  <a16:creationId xmlns:a16="http://schemas.microsoft.com/office/drawing/2014/main" id="{ACC84E38-6617-4E04-B995-881604F99C4A}"/>
                </a:ext>
              </a:extLst>
            </p:cNvPr>
            <p:cNvSpPr>
              <a:spLocks noEditPoints="1"/>
            </p:cNvSpPr>
            <p:nvPr userDrawn="1"/>
          </p:nvSpPr>
          <p:spPr bwMode="auto">
            <a:xfrm>
              <a:off x="10525969"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2" name="Freeform 16">
              <a:extLst>
                <a:ext uri="{FF2B5EF4-FFF2-40B4-BE49-F238E27FC236}">
                  <a16:creationId xmlns:a16="http://schemas.microsoft.com/office/drawing/2014/main" id="{C6B285A5-12A2-48AF-893D-59830166139E}"/>
                </a:ext>
              </a:extLst>
            </p:cNvPr>
            <p:cNvSpPr>
              <a:spLocks noEditPoints="1"/>
            </p:cNvSpPr>
            <p:nvPr userDrawn="1"/>
          </p:nvSpPr>
          <p:spPr bwMode="auto">
            <a:xfrm>
              <a:off x="10879862"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3" name="Freeform 16">
              <a:extLst>
                <a:ext uri="{FF2B5EF4-FFF2-40B4-BE49-F238E27FC236}">
                  <a16:creationId xmlns:a16="http://schemas.microsoft.com/office/drawing/2014/main" id="{47084835-C1A6-434A-A2AB-3E7DA4267BA8}"/>
                </a:ext>
              </a:extLst>
            </p:cNvPr>
            <p:cNvSpPr>
              <a:spLocks noEditPoints="1"/>
            </p:cNvSpPr>
            <p:nvPr userDrawn="1"/>
          </p:nvSpPr>
          <p:spPr bwMode="auto">
            <a:xfrm>
              <a:off x="-91211" y="7628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4" name="Freeform 16">
              <a:extLst>
                <a:ext uri="{FF2B5EF4-FFF2-40B4-BE49-F238E27FC236}">
                  <a16:creationId xmlns:a16="http://schemas.microsoft.com/office/drawing/2014/main" id="{82D26294-EE4F-4381-8B0F-4CE7F3A1A32F}"/>
                </a:ext>
              </a:extLst>
            </p:cNvPr>
            <p:cNvSpPr>
              <a:spLocks noEditPoints="1"/>
            </p:cNvSpPr>
            <p:nvPr userDrawn="1"/>
          </p:nvSpPr>
          <p:spPr bwMode="auto">
            <a:xfrm>
              <a:off x="26269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5" name="Freeform 16">
              <a:extLst>
                <a:ext uri="{FF2B5EF4-FFF2-40B4-BE49-F238E27FC236}">
                  <a16:creationId xmlns:a16="http://schemas.microsoft.com/office/drawing/2014/main" id="{B1EE9A53-A80E-4B20-9E04-100060C781A7}"/>
                </a:ext>
              </a:extLst>
            </p:cNvPr>
            <p:cNvSpPr>
              <a:spLocks noEditPoints="1"/>
            </p:cNvSpPr>
            <p:nvPr userDrawn="1"/>
          </p:nvSpPr>
          <p:spPr bwMode="auto">
            <a:xfrm>
              <a:off x="61660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6" name="Freeform 16">
              <a:extLst>
                <a:ext uri="{FF2B5EF4-FFF2-40B4-BE49-F238E27FC236}">
                  <a16:creationId xmlns:a16="http://schemas.microsoft.com/office/drawing/2014/main" id="{C3C136FE-F981-49F6-8875-8AD586CA8527}"/>
                </a:ext>
              </a:extLst>
            </p:cNvPr>
            <p:cNvSpPr>
              <a:spLocks noEditPoints="1"/>
            </p:cNvSpPr>
            <p:nvPr userDrawn="1"/>
          </p:nvSpPr>
          <p:spPr bwMode="auto">
            <a:xfrm>
              <a:off x="97050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7" name="Freeform 16">
              <a:extLst>
                <a:ext uri="{FF2B5EF4-FFF2-40B4-BE49-F238E27FC236}">
                  <a16:creationId xmlns:a16="http://schemas.microsoft.com/office/drawing/2014/main" id="{FC84C1D9-DA95-4BF6-A71F-86DC6A2FA963}"/>
                </a:ext>
              </a:extLst>
            </p:cNvPr>
            <p:cNvSpPr>
              <a:spLocks noEditPoints="1"/>
            </p:cNvSpPr>
            <p:nvPr userDrawn="1"/>
          </p:nvSpPr>
          <p:spPr bwMode="auto">
            <a:xfrm>
              <a:off x="132441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8" name="Freeform 16">
              <a:extLst>
                <a:ext uri="{FF2B5EF4-FFF2-40B4-BE49-F238E27FC236}">
                  <a16:creationId xmlns:a16="http://schemas.microsoft.com/office/drawing/2014/main" id="{EC336BD7-D0E5-4907-BEDB-AA01C56DDA7F}"/>
                </a:ext>
              </a:extLst>
            </p:cNvPr>
            <p:cNvSpPr>
              <a:spLocks noEditPoints="1"/>
            </p:cNvSpPr>
            <p:nvPr userDrawn="1"/>
          </p:nvSpPr>
          <p:spPr bwMode="auto">
            <a:xfrm>
              <a:off x="167831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79" name="Freeform 16">
              <a:extLst>
                <a:ext uri="{FF2B5EF4-FFF2-40B4-BE49-F238E27FC236}">
                  <a16:creationId xmlns:a16="http://schemas.microsoft.com/office/drawing/2014/main" id="{BAAF41C9-7EAA-475D-83F2-1253B7055B29}"/>
                </a:ext>
              </a:extLst>
            </p:cNvPr>
            <p:cNvSpPr>
              <a:spLocks noEditPoints="1"/>
            </p:cNvSpPr>
            <p:nvPr userDrawn="1"/>
          </p:nvSpPr>
          <p:spPr bwMode="auto">
            <a:xfrm>
              <a:off x="203222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0" name="Freeform 16">
              <a:extLst>
                <a:ext uri="{FF2B5EF4-FFF2-40B4-BE49-F238E27FC236}">
                  <a16:creationId xmlns:a16="http://schemas.microsoft.com/office/drawing/2014/main" id="{C4C84E12-C6BC-4AF0-9151-76A20D031CF8}"/>
                </a:ext>
              </a:extLst>
            </p:cNvPr>
            <p:cNvSpPr>
              <a:spLocks noEditPoints="1"/>
            </p:cNvSpPr>
            <p:nvPr userDrawn="1"/>
          </p:nvSpPr>
          <p:spPr bwMode="auto">
            <a:xfrm>
              <a:off x="238613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1" name="Freeform 16">
              <a:extLst>
                <a:ext uri="{FF2B5EF4-FFF2-40B4-BE49-F238E27FC236}">
                  <a16:creationId xmlns:a16="http://schemas.microsoft.com/office/drawing/2014/main" id="{98FB1073-101D-401C-B499-E80B2DCCDB48}"/>
                </a:ext>
              </a:extLst>
            </p:cNvPr>
            <p:cNvSpPr>
              <a:spLocks noEditPoints="1"/>
            </p:cNvSpPr>
            <p:nvPr userDrawn="1"/>
          </p:nvSpPr>
          <p:spPr bwMode="auto">
            <a:xfrm>
              <a:off x="274003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2" name="Freeform 16">
              <a:extLst>
                <a:ext uri="{FF2B5EF4-FFF2-40B4-BE49-F238E27FC236}">
                  <a16:creationId xmlns:a16="http://schemas.microsoft.com/office/drawing/2014/main" id="{3E52FE15-A88E-4B8E-B23B-7E8107531242}"/>
                </a:ext>
              </a:extLst>
            </p:cNvPr>
            <p:cNvSpPr>
              <a:spLocks noEditPoints="1"/>
            </p:cNvSpPr>
            <p:nvPr userDrawn="1"/>
          </p:nvSpPr>
          <p:spPr bwMode="auto">
            <a:xfrm>
              <a:off x="309394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3" name="Freeform 16">
              <a:extLst>
                <a:ext uri="{FF2B5EF4-FFF2-40B4-BE49-F238E27FC236}">
                  <a16:creationId xmlns:a16="http://schemas.microsoft.com/office/drawing/2014/main" id="{E83FECA9-6276-4B79-96AD-84BED6F80D9C}"/>
                </a:ext>
              </a:extLst>
            </p:cNvPr>
            <p:cNvSpPr>
              <a:spLocks noEditPoints="1"/>
            </p:cNvSpPr>
            <p:nvPr userDrawn="1"/>
          </p:nvSpPr>
          <p:spPr bwMode="auto">
            <a:xfrm>
              <a:off x="344784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4" name="Freeform 16">
              <a:extLst>
                <a:ext uri="{FF2B5EF4-FFF2-40B4-BE49-F238E27FC236}">
                  <a16:creationId xmlns:a16="http://schemas.microsoft.com/office/drawing/2014/main" id="{B18137A3-C9B0-4C35-8A20-53EC5864E5B3}"/>
                </a:ext>
              </a:extLst>
            </p:cNvPr>
            <p:cNvSpPr>
              <a:spLocks noEditPoints="1"/>
            </p:cNvSpPr>
            <p:nvPr userDrawn="1"/>
          </p:nvSpPr>
          <p:spPr bwMode="auto">
            <a:xfrm>
              <a:off x="380175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5" name="Freeform 16">
              <a:extLst>
                <a:ext uri="{FF2B5EF4-FFF2-40B4-BE49-F238E27FC236}">
                  <a16:creationId xmlns:a16="http://schemas.microsoft.com/office/drawing/2014/main" id="{52DE848A-E413-47C4-8173-DB2CA8EEA35D}"/>
                </a:ext>
              </a:extLst>
            </p:cNvPr>
            <p:cNvSpPr>
              <a:spLocks noEditPoints="1"/>
            </p:cNvSpPr>
            <p:nvPr userDrawn="1"/>
          </p:nvSpPr>
          <p:spPr bwMode="auto">
            <a:xfrm>
              <a:off x="415566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6" name="Freeform 16">
              <a:extLst>
                <a:ext uri="{FF2B5EF4-FFF2-40B4-BE49-F238E27FC236}">
                  <a16:creationId xmlns:a16="http://schemas.microsoft.com/office/drawing/2014/main" id="{14D3DEFF-25FB-44EA-876C-8BD7E213C17B}"/>
                </a:ext>
              </a:extLst>
            </p:cNvPr>
            <p:cNvSpPr>
              <a:spLocks noEditPoints="1"/>
            </p:cNvSpPr>
            <p:nvPr userDrawn="1"/>
          </p:nvSpPr>
          <p:spPr bwMode="auto">
            <a:xfrm>
              <a:off x="450956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7" name="Freeform 16">
              <a:extLst>
                <a:ext uri="{FF2B5EF4-FFF2-40B4-BE49-F238E27FC236}">
                  <a16:creationId xmlns:a16="http://schemas.microsoft.com/office/drawing/2014/main" id="{F8DD5E7B-8D6A-46DF-B7B8-0A96095CA77F}"/>
                </a:ext>
              </a:extLst>
            </p:cNvPr>
            <p:cNvSpPr>
              <a:spLocks noEditPoints="1"/>
            </p:cNvSpPr>
            <p:nvPr userDrawn="1"/>
          </p:nvSpPr>
          <p:spPr bwMode="auto">
            <a:xfrm>
              <a:off x="486347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8" name="Freeform 16">
              <a:extLst>
                <a:ext uri="{FF2B5EF4-FFF2-40B4-BE49-F238E27FC236}">
                  <a16:creationId xmlns:a16="http://schemas.microsoft.com/office/drawing/2014/main" id="{140EA7A3-E20E-49A8-B7DF-746F09BE226C}"/>
                </a:ext>
              </a:extLst>
            </p:cNvPr>
            <p:cNvSpPr>
              <a:spLocks noEditPoints="1"/>
            </p:cNvSpPr>
            <p:nvPr userDrawn="1"/>
          </p:nvSpPr>
          <p:spPr bwMode="auto">
            <a:xfrm>
              <a:off x="521737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89" name="Freeform 16">
              <a:extLst>
                <a:ext uri="{FF2B5EF4-FFF2-40B4-BE49-F238E27FC236}">
                  <a16:creationId xmlns:a16="http://schemas.microsoft.com/office/drawing/2014/main" id="{A30FB1C7-E929-4CCD-BEC9-3D5F967B88FD}"/>
                </a:ext>
              </a:extLst>
            </p:cNvPr>
            <p:cNvSpPr>
              <a:spLocks noEditPoints="1"/>
            </p:cNvSpPr>
            <p:nvPr userDrawn="1"/>
          </p:nvSpPr>
          <p:spPr bwMode="auto">
            <a:xfrm>
              <a:off x="557128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0" name="Freeform 16">
              <a:extLst>
                <a:ext uri="{FF2B5EF4-FFF2-40B4-BE49-F238E27FC236}">
                  <a16:creationId xmlns:a16="http://schemas.microsoft.com/office/drawing/2014/main" id="{106589F0-5AFE-476A-B71B-0A4F47482894}"/>
                </a:ext>
              </a:extLst>
            </p:cNvPr>
            <p:cNvSpPr>
              <a:spLocks noEditPoints="1"/>
            </p:cNvSpPr>
            <p:nvPr userDrawn="1"/>
          </p:nvSpPr>
          <p:spPr bwMode="auto">
            <a:xfrm>
              <a:off x="592519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1" name="Freeform 16">
              <a:extLst>
                <a:ext uri="{FF2B5EF4-FFF2-40B4-BE49-F238E27FC236}">
                  <a16:creationId xmlns:a16="http://schemas.microsoft.com/office/drawing/2014/main" id="{852272BE-007F-4591-87D4-4C058623A4E7}"/>
                </a:ext>
              </a:extLst>
            </p:cNvPr>
            <p:cNvSpPr>
              <a:spLocks noEditPoints="1"/>
            </p:cNvSpPr>
            <p:nvPr userDrawn="1"/>
          </p:nvSpPr>
          <p:spPr bwMode="auto">
            <a:xfrm>
              <a:off x="627909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2" name="Freeform 16">
              <a:extLst>
                <a:ext uri="{FF2B5EF4-FFF2-40B4-BE49-F238E27FC236}">
                  <a16:creationId xmlns:a16="http://schemas.microsoft.com/office/drawing/2014/main" id="{2D5A05AC-D4E7-4583-9D07-33F99E8EE145}"/>
                </a:ext>
              </a:extLst>
            </p:cNvPr>
            <p:cNvSpPr>
              <a:spLocks noEditPoints="1"/>
            </p:cNvSpPr>
            <p:nvPr userDrawn="1"/>
          </p:nvSpPr>
          <p:spPr bwMode="auto">
            <a:xfrm>
              <a:off x="663300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3" name="Freeform 16">
              <a:extLst>
                <a:ext uri="{FF2B5EF4-FFF2-40B4-BE49-F238E27FC236}">
                  <a16:creationId xmlns:a16="http://schemas.microsoft.com/office/drawing/2014/main" id="{FA87D9B9-82A6-4511-B55E-096518071AEC}"/>
                </a:ext>
              </a:extLst>
            </p:cNvPr>
            <p:cNvSpPr>
              <a:spLocks noEditPoints="1"/>
            </p:cNvSpPr>
            <p:nvPr userDrawn="1"/>
          </p:nvSpPr>
          <p:spPr bwMode="auto">
            <a:xfrm>
              <a:off x="698690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4" name="Freeform 16">
              <a:extLst>
                <a:ext uri="{FF2B5EF4-FFF2-40B4-BE49-F238E27FC236}">
                  <a16:creationId xmlns:a16="http://schemas.microsoft.com/office/drawing/2014/main" id="{82686F07-3802-48D8-BD5E-CF63B4EBB3CC}"/>
                </a:ext>
              </a:extLst>
            </p:cNvPr>
            <p:cNvSpPr>
              <a:spLocks noEditPoints="1"/>
            </p:cNvSpPr>
            <p:nvPr userDrawn="1"/>
          </p:nvSpPr>
          <p:spPr bwMode="auto">
            <a:xfrm>
              <a:off x="734081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5" name="Freeform 16">
              <a:extLst>
                <a:ext uri="{FF2B5EF4-FFF2-40B4-BE49-F238E27FC236}">
                  <a16:creationId xmlns:a16="http://schemas.microsoft.com/office/drawing/2014/main" id="{F1444EAF-3866-48AD-95F7-91B593B79534}"/>
                </a:ext>
              </a:extLst>
            </p:cNvPr>
            <p:cNvSpPr>
              <a:spLocks noEditPoints="1"/>
            </p:cNvSpPr>
            <p:nvPr userDrawn="1"/>
          </p:nvSpPr>
          <p:spPr bwMode="auto">
            <a:xfrm>
              <a:off x="769472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6" name="Freeform 16">
              <a:extLst>
                <a:ext uri="{FF2B5EF4-FFF2-40B4-BE49-F238E27FC236}">
                  <a16:creationId xmlns:a16="http://schemas.microsoft.com/office/drawing/2014/main" id="{938A681C-25A3-449B-A881-F76613FC964B}"/>
                </a:ext>
              </a:extLst>
            </p:cNvPr>
            <p:cNvSpPr>
              <a:spLocks noEditPoints="1"/>
            </p:cNvSpPr>
            <p:nvPr userDrawn="1"/>
          </p:nvSpPr>
          <p:spPr bwMode="auto">
            <a:xfrm>
              <a:off x="804862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7" name="Freeform 16">
              <a:extLst>
                <a:ext uri="{FF2B5EF4-FFF2-40B4-BE49-F238E27FC236}">
                  <a16:creationId xmlns:a16="http://schemas.microsoft.com/office/drawing/2014/main" id="{98089678-D463-4C4A-9D1A-1FC1390E4B1C}"/>
                </a:ext>
              </a:extLst>
            </p:cNvPr>
            <p:cNvSpPr>
              <a:spLocks noEditPoints="1"/>
            </p:cNvSpPr>
            <p:nvPr userDrawn="1"/>
          </p:nvSpPr>
          <p:spPr bwMode="auto">
            <a:xfrm>
              <a:off x="840253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8" name="Freeform 16">
              <a:extLst>
                <a:ext uri="{FF2B5EF4-FFF2-40B4-BE49-F238E27FC236}">
                  <a16:creationId xmlns:a16="http://schemas.microsoft.com/office/drawing/2014/main" id="{045CD8C6-72C7-424E-8145-FCCA8DA12450}"/>
                </a:ext>
              </a:extLst>
            </p:cNvPr>
            <p:cNvSpPr>
              <a:spLocks noEditPoints="1"/>
            </p:cNvSpPr>
            <p:nvPr userDrawn="1"/>
          </p:nvSpPr>
          <p:spPr bwMode="auto">
            <a:xfrm>
              <a:off x="875643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99" name="Freeform 16">
              <a:extLst>
                <a:ext uri="{FF2B5EF4-FFF2-40B4-BE49-F238E27FC236}">
                  <a16:creationId xmlns:a16="http://schemas.microsoft.com/office/drawing/2014/main" id="{BCBD54C4-E64F-46E5-B0A1-0FBF34779AA3}"/>
                </a:ext>
              </a:extLst>
            </p:cNvPr>
            <p:cNvSpPr>
              <a:spLocks noEditPoints="1"/>
            </p:cNvSpPr>
            <p:nvPr userDrawn="1"/>
          </p:nvSpPr>
          <p:spPr bwMode="auto">
            <a:xfrm>
              <a:off x="9110345"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0" name="Freeform 16">
              <a:extLst>
                <a:ext uri="{FF2B5EF4-FFF2-40B4-BE49-F238E27FC236}">
                  <a16:creationId xmlns:a16="http://schemas.microsoft.com/office/drawing/2014/main" id="{B158F302-8B95-435F-8FB0-83556B22F47D}"/>
                </a:ext>
              </a:extLst>
            </p:cNvPr>
            <p:cNvSpPr>
              <a:spLocks noEditPoints="1"/>
            </p:cNvSpPr>
            <p:nvPr userDrawn="1"/>
          </p:nvSpPr>
          <p:spPr bwMode="auto">
            <a:xfrm>
              <a:off x="946425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1" name="Freeform 16">
              <a:extLst>
                <a:ext uri="{FF2B5EF4-FFF2-40B4-BE49-F238E27FC236}">
                  <a16:creationId xmlns:a16="http://schemas.microsoft.com/office/drawing/2014/main" id="{169E18F6-73D6-442E-8CB4-23C90D727B13}"/>
                </a:ext>
              </a:extLst>
            </p:cNvPr>
            <p:cNvSpPr>
              <a:spLocks noEditPoints="1"/>
            </p:cNvSpPr>
            <p:nvPr userDrawn="1"/>
          </p:nvSpPr>
          <p:spPr bwMode="auto">
            <a:xfrm>
              <a:off x="9818157"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2" name="Freeform 16">
              <a:extLst>
                <a:ext uri="{FF2B5EF4-FFF2-40B4-BE49-F238E27FC236}">
                  <a16:creationId xmlns:a16="http://schemas.microsoft.com/office/drawing/2014/main" id="{ABAC07F3-4764-4532-A67C-B8DDA82C539E}"/>
                </a:ext>
              </a:extLst>
            </p:cNvPr>
            <p:cNvSpPr>
              <a:spLocks noEditPoints="1"/>
            </p:cNvSpPr>
            <p:nvPr userDrawn="1"/>
          </p:nvSpPr>
          <p:spPr bwMode="auto">
            <a:xfrm>
              <a:off x="10172063"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3" name="Freeform 16">
              <a:extLst>
                <a:ext uri="{FF2B5EF4-FFF2-40B4-BE49-F238E27FC236}">
                  <a16:creationId xmlns:a16="http://schemas.microsoft.com/office/drawing/2014/main" id="{3EE3A1D8-3AAF-4FAE-91BD-EE716E1E52EC}"/>
                </a:ext>
              </a:extLst>
            </p:cNvPr>
            <p:cNvSpPr>
              <a:spLocks noEditPoints="1"/>
            </p:cNvSpPr>
            <p:nvPr userDrawn="1"/>
          </p:nvSpPr>
          <p:spPr bwMode="auto">
            <a:xfrm>
              <a:off x="10525969"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4" name="Freeform 16">
              <a:extLst>
                <a:ext uri="{FF2B5EF4-FFF2-40B4-BE49-F238E27FC236}">
                  <a16:creationId xmlns:a16="http://schemas.microsoft.com/office/drawing/2014/main" id="{78F80FF2-18C9-4DE9-8D2D-648C6F957059}"/>
                </a:ext>
              </a:extLst>
            </p:cNvPr>
            <p:cNvSpPr>
              <a:spLocks noEditPoints="1"/>
            </p:cNvSpPr>
            <p:nvPr userDrawn="1"/>
          </p:nvSpPr>
          <p:spPr bwMode="auto">
            <a:xfrm>
              <a:off x="10879862"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5" name="Freeform 16">
              <a:extLst>
                <a:ext uri="{FF2B5EF4-FFF2-40B4-BE49-F238E27FC236}">
                  <a16:creationId xmlns:a16="http://schemas.microsoft.com/office/drawing/2014/main" id="{E9B1FC89-6E1D-463F-B7E4-4F62397C5092}"/>
                </a:ext>
              </a:extLst>
            </p:cNvPr>
            <p:cNvSpPr>
              <a:spLocks noEditPoints="1"/>
            </p:cNvSpPr>
            <p:nvPr userDrawn="1"/>
          </p:nvSpPr>
          <p:spPr bwMode="auto">
            <a:xfrm>
              <a:off x="-91211" y="15668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6" name="Freeform 16">
              <a:extLst>
                <a:ext uri="{FF2B5EF4-FFF2-40B4-BE49-F238E27FC236}">
                  <a16:creationId xmlns:a16="http://schemas.microsoft.com/office/drawing/2014/main" id="{1504CF42-A3AD-43AF-BC77-F4293F782154}"/>
                </a:ext>
              </a:extLst>
            </p:cNvPr>
            <p:cNvSpPr>
              <a:spLocks noEditPoints="1"/>
            </p:cNvSpPr>
            <p:nvPr userDrawn="1"/>
          </p:nvSpPr>
          <p:spPr bwMode="auto">
            <a:xfrm>
              <a:off x="26269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7" name="Freeform 16">
              <a:extLst>
                <a:ext uri="{FF2B5EF4-FFF2-40B4-BE49-F238E27FC236}">
                  <a16:creationId xmlns:a16="http://schemas.microsoft.com/office/drawing/2014/main" id="{F0742A4B-B722-474E-833A-AF064D3CD9E5}"/>
                </a:ext>
              </a:extLst>
            </p:cNvPr>
            <p:cNvSpPr>
              <a:spLocks noEditPoints="1"/>
            </p:cNvSpPr>
            <p:nvPr userDrawn="1"/>
          </p:nvSpPr>
          <p:spPr bwMode="auto">
            <a:xfrm>
              <a:off x="61660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8" name="Freeform 16">
              <a:extLst>
                <a:ext uri="{FF2B5EF4-FFF2-40B4-BE49-F238E27FC236}">
                  <a16:creationId xmlns:a16="http://schemas.microsoft.com/office/drawing/2014/main" id="{56AB6434-0B69-41B7-841E-1A9ECDA5F2EF}"/>
                </a:ext>
              </a:extLst>
            </p:cNvPr>
            <p:cNvSpPr>
              <a:spLocks noEditPoints="1"/>
            </p:cNvSpPr>
            <p:nvPr userDrawn="1"/>
          </p:nvSpPr>
          <p:spPr bwMode="auto">
            <a:xfrm>
              <a:off x="97050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09" name="Freeform 16">
              <a:extLst>
                <a:ext uri="{FF2B5EF4-FFF2-40B4-BE49-F238E27FC236}">
                  <a16:creationId xmlns:a16="http://schemas.microsoft.com/office/drawing/2014/main" id="{409BE632-16FF-4B4D-93DE-08E52DEE5ACA}"/>
                </a:ext>
              </a:extLst>
            </p:cNvPr>
            <p:cNvSpPr>
              <a:spLocks noEditPoints="1"/>
            </p:cNvSpPr>
            <p:nvPr userDrawn="1"/>
          </p:nvSpPr>
          <p:spPr bwMode="auto">
            <a:xfrm>
              <a:off x="132441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0" name="Freeform 16">
              <a:extLst>
                <a:ext uri="{FF2B5EF4-FFF2-40B4-BE49-F238E27FC236}">
                  <a16:creationId xmlns:a16="http://schemas.microsoft.com/office/drawing/2014/main" id="{F6D1D24A-DEFB-4B95-9E28-5334F985B979}"/>
                </a:ext>
              </a:extLst>
            </p:cNvPr>
            <p:cNvSpPr>
              <a:spLocks noEditPoints="1"/>
            </p:cNvSpPr>
            <p:nvPr userDrawn="1"/>
          </p:nvSpPr>
          <p:spPr bwMode="auto">
            <a:xfrm>
              <a:off x="167831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1" name="Freeform 16">
              <a:extLst>
                <a:ext uri="{FF2B5EF4-FFF2-40B4-BE49-F238E27FC236}">
                  <a16:creationId xmlns:a16="http://schemas.microsoft.com/office/drawing/2014/main" id="{4D490E6F-B375-40F3-B24C-E712E32AFAF5}"/>
                </a:ext>
              </a:extLst>
            </p:cNvPr>
            <p:cNvSpPr>
              <a:spLocks noEditPoints="1"/>
            </p:cNvSpPr>
            <p:nvPr userDrawn="1"/>
          </p:nvSpPr>
          <p:spPr bwMode="auto">
            <a:xfrm>
              <a:off x="203222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2" name="Freeform 16">
              <a:extLst>
                <a:ext uri="{FF2B5EF4-FFF2-40B4-BE49-F238E27FC236}">
                  <a16:creationId xmlns:a16="http://schemas.microsoft.com/office/drawing/2014/main" id="{B1156AD0-A975-4D2C-B96A-5C2D1D5006E1}"/>
                </a:ext>
              </a:extLst>
            </p:cNvPr>
            <p:cNvSpPr>
              <a:spLocks noEditPoints="1"/>
            </p:cNvSpPr>
            <p:nvPr userDrawn="1"/>
          </p:nvSpPr>
          <p:spPr bwMode="auto">
            <a:xfrm>
              <a:off x="238613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3" name="Freeform 16">
              <a:extLst>
                <a:ext uri="{FF2B5EF4-FFF2-40B4-BE49-F238E27FC236}">
                  <a16:creationId xmlns:a16="http://schemas.microsoft.com/office/drawing/2014/main" id="{8C5C7092-27B9-46A8-A5CB-88DDD889D6D9}"/>
                </a:ext>
              </a:extLst>
            </p:cNvPr>
            <p:cNvSpPr>
              <a:spLocks noEditPoints="1"/>
            </p:cNvSpPr>
            <p:nvPr userDrawn="1"/>
          </p:nvSpPr>
          <p:spPr bwMode="auto">
            <a:xfrm>
              <a:off x="274003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4" name="Freeform 16">
              <a:extLst>
                <a:ext uri="{FF2B5EF4-FFF2-40B4-BE49-F238E27FC236}">
                  <a16:creationId xmlns:a16="http://schemas.microsoft.com/office/drawing/2014/main" id="{BF4DD3C7-5444-4AE1-8656-CFEA1F9643A2}"/>
                </a:ext>
              </a:extLst>
            </p:cNvPr>
            <p:cNvSpPr>
              <a:spLocks noEditPoints="1"/>
            </p:cNvSpPr>
            <p:nvPr userDrawn="1"/>
          </p:nvSpPr>
          <p:spPr bwMode="auto">
            <a:xfrm>
              <a:off x="309394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5" name="Freeform 16">
              <a:extLst>
                <a:ext uri="{FF2B5EF4-FFF2-40B4-BE49-F238E27FC236}">
                  <a16:creationId xmlns:a16="http://schemas.microsoft.com/office/drawing/2014/main" id="{D467BF95-5ED3-4FD4-83F5-8070D7EE77D9}"/>
                </a:ext>
              </a:extLst>
            </p:cNvPr>
            <p:cNvSpPr>
              <a:spLocks noEditPoints="1"/>
            </p:cNvSpPr>
            <p:nvPr userDrawn="1"/>
          </p:nvSpPr>
          <p:spPr bwMode="auto">
            <a:xfrm>
              <a:off x="344784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6" name="Freeform 16">
              <a:extLst>
                <a:ext uri="{FF2B5EF4-FFF2-40B4-BE49-F238E27FC236}">
                  <a16:creationId xmlns:a16="http://schemas.microsoft.com/office/drawing/2014/main" id="{CDB313B9-C607-49FC-BC0F-4BDDB157AFF6}"/>
                </a:ext>
              </a:extLst>
            </p:cNvPr>
            <p:cNvSpPr>
              <a:spLocks noEditPoints="1"/>
            </p:cNvSpPr>
            <p:nvPr userDrawn="1"/>
          </p:nvSpPr>
          <p:spPr bwMode="auto">
            <a:xfrm>
              <a:off x="380175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7" name="Freeform 16">
              <a:extLst>
                <a:ext uri="{FF2B5EF4-FFF2-40B4-BE49-F238E27FC236}">
                  <a16:creationId xmlns:a16="http://schemas.microsoft.com/office/drawing/2014/main" id="{23871273-FB35-489A-824B-B8913F9CC456}"/>
                </a:ext>
              </a:extLst>
            </p:cNvPr>
            <p:cNvSpPr>
              <a:spLocks noEditPoints="1"/>
            </p:cNvSpPr>
            <p:nvPr userDrawn="1"/>
          </p:nvSpPr>
          <p:spPr bwMode="auto">
            <a:xfrm>
              <a:off x="415566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8" name="Freeform 16">
              <a:extLst>
                <a:ext uri="{FF2B5EF4-FFF2-40B4-BE49-F238E27FC236}">
                  <a16:creationId xmlns:a16="http://schemas.microsoft.com/office/drawing/2014/main" id="{6C17C940-E405-42C7-95FF-4654386A8961}"/>
                </a:ext>
              </a:extLst>
            </p:cNvPr>
            <p:cNvSpPr>
              <a:spLocks noEditPoints="1"/>
            </p:cNvSpPr>
            <p:nvPr userDrawn="1"/>
          </p:nvSpPr>
          <p:spPr bwMode="auto">
            <a:xfrm>
              <a:off x="450956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19" name="Freeform 16">
              <a:extLst>
                <a:ext uri="{FF2B5EF4-FFF2-40B4-BE49-F238E27FC236}">
                  <a16:creationId xmlns:a16="http://schemas.microsoft.com/office/drawing/2014/main" id="{F26C33C6-2F43-40B4-BB2D-1DD906A22803}"/>
                </a:ext>
              </a:extLst>
            </p:cNvPr>
            <p:cNvSpPr>
              <a:spLocks noEditPoints="1"/>
            </p:cNvSpPr>
            <p:nvPr userDrawn="1"/>
          </p:nvSpPr>
          <p:spPr bwMode="auto">
            <a:xfrm>
              <a:off x="486347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0" name="Freeform 16">
              <a:extLst>
                <a:ext uri="{FF2B5EF4-FFF2-40B4-BE49-F238E27FC236}">
                  <a16:creationId xmlns:a16="http://schemas.microsoft.com/office/drawing/2014/main" id="{4AF169A6-6482-40AF-85D0-0743C46622D2}"/>
                </a:ext>
              </a:extLst>
            </p:cNvPr>
            <p:cNvSpPr>
              <a:spLocks noEditPoints="1"/>
            </p:cNvSpPr>
            <p:nvPr userDrawn="1"/>
          </p:nvSpPr>
          <p:spPr bwMode="auto">
            <a:xfrm>
              <a:off x="521737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1" name="Freeform 16">
              <a:extLst>
                <a:ext uri="{FF2B5EF4-FFF2-40B4-BE49-F238E27FC236}">
                  <a16:creationId xmlns:a16="http://schemas.microsoft.com/office/drawing/2014/main" id="{E0513C84-01AF-4A9C-9822-98303318D0FD}"/>
                </a:ext>
              </a:extLst>
            </p:cNvPr>
            <p:cNvSpPr>
              <a:spLocks noEditPoints="1"/>
            </p:cNvSpPr>
            <p:nvPr userDrawn="1"/>
          </p:nvSpPr>
          <p:spPr bwMode="auto">
            <a:xfrm>
              <a:off x="557128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2" name="Freeform 16">
              <a:extLst>
                <a:ext uri="{FF2B5EF4-FFF2-40B4-BE49-F238E27FC236}">
                  <a16:creationId xmlns:a16="http://schemas.microsoft.com/office/drawing/2014/main" id="{BC2CD672-1D59-47B2-8BA3-8F1F5D7E660C}"/>
                </a:ext>
              </a:extLst>
            </p:cNvPr>
            <p:cNvSpPr>
              <a:spLocks noEditPoints="1"/>
            </p:cNvSpPr>
            <p:nvPr userDrawn="1"/>
          </p:nvSpPr>
          <p:spPr bwMode="auto">
            <a:xfrm>
              <a:off x="592519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3" name="Freeform 16">
              <a:extLst>
                <a:ext uri="{FF2B5EF4-FFF2-40B4-BE49-F238E27FC236}">
                  <a16:creationId xmlns:a16="http://schemas.microsoft.com/office/drawing/2014/main" id="{5CF49A84-7902-40A6-A48F-B657DB995EB9}"/>
                </a:ext>
              </a:extLst>
            </p:cNvPr>
            <p:cNvSpPr>
              <a:spLocks noEditPoints="1"/>
            </p:cNvSpPr>
            <p:nvPr userDrawn="1"/>
          </p:nvSpPr>
          <p:spPr bwMode="auto">
            <a:xfrm>
              <a:off x="627909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4" name="Freeform 16">
              <a:extLst>
                <a:ext uri="{FF2B5EF4-FFF2-40B4-BE49-F238E27FC236}">
                  <a16:creationId xmlns:a16="http://schemas.microsoft.com/office/drawing/2014/main" id="{0413E21A-6735-49F7-84A0-262341ED4348}"/>
                </a:ext>
              </a:extLst>
            </p:cNvPr>
            <p:cNvSpPr>
              <a:spLocks noEditPoints="1"/>
            </p:cNvSpPr>
            <p:nvPr userDrawn="1"/>
          </p:nvSpPr>
          <p:spPr bwMode="auto">
            <a:xfrm>
              <a:off x="663300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5" name="Freeform 16">
              <a:extLst>
                <a:ext uri="{FF2B5EF4-FFF2-40B4-BE49-F238E27FC236}">
                  <a16:creationId xmlns:a16="http://schemas.microsoft.com/office/drawing/2014/main" id="{B3515FD2-D67D-4964-A1C7-366A2381E295}"/>
                </a:ext>
              </a:extLst>
            </p:cNvPr>
            <p:cNvSpPr>
              <a:spLocks noEditPoints="1"/>
            </p:cNvSpPr>
            <p:nvPr userDrawn="1"/>
          </p:nvSpPr>
          <p:spPr bwMode="auto">
            <a:xfrm>
              <a:off x="698690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6" name="Freeform 16">
              <a:extLst>
                <a:ext uri="{FF2B5EF4-FFF2-40B4-BE49-F238E27FC236}">
                  <a16:creationId xmlns:a16="http://schemas.microsoft.com/office/drawing/2014/main" id="{988F666F-A0C2-4684-BAAE-BF79FEBCB153}"/>
                </a:ext>
              </a:extLst>
            </p:cNvPr>
            <p:cNvSpPr>
              <a:spLocks noEditPoints="1"/>
            </p:cNvSpPr>
            <p:nvPr userDrawn="1"/>
          </p:nvSpPr>
          <p:spPr bwMode="auto">
            <a:xfrm>
              <a:off x="734081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7" name="Freeform 16">
              <a:extLst>
                <a:ext uri="{FF2B5EF4-FFF2-40B4-BE49-F238E27FC236}">
                  <a16:creationId xmlns:a16="http://schemas.microsoft.com/office/drawing/2014/main" id="{D64D2D99-CFE5-40EB-81E4-E29105359993}"/>
                </a:ext>
              </a:extLst>
            </p:cNvPr>
            <p:cNvSpPr>
              <a:spLocks noEditPoints="1"/>
            </p:cNvSpPr>
            <p:nvPr userDrawn="1"/>
          </p:nvSpPr>
          <p:spPr bwMode="auto">
            <a:xfrm>
              <a:off x="769472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8" name="Freeform 16">
              <a:extLst>
                <a:ext uri="{FF2B5EF4-FFF2-40B4-BE49-F238E27FC236}">
                  <a16:creationId xmlns:a16="http://schemas.microsoft.com/office/drawing/2014/main" id="{6F1D8EC0-2F8B-4B55-829F-5D11897D2E63}"/>
                </a:ext>
              </a:extLst>
            </p:cNvPr>
            <p:cNvSpPr>
              <a:spLocks noEditPoints="1"/>
            </p:cNvSpPr>
            <p:nvPr userDrawn="1"/>
          </p:nvSpPr>
          <p:spPr bwMode="auto">
            <a:xfrm>
              <a:off x="804862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29" name="Freeform 16">
              <a:extLst>
                <a:ext uri="{FF2B5EF4-FFF2-40B4-BE49-F238E27FC236}">
                  <a16:creationId xmlns:a16="http://schemas.microsoft.com/office/drawing/2014/main" id="{7612A0CC-BF09-49BF-BA72-D8A716237830}"/>
                </a:ext>
              </a:extLst>
            </p:cNvPr>
            <p:cNvSpPr>
              <a:spLocks noEditPoints="1"/>
            </p:cNvSpPr>
            <p:nvPr userDrawn="1"/>
          </p:nvSpPr>
          <p:spPr bwMode="auto">
            <a:xfrm>
              <a:off x="840253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0" name="Freeform 16">
              <a:extLst>
                <a:ext uri="{FF2B5EF4-FFF2-40B4-BE49-F238E27FC236}">
                  <a16:creationId xmlns:a16="http://schemas.microsoft.com/office/drawing/2014/main" id="{5834C3D7-D7F3-46F0-95B2-22E7990457B3}"/>
                </a:ext>
              </a:extLst>
            </p:cNvPr>
            <p:cNvSpPr>
              <a:spLocks noEditPoints="1"/>
            </p:cNvSpPr>
            <p:nvPr userDrawn="1"/>
          </p:nvSpPr>
          <p:spPr bwMode="auto">
            <a:xfrm>
              <a:off x="875643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1" name="Freeform 16">
              <a:extLst>
                <a:ext uri="{FF2B5EF4-FFF2-40B4-BE49-F238E27FC236}">
                  <a16:creationId xmlns:a16="http://schemas.microsoft.com/office/drawing/2014/main" id="{FD9ABA39-4B6C-4C7A-BFF6-C9192C33F513}"/>
                </a:ext>
              </a:extLst>
            </p:cNvPr>
            <p:cNvSpPr>
              <a:spLocks noEditPoints="1"/>
            </p:cNvSpPr>
            <p:nvPr userDrawn="1"/>
          </p:nvSpPr>
          <p:spPr bwMode="auto">
            <a:xfrm>
              <a:off x="9110345"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2" name="Freeform 16">
              <a:extLst>
                <a:ext uri="{FF2B5EF4-FFF2-40B4-BE49-F238E27FC236}">
                  <a16:creationId xmlns:a16="http://schemas.microsoft.com/office/drawing/2014/main" id="{7A304270-705C-435B-A170-7613148DB7AE}"/>
                </a:ext>
              </a:extLst>
            </p:cNvPr>
            <p:cNvSpPr>
              <a:spLocks noEditPoints="1"/>
            </p:cNvSpPr>
            <p:nvPr userDrawn="1"/>
          </p:nvSpPr>
          <p:spPr bwMode="auto">
            <a:xfrm>
              <a:off x="946425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3" name="Freeform 16">
              <a:extLst>
                <a:ext uri="{FF2B5EF4-FFF2-40B4-BE49-F238E27FC236}">
                  <a16:creationId xmlns:a16="http://schemas.microsoft.com/office/drawing/2014/main" id="{78BD2E8E-0F2A-497D-A0F8-D0D05765BA64}"/>
                </a:ext>
              </a:extLst>
            </p:cNvPr>
            <p:cNvSpPr>
              <a:spLocks noEditPoints="1"/>
            </p:cNvSpPr>
            <p:nvPr userDrawn="1"/>
          </p:nvSpPr>
          <p:spPr bwMode="auto">
            <a:xfrm>
              <a:off x="9818157"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4" name="Freeform 16">
              <a:extLst>
                <a:ext uri="{FF2B5EF4-FFF2-40B4-BE49-F238E27FC236}">
                  <a16:creationId xmlns:a16="http://schemas.microsoft.com/office/drawing/2014/main" id="{F8691056-2A9C-4EAE-898B-E8C145A3A09E}"/>
                </a:ext>
              </a:extLst>
            </p:cNvPr>
            <p:cNvSpPr>
              <a:spLocks noEditPoints="1"/>
            </p:cNvSpPr>
            <p:nvPr userDrawn="1"/>
          </p:nvSpPr>
          <p:spPr bwMode="auto">
            <a:xfrm>
              <a:off x="10172063"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5" name="Freeform 16">
              <a:extLst>
                <a:ext uri="{FF2B5EF4-FFF2-40B4-BE49-F238E27FC236}">
                  <a16:creationId xmlns:a16="http://schemas.microsoft.com/office/drawing/2014/main" id="{7644BFA6-53D3-4200-97D5-A0826C91221C}"/>
                </a:ext>
              </a:extLst>
            </p:cNvPr>
            <p:cNvSpPr>
              <a:spLocks noEditPoints="1"/>
            </p:cNvSpPr>
            <p:nvPr userDrawn="1"/>
          </p:nvSpPr>
          <p:spPr bwMode="auto">
            <a:xfrm>
              <a:off x="10525969"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6" name="Freeform 16">
              <a:extLst>
                <a:ext uri="{FF2B5EF4-FFF2-40B4-BE49-F238E27FC236}">
                  <a16:creationId xmlns:a16="http://schemas.microsoft.com/office/drawing/2014/main" id="{31DD1366-4AF2-4675-8C09-B16FF18F4AFB}"/>
                </a:ext>
              </a:extLst>
            </p:cNvPr>
            <p:cNvSpPr>
              <a:spLocks noEditPoints="1"/>
            </p:cNvSpPr>
            <p:nvPr userDrawn="1"/>
          </p:nvSpPr>
          <p:spPr bwMode="auto">
            <a:xfrm>
              <a:off x="10879862"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7" name="Freeform 16">
              <a:extLst>
                <a:ext uri="{FF2B5EF4-FFF2-40B4-BE49-F238E27FC236}">
                  <a16:creationId xmlns:a16="http://schemas.microsoft.com/office/drawing/2014/main" id="{05FAFC32-B238-4EC6-9F94-250901C580A0}"/>
                </a:ext>
              </a:extLst>
            </p:cNvPr>
            <p:cNvSpPr>
              <a:spLocks noEditPoints="1"/>
            </p:cNvSpPr>
            <p:nvPr userDrawn="1"/>
          </p:nvSpPr>
          <p:spPr bwMode="auto">
            <a:xfrm>
              <a:off x="-91211" y="237095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8" name="Freeform 16">
              <a:extLst>
                <a:ext uri="{FF2B5EF4-FFF2-40B4-BE49-F238E27FC236}">
                  <a16:creationId xmlns:a16="http://schemas.microsoft.com/office/drawing/2014/main" id="{94EDFDD1-CC0F-4CE9-A5E1-6F34763C59D7}"/>
                </a:ext>
              </a:extLst>
            </p:cNvPr>
            <p:cNvSpPr>
              <a:spLocks noEditPoints="1"/>
            </p:cNvSpPr>
            <p:nvPr userDrawn="1"/>
          </p:nvSpPr>
          <p:spPr bwMode="auto">
            <a:xfrm>
              <a:off x="26269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39" name="Freeform 16">
              <a:extLst>
                <a:ext uri="{FF2B5EF4-FFF2-40B4-BE49-F238E27FC236}">
                  <a16:creationId xmlns:a16="http://schemas.microsoft.com/office/drawing/2014/main" id="{89391791-3406-405C-A52A-325E0ACEF0EF}"/>
                </a:ext>
              </a:extLst>
            </p:cNvPr>
            <p:cNvSpPr>
              <a:spLocks noEditPoints="1"/>
            </p:cNvSpPr>
            <p:nvPr userDrawn="1"/>
          </p:nvSpPr>
          <p:spPr bwMode="auto">
            <a:xfrm>
              <a:off x="61660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0" name="Freeform 16">
              <a:extLst>
                <a:ext uri="{FF2B5EF4-FFF2-40B4-BE49-F238E27FC236}">
                  <a16:creationId xmlns:a16="http://schemas.microsoft.com/office/drawing/2014/main" id="{C45408BD-5A4C-4B71-9A10-180FFAA3CF67}"/>
                </a:ext>
              </a:extLst>
            </p:cNvPr>
            <p:cNvSpPr>
              <a:spLocks noEditPoints="1"/>
            </p:cNvSpPr>
            <p:nvPr userDrawn="1"/>
          </p:nvSpPr>
          <p:spPr bwMode="auto">
            <a:xfrm>
              <a:off x="97050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1" name="Freeform 16">
              <a:extLst>
                <a:ext uri="{FF2B5EF4-FFF2-40B4-BE49-F238E27FC236}">
                  <a16:creationId xmlns:a16="http://schemas.microsoft.com/office/drawing/2014/main" id="{262DA3C5-1F52-431A-AA77-2EBDF5CD4D0B}"/>
                </a:ext>
              </a:extLst>
            </p:cNvPr>
            <p:cNvSpPr>
              <a:spLocks noEditPoints="1"/>
            </p:cNvSpPr>
            <p:nvPr userDrawn="1"/>
          </p:nvSpPr>
          <p:spPr bwMode="auto">
            <a:xfrm>
              <a:off x="132441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2" name="Freeform 16">
              <a:extLst>
                <a:ext uri="{FF2B5EF4-FFF2-40B4-BE49-F238E27FC236}">
                  <a16:creationId xmlns:a16="http://schemas.microsoft.com/office/drawing/2014/main" id="{158567EE-7ECE-4308-AF7E-DEA507E8E4A9}"/>
                </a:ext>
              </a:extLst>
            </p:cNvPr>
            <p:cNvSpPr>
              <a:spLocks noEditPoints="1"/>
            </p:cNvSpPr>
            <p:nvPr userDrawn="1"/>
          </p:nvSpPr>
          <p:spPr bwMode="auto">
            <a:xfrm>
              <a:off x="167831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3" name="Freeform 16">
              <a:extLst>
                <a:ext uri="{FF2B5EF4-FFF2-40B4-BE49-F238E27FC236}">
                  <a16:creationId xmlns:a16="http://schemas.microsoft.com/office/drawing/2014/main" id="{D2894DDF-45DE-4178-BFC7-4F0B8D8EF9D5}"/>
                </a:ext>
              </a:extLst>
            </p:cNvPr>
            <p:cNvSpPr>
              <a:spLocks noEditPoints="1"/>
            </p:cNvSpPr>
            <p:nvPr userDrawn="1"/>
          </p:nvSpPr>
          <p:spPr bwMode="auto">
            <a:xfrm>
              <a:off x="203222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4" name="Freeform 16">
              <a:extLst>
                <a:ext uri="{FF2B5EF4-FFF2-40B4-BE49-F238E27FC236}">
                  <a16:creationId xmlns:a16="http://schemas.microsoft.com/office/drawing/2014/main" id="{36B1E453-1287-45A9-9339-730E3914F14B}"/>
                </a:ext>
              </a:extLst>
            </p:cNvPr>
            <p:cNvSpPr>
              <a:spLocks noEditPoints="1"/>
            </p:cNvSpPr>
            <p:nvPr userDrawn="1"/>
          </p:nvSpPr>
          <p:spPr bwMode="auto">
            <a:xfrm>
              <a:off x="238613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5" name="Freeform 16">
              <a:extLst>
                <a:ext uri="{FF2B5EF4-FFF2-40B4-BE49-F238E27FC236}">
                  <a16:creationId xmlns:a16="http://schemas.microsoft.com/office/drawing/2014/main" id="{4D1CFF21-2793-4E1D-A631-989F34A2CB26}"/>
                </a:ext>
              </a:extLst>
            </p:cNvPr>
            <p:cNvSpPr>
              <a:spLocks noEditPoints="1"/>
            </p:cNvSpPr>
            <p:nvPr userDrawn="1"/>
          </p:nvSpPr>
          <p:spPr bwMode="auto">
            <a:xfrm>
              <a:off x="274003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6" name="Freeform 16">
              <a:extLst>
                <a:ext uri="{FF2B5EF4-FFF2-40B4-BE49-F238E27FC236}">
                  <a16:creationId xmlns:a16="http://schemas.microsoft.com/office/drawing/2014/main" id="{FFFFE495-6317-4046-8780-509B3F7DE408}"/>
                </a:ext>
              </a:extLst>
            </p:cNvPr>
            <p:cNvSpPr>
              <a:spLocks noEditPoints="1"/>
            </p:cNvSpPr>
            <p:nvPr userDrawn="1"/>
          </p:nvSpPr>
          <p:spPr bwMode="auto">
            <a:xfrm>
              <a:off x="309394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7" name="Freeform 16">
              <a:extLst>
                <a:ext uri="{FF2B5EF4-FFF2-40B4-BE49-F238E27FC236}">
                  <a16:creationId xmlns:a16="http://schemas.microsoft.com/office/drawing/2014/main" id="{07F2B335-6843-4188-BE58-F99705AE7348}"/>
                </a:ext>
              </a:extLst>
            </p:cNvPr>
            <p:cNvSpPr>
              <a:spLocks noEditPoints="1"/>
            </p:cNvSpPr>
            <p:nvPr userDrawn="1"/>
          </p:nvSpPr>
          <p:spPr bwMode="auto">
            <a:xfrm>
              <a:off x="344784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8" name="Freeform 16">
              <a:extLst>
                <a:ext uri="{FF2B5EF4-FFF2-40B4-BE49-F238E27FC236}">
                  <a16:creationId xmlns:a16="http://schemas.microsoft.com/office/drawing/2014/main" id="{6A1AA564-0530-4B23-B215-595CC54E23C4}"/>
                </a:ext>
              </a:extLst>
            </p:cNvPr>
            <p:cNvSpPr>
              <a:spLocks noEditPoints="1"/>
            </p:cNvSpPr>
            <p:nvPr userDrawn="1"/>
          </p:nvSpPr>
          <p:spPr bwMode="auto">
            <a:xfrm>
              <a:off x="380175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49" name="Freeform 16">
              <a:extLst>
                <a:ext uri="{FF2B5EF4-FFF2-40B4-BE49-F238E27FC236}">
                  <a16:creationId xmlns:a16="http://schemas.microsoft.com/office/drawing/2014/main" id="{4876FBCA-0D51-4B33-9375-D3F71918F7FC}"/>
                </a:ext>
              </a:extLst>
            </p:cNvPr>
            <p:cNvSpPr>
              <a:spLocks noEditPoints="1"/>
            </p:cNvSpPr>
            <p:nvPr userDrawn="1"/>
          </p:nvSpPr>
          <p:spPr bwMode="auto">
            <a:xfrm>
              <a:off x="415566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0" name="Freeform 16">
              <a:extLst>
                <a:ext uri="{FF2B5EF4-FFF2-40B4-BE49-F238E27FC236}">
                  <a16:creationId xmlns:a16="http://schemas.microsoft.com/office/drawing/2014/main" id="{B025D520-F3BC-4D3B-BF86-05B537F2482B}"/>
                </a:ext>
              </a:extLst>
            </p:cNvPr>
            <p:cNvSpPr>
              <a:spLocks noEditPoints="1"/>
            </p:cNvSpPr>
            <p:nvPr userDrawn="1"/>
          </p:nvSpPr>
          <p:spPr bwMode="auto">
            <a:xfrm>
              <a:off x="450956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1" name="Freeform 16">
              <a:extLst>
                <a:ext uri="{FF2B5EF4-FFF2-40B4-BE49-F238E27FC236}">
                  <a16:creationId xmlns:a16="http://schemas.microsoft.com/office/drawing/2014/main" id="{24765AAF-1343-40B6-9F77-11BC4F9E47DC}"/>
                </a:ext>
              </a:extLst>
            </p:cNvPr>
            <p:cNvSpPr>
              <a:spLocks noEditPoints="1"/>
            </p:cNvSpPr>
            <p:nvPr userDrawn="1"/>
          </p:nvSpPr>
          <p:spPr bwMode="auto">
            <a:xfrm>
              <a:off x="486347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2" name="Freeform 16">
              <a:extLst>
                <a:ext uri="{FF2B5EF4-FFF2-40B4-BE49-F238E27FC236}">
                  <a16:creationId xmlns:a16="http://schemas.microsoft.com/office/drawing/2014/main" id="{CAE5A3F7-0924-495D-8844-A0BFFEA3F5A6}"/>
                </a:ext>
              </a:extLst>
            </p:cNvPr>
            <p:cNvSpPr>
              <a:spLocks noEditPoints="1"/>
            </p:cNvSpPr>
            <p:nvPr userDrawn="1"/>
          </p:nvSpPr>
          <p:spPr bwMode="auto">
            <a:xfrm>
              <a:off x="521737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3" name="Freeform 16">
              <a:extLst>
                <a:ext uri="{FF2B5EF4-FFF2-40B4-BE49-F238E27FC236}">
                  <a16:creationId xmlns:a16="http://schemas.microsoft.com/office/drawing/2014/main" id="{CFDA1116-035D-4E54-AFBB-4D27A956C253}"/>
                </a:ext>
              </a:extLst>
            </p:cNvPr>
            <p:cNvSpPr>
              <a:spLocks noEditPoints="1"/>
            </p:cNvSpPr>
            <p:nvPr userDrawn="1"/>
          </p:nvSpPr>
          <p:spPr bwMode="auto">
            <a:xfrm>
              <a:off x="557128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4" name="Freeform 16">
              <a:extLst>
                <a:ext uri="{FF2B5EF4-FFF2-40B4-BE49-F238E27FC236}">
                  <a16:creationId xmlns:a16="http://schemas.microsoft.com/office/drawing/2014/main" id="{5F363A19-6283-48F8-85FA-6B7CCCB51846}"/>
                </a:ext>
              </a:extLst>
            </p:cNvPr>
            <p:cNvSpPr>
              <a:spLocks noEditPoints="1"/>
            </p:cNvSpPr>
            <p:nvPr userDrawn="1"/>
          </p:nvSpPr>
          <p:spPr bwMode="auto">
            <a:xfrm>
              <a:off x="592519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5" name="Freeform 16">
              <a:extLst>
                <a:ext uri="{FF2B5EF4-FFF2-40B4-BE49-F238E27FC236}">
                  <a16:creationId xmlns:a16="http://schemas.microsoft.com/office/drawing/2014/main" id="{2A698C8C-4D32-4D3F-9F80-BEC6A13B8458}"/>
                </a:ext>
              </a:extLst>
            </p:cNvPr>
            <p:cNvSpPr>
              <a:spLocks noEditPoints="1"/>
            </p:cNvSpPr>
            <p:nvPr userDrawn="1"/>
          </p:nvSpPr>
          <p:spPr bwMode="auto">
            <a:xfrm>
              <a:off x="627909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6" name="Freeform 16">
              <a:extLst>
                <a:ext uri="{FF2B5EF4-FFF2-40B4-BE49-F238E27FC236}">
                  <a16:creationId xmlns:a16="http://schemas.microsoft.com/office/drawing/2014/main" id="{4570646F-A2EF-470F-BE69-65F48D8F63F9}"/>
                </a:ext>
              </a:extLst>
            </p:cNvPr>
            <p:cNvSpPr>
              <a:spLocks noEditPoints="1"/>
            </p:cNvSpPr>
            <p:nvPr userDrawn="1"/>
          </p:nvSpPr>
          <p:spPr bwMode="auto">
            <a:xfrm>
              <a:off x="663300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7" name="Freeform 16">
              <a:extLst>
                <a:ext uri="{FF2B5EF4-FFF2-40B4-BE49-F238E27FC236}">
                  <a16:creationId xmlns:a16="http://schemas.microsoft.com/office/drawing/2014/main" id="{6076E36D-73D2-4127-BE4A-21CD4864C9DA}"/>
                </a:ext>
              </a:extLst>
            </p:cNvPr>
            <p:cNvSpPr>
              <a:spLocks noEditPoints="1"/>
            </p:cNvSpPr>
            <p:nvPr userDrawn="1"/>
          </p:nvSpPr>
          <p:spPr bwMode="auto">
            <a:xfrm>
              <a:off x="698690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8" name="Freeform 16">
              <a:extLst>
                <a:ext uri="{FF2B5EF4-FFF2-40B4-BE49-F238E27FC236}">
                  <a16:creationId xmlns:a16="http://schemas.microsoft.com/office/drawing/2014/main" id="{7C8BE7DC-9C93-4AE4-849A-1438EF43DADA}"/>
                </a:ext>
              </a:extLst>
            </p:cNvPr>
            <p:cNvSpPr>
              <a:spLocks noEditPoints="1"/>
            </p:cNvSpPr>
            <p:nvPr userDrawn="1"/>
          </p:nvSpPr>
          <p:spPr bwMode="auto">
            <a:xfrm>
              <a:off x="734081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59" name="Freeform 16">
              <a:extLst>
                <a:ext uri="{FF2B5EF4-FFF2-40B4-BE49-F238E27FC236}">
                  <a16:creationId xmlns:a16="http://schemas.microsoft.com/office/drawing/2014/main" id="{7A7E7F5E-396F-402D-87C2-4ECEE23A833E}"/>
                </a:ext>
              </a:extLst>
            </p:cNvPr>
            <p:cNvSpPr>
              <a:spLocks noEditPoints="1"/>
            </p:cNvSpPr>
            <p:nvPr userDrawn="1"/>
          </p:nvSpPr>
          <p:spPr bwMode="auto">
            <a:xfrm>
              <a:off x="769472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0" name="Freeform 16">
              <a:extLst>
                <a:ext uri="{FF2B5EF4-FFF2-40B4-BE49-F238E27FC236}">
                  <a16:creationId xmlns:a16="http://schemas.microsoft.com/office/drawing/2014/main" id="{97EC6D43-68CC-4F32-BFB8-1B15CFBD5927}"/>
                </a:ext>
              </a:extLst>
            </p:cNvPr>
            <p:cNvSpPr>
              <a:spLocks noEditPoints="1"/>
            </p:cNvSpPr>
            <p:nvPr userDrawn="1"/>
          </p:nvSpPr>
          <p:spPr bwMode="auto">
            <a:xfrm>
              <a:off x="804862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1" name="Freeform 16">
              <a:extLst>
                <a:ext uri="{FF2B5EF4-FFF2-40B4-BE49-F238E27FC236}">
                  <a16:creationId xmlns:a16="http://schemas.microsoft.com/office/drawing/2014/main" id="{AA1D0C14-2069-4DE9-A088-6C76A61F20B1}"/>
                </a:ext>
              </a:extLst>
            </p:cNvPr>
            <p:cNvSpPr>
              <a:spLocks noEditPoints="1"/>
            </p:cNvSpPr>
            <p:nvPr userDrawn="1"/>
          </p:nvSpPr>
          <p:spPr bwMode="auto">
            <a:xfrm>
              <a:off x="840253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2" name="Freeform 16">
              <a:extLst>
                <a:ext uri="{FF2B5EF4-FFF2-40B4-BE49-F238E27FC236}">
                  <a16:creationId xmlns:a16="http://schemas.microsoft.com/office/drawing/2014/main" id="{72C3829D-1796-4F37-B8F1-5C9A26E28C99}"/>
                </a:ext>
              </a:extLst>
            </p:cNvPr>
            <p:cNvSpPr>
              <a:spLocks noEditPoints="1"/>
            </p:cNvSpPr>
            <p:nvPr userDrawn="1"/>
          </p:nvSpPr>
          <p:spPr bwMode="auto">
            <a:xfrm>
              <a:off x="875643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3" name="Freeform 16">
              <a:extLst>
                <a:ext uri="{FF2B5EF4-FFF2-40B4-BE49-F238E27FC236}">
                  <a16:creationId xmlns:a16="http://schemas.microsoft.com/office/drawing/2014/main" id="{F74CEB28-F72C-46BF-955A-1DFBE9110A11}"/>
                </a:ext>
              </a:extLst>
            </p:cNvPr>
            <p:cNvSpPr>
              <a:spLocks noEditPoints="1"/>
            </p:cNvSpPr>
            <p:nvPr userDrawn="1"/>
          </p:nvSpPr>
          <p:spPr bwMode="auto">
            <a:xfrm>
              <a:off x="9110345"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4" name="Freeform 16">
              <a:extLst>
                <a:ext uri="{FF2B5EF4-FFF2-40B4-BE49-F238E27FC236}">
                  <a16:creationId xmlns:a16="http://schemas.microsoft.com/office/drawing/2014/main" id="{7052B90E-88FE-46F1-B64B-F574689D491B}"/>
                </a:ext>
              </a:extLst>
            </p:cNvPr>
            <p:cNvSpPr>
              <a:spLocks noEditPoints="1"/>
            </p:cNvSpPr>
            <p:nvPr userDrawn="1"/>
          </p:nvSpPr>
          <p:spPr bwMode="auto">
            <a:xfrm>
              <a:off x="946425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5" name="Freeform 16">
              <a:extLst>
                <a:ext uri="{FF2B5EF4-FFF2-40B4-BE49-F238E27FC236}">
                  <a16:creationId xmlns:a16="http://schemas.microsoft.com/office/drawing/2014/main" id="{F8F128E0-3AD1-4260-A7E5-19E8751009D9}"/>
                </a:ext>
              </a:extLst>
            </p:cNvPr>
            <p:cNvSpPr>
              <a:spLocks noEditPoints="1"/>
            </p:cNvSpPr>
            <p:nvPr userDrawn="1"/>
          </p:nvSpPr>
          <p:spPr bwMode="auto">
            <a:xfrm>
              <a:off x="9818157"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6" name="Freeform 16">
              <a:extLst>
                <a:ext uri="{FF2B5EF4-FFF2-40B4-BE49-F238E27FC236}">
                  <a16:creationId xmlns:a16="http://schemas.microsoft.com/office/drawing/2014/main" id="{969B39FA-8605-4E46-98D4-7C699D24F4C4}"/>
                </a:ext>
              </a:extLst>
            </p:cNvPr>
            <p:cNvSpPr>
              <a:spLocks noEditPoints="1"/>
            </p:cNvSpPr>
            <p:nvPr userDrawn="1"/>
          </p:nvSpPr>
          <p:spPr bwMode="auto">
            <a:xfrm>
              <a:off x="10172063"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7" name="Freeform 16">
              <a:extLst>
                <a:ext uri="{FF2B5EF4-FFF2-40B4-BE49-F238E27FC236}">
                  <a16:creationId xmlns:a16="http://schemas.microsoft.com/office/drawing/2014/main" id="{DD141AA4-FDDD-4DF1-A51F-34017775CB16}"/>
                </a:ext>
              </a:extLst>
            </p:cNvPr>
            <p:cNvSpPr>
              <a:spLocks noEditPoints="1"/>
            </p:cNvSpPr>
            <p:nvPr userDrawn="1"/>
          </p:nvSpPr>
          <p:spPr bwMode="auto">
            <a:xfrm>
              <a:off x="10525969"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8" name="Freeform 16">
              <a:extLst>
                <a:ext uri="{FF2B5EF4-FFF2-40B4-BE49-F238E27FC236}">
                  <a16:creationId xmlns:a16="http://schemas.microsoft.com/office/drawing/2014/main" id="{855CBA53-E52B-4687-96C6-EBA404B23D4F}"/>
                </a:ext>
              </a:extLst>
            </p:cNvPr>
            <p:cNvSpPr>
              <a:spLocks noEditPoints="1"/>
            </p:cNvSpPr>
            <p:nvPr userDrawn="1"/>
          </p:nvSpPr>
          <p:spPr bwMode="auto">
            <a:xfrm>
              <a:off x="10879862"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69" name="Freeform 16">
              <a:extLst>
                <a:ext uri="{FF2B5EF4-FFF2-40B4-BE49-F238E27FC236}">
                  <a16:creationId xmlns:a16="http://schemas.microsoft.com/office/drawing/2014/main" id="{BA45AD96-F5AF-4075-86DE-27366EF2792C}"/>
                </a:ext>
              </a:extLst>
            </p:cNvPr>
            <p:cNvSpPr>
              <a:spLocks noEditPoints="1"/>
            </p:cNvSpPr>
            <p:nvPr userDrawn="1"/>
          </p:nvSpPr>
          <p:spPr bwMode="auto">
            <a:xfrm>
              <a:off x="-91211" y="317502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0" name="Freeform 16">
              <a:extLst>
                <a:ext uri="{FF2B5EF4-FFF2-40B4-BE49-F238E27FC236}">
                  <a16:creationId xmlns:a16="http://schemas.microsoft.com/office/drawing/2014/main" id="{BB34F054-D296-4BA7-A495-E174D9BE84D6}"/>
                </a:ext>
              </a:extLst>
            </p:cNvPr>
            <p:cNvSpPr>
              <a:spLocks noEditPoints="1"/>
            </p:cNvSpPr>
            <p:nvPr userDrawn="1"/>
          </p:nvSpPr>
          <p:spPr bwMode="auto">
            <a:xfrm>
              <a:off x="26269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1" name="Freeform 16">
              <a:extLst>
                <a:ext uri="{FF2B5EF4-FFF2-40B4-BE49-F238E27FC236}">
                  <a16:creationId xmlns:a16="http://schemas.microsoft.com/office/drawing/2014/main" id="{F429DE27-C226-4AA5-9816-E6376A4E2A9C}"/>
                </a:ext>
              </a:extLst>
            </p:cNvPr>
            <p:cNvSpPr>
              <a:spLocks noEditPoints="1"/>
            </p:cNvSpPr>
            <p:nvPr userDrawn="1"/>
          </p:nvSpPr>
          <p:spPr bwMode="auto">
            <a:xfrm>
              <a:off x="61660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2" name="Freeform 16">
              <a:extLst>
                <a:ext uri="{FF2B5EF4-FFF2-40B4-BE49-F238E27FC236}">
                  <a16:creationId xmlns:a16="http://schemas.microsoft.com/office/drawing/2014/main" id="{EE6506CD-9CC1-4BC6-BC32-DFD6FB136AF1}"/>
                </a:ext>
              </a:extLst>
            </p:cNvPr>
            <p:cNvSpPr>
              <a:spLocks noEditPoints="1"/>
            </p:cNvSpPr>
            <p:nvPr userDrawn="1"/>
          </p:nvSpPr>
          <p:spPr bwMode="auto">
            <a:xfrm>
              <a:off x="97050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3" name="Freeform 16">
              <a:extLst>
                <a:ext uri="{FF2B5EF4-FFF2-40B4-BE49-F238E27FC236}">
                  <a16:creationId xmlns:a16="http://schemas.microsoft.com/office/drawing/2014/main" id="{B3A7E91D-34EB-4744-A1A0-13EC637748C3}"/>
                </a:ext>
              </a:extLst>
            </p:cNvPr>
            <p:cNvSpPr>
              <a:spLocks noEditPoints="1"/>
            </p:cNvSpPr>
            <p:nvPr userDrawn="1"/>
          </p:nvSpPr>
          <p:spPr bwMode="auto">
            <a:xfrm>
              <a:off x="132441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4" name="Freeform 16">
              <a:extLst>
                <a:ext uri="{FF2B5EF4-FFF2-40B4-BE49-F238E27FC236}">
                  <a16:creationId xmlns:a16="http://schemas.microsoft.com/office/drawing/2014/main" id="{65A23728-E731-4707-AC6B-35FB937AE7A4}"/>
                </a:ext>
              </a:extLst>
            </p:cNvPr>
            <p:cNvSpPr>
              <a:spLocks noEditPoints="1"/>
            </p:cNvSpPr>
            <p:nvPr userDrawn="1"/>
          </p:nvSpPr>
          <p:spPr bwMode="auto">
            <a:xfrm>
              <a:off x="167831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5" name="Freeform 16">
              <a:extLst>
                <a:ext uri="{FF2B5EF4-FFF2-40B4-BE49-F238E27FC236}">
                  <a16:creationId xmlns:a16="http://schemas.microsoft.com/office/drawing/2014/main" id="{D8983A2E-8721-4A78-B55C-FD0940B28E97}"/>
                </a:ext>
              </a:extLst>
            </p:cNvPr>
            <p:cNvSpPr>
              <a:spLocks noEditPoints="1"/>
            </p:cNvSpPr>
            <p:nvPr userDrawn="1"/>
          </p:nvSpPr>
          <p:spPr bwMode="auto">
            <a:xfrm>
              <a:off x="203222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6" name="Freeform 16">
              <a:extLst>
                <a:ext uri="{FF2B5EF4-FFF2-40B4-BE49-F238E27FC236}">
                  <a16:creationId xmlns:a16="http://schemas.microsoft.com/office/drawing/2014/main" id="{FD4BBBB1-537D-4BF3-9BCC-DB166F1B91EF}"/>
                </a:ext>
              </a:extLst>
            </p:cNvPr>
            <p:cNvSpPr>
              <a:spLocks noEditPoints="1"/>
            </p:cNvSpPr>
            <p:nvPr userDrawn="1"/>
          </p:nvSpPr>
          <p:spPr bwMode="auto">
            <a:xfrm>
              <a:off x="238613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7" name="Freeform 16">
              <a:extLst>
                <a:ext uri="{FF2B5EF4-FFF2-40B4-BE49-F238E27FC236}">
                  <a16:creationId xmlns:a16="http://schemas.microsoft.com/office/drawing/2014/main" id="{AB55ADFF-1418-463B-9F69-0448C6BC5598}"/>
                </a:ext>
              </a:extLst>
            </p:cNvPr>
            <p:cNvSpPr>
              <a:spLocks noEditPoints="1"/>
            </p:cNvSpPr>
            <p:nvPr userDrawn="1"/>
          </p:nvSpPr>
          <p:spPr bwMode="auto">
            <a:xfrm>
              <a:off x="274003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8" name="Freeform 16">
              <a:extLst>
                <a:ext uri="{FF2B5EF4-FFF2-40B4-BE49-F238E27FC236}">
                  <a16:creationId xmlns:a16="http://schemas.microsoft.com/office/drawing/2014/main" id="{7DB31205-26C8-4B40-84B2-A21E042869C4}"/>
                </a:ext>
              </a:extLst>
            </p:cNvPr>
            <p:cNvSpPr>
              <a:spLocks noEditPoints="1"/>
            </p:cNvSpPr>
            <p:nvPr userDrawn="1"/>
          </p:nvSpPr>
          <p:spPr bwMode="auto">
            <a:xfrm>
              <a:off x="309394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79" name="Freeform 16">
              <a:extLst>
                <a:ext uri="{FF2B5EF4-FFF2-40B4-BE49-F238E27FC236}">
                  <a16:creationId xmlns:a16="http://schemas.microsoft.com/office/drawing/2014/main" id="{A55615A4-EA9A-41B6-9F9B-5608693927A9}"/>
                </a:ext>
              </a:extLst>
            </p:cNvPr>
            <p:cNvSpPr>
              <a:spLocks noEditPoints="1"/>
            </p:cNvSpPr>
            <p:nvPr userDrawn="1"/>
          </p:nvSpPr>
          <p:spPr bwMode="auto">
            <a:xfrm>
              <a:off x="344784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0" name="Freeform 16">
              <a:extLst>
                <a:ext uri="{FF2B5EF4-FFF2-40B4-BE49-F238E27FC236}">
                  <a16:creationId xmlns:a16="http://schemas.microsoft.com/office/drawing/2014/main" id="{A66AFF9B-47A8-431E-A764-E6AFD677715E}"/>
                </a:ext>
              </a:extLst>
            </p:cNvPr>
            <p:cNvSpPr>
              <a:spLocks noEditPoints="1"/>
            </p:cNvSpPr>
            <p:nvPr userDrawn="1"/>
          </p:nvSpPr>
          <p:spPr bwMode="auto">
            <a:xfrm>
              <a:off x="380175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1" name="Freeform 16">
              <a:extLst>
                <a:ext uri="{FF2B5EF4-FFF2-40B4-BE49-F238E27FC236}">
                  <a16:creationId xmlns:a16="http://schemas.microsoft.com/office/drawing/2014/main" id="{BB50F388-4C4F-4B03-AD18-01111D1C59A1}"/>
                </a:ext>
              </a:extLst>
            </p:cNvPr>
            <p:cNvSpPr>
              <a:spLocks noEditPoints="1"/>
            </p:cNvSpPr>
            <p:nvPr userDrawn="1"/>
          </p:nvSpPr>
          <p:spPr bwMode="auto">
            <a:xfrm>
              <a:off x="415566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2" name="Freeform 16">
              <a:extLst>
                <a:ext uri="{FF2B5EF4-FFF2-40B4-BE49-F238E27FC236}">
                  <a16:creationId xmlns:a16="http://schemas.microsoft.com/office/drawing/2014/main" id="{CF3FB584-0B0E-423F-925C-1180324EBD34}"/>
                </a:ext>
              </a:extLst>
            </p:cNvPr>
            <p:cNvSpPr>
              <a:spLocks noEditPoints="1"/>
            </p:cNvSpPr>
            <p:nvPr userDrawn="1"/>
          </p:nvSpPr>
          <p:spPr bwMode="auto">
            <a:xfrm>
              <a:off x="450956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3" name="Freeform 16">
              <a:extLst>
                <a:ext uri="{FF2B5EF4-FFF2-40B4-BE49-F238E27FC236}">
                  <a16:creationId xmlns:a16="http://schemas.microsoft.com/office/drawing/2014/main" id="{ED4EC88C-3F33-4DC1-85B0-07C4415BBD45}"/>
                </a:ext>
              </a:extLst>
            </p:cNvPr>
            <p:cNvSpPr>
              <a:spLocks noEditPoints="1"/>
            </p:cNvSpPr>
            <p:nvPr userDrawn="1"/>
          </p:nvSpPr>
          <p:spPr bwMode="auto">
            <a:xfrm>
              <a:off x="486347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4" name="Freeform 16">
              <a:extLst>
                <a:ext uri="{FF2B5EF4-FFF2-40B4-BE49-F238E27FC236}">
                  <a16:creationId xmlns:a16="http://schemas.microsoft.com/office/drawing/2014/main" id="{1C4B329A-FB4F-44FB-B230-B1047E59B394}"/>
                </a:ext>
              </a:extLst>
            </p:cNvPr>
            <p:cNvSpPr>
              <a:spLocks noEditPoints="1"/>
            </p:cNvSpPr>
            <p:nvPr userDrawn="1"/>
          </p:nvSpPr>
          <p:spPr bwMode="auto">
            <a:xfrm>
              <a:off x="521737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5" name="Freeform 16">
              <a:extLst>
                <a:ext uri="{FF2B5EF4-FFF2-40B4-BE49-F238E27FC236}">
                  <a16:creationId xmlns:a16="http://schemas.microsoft.com/office/drawing/2014/main" id="{BE396084-F429-410A-AF78-35CDD96AF6BE}"/>
                </a:ext>
              </a:extLst>
            </p:cNvPr>
            <p:cNvSpPr>
              <a:spLocks noEditPoints="1"/>
            </p:cNvSpPr>
            <p:nvPr userDrawn="1"/>
          </p:nvSpPr>
          <p:spPr bwMode="auto">
            <a:xfrm>
              <a:off x="557128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6" name="Freeform 16">
              <a:extLst>
                <a:ext uri="{FF2B5EF4-FFF2-40B4-BE49-F238E27FC236}">
                  <a16:creationId xmlns:a16="http://schemas.microsoft.com/office/drawing/2014/main" id="{6F0A9973-4361-4CB5-876A-37B001931E15}"/>
                </a:ext>
              </a:extLst>
            </p:cNvPr>
            <p:cNvSpPr>
              <a:spLocks noEditPoints="1"/>
            </p:cNvSpPr>
            <p:nvPr userDrawn="1"/>
          </p:nvSpPr>
          <p:spPr bwMode="auto">
            <a:xfrm>
              <a:off x="592519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7" name="Freeform 16">
              <a:extLst>
                <a:ext uri="{FF2B5EF4-FFF2-40B4-BE49-F238E27FC236}">
                  <a16:creationId xmlns:a16="http://schemas.microsoft.com/office/drawing/2014/main" id="{1F716BE4-ED9D-4AFC-8882-00791784384A}"/>
                </a:ext>
              </a:extLst>
            </p:cNvPr>
            <p:cNvSpPr>
              <a:spLocks noEditPoints="1"/>
            </p:cNvSpPr>
            <p:nvPr userDrawn="1"/>
          </p:nvSpPr>
          <p:spPr bwMode="auto">
            <a:xfrm>
              <a:off x="627909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8" name="Freeform 16">
              <a:extLst>
                <a:ext uri="{FF2B5EF4-FFF2-40B4-BE49-F238E27FC236}">
                  <a16:creationId xmlns:a16="http://schemas.microsoft.com/office/drawing/2014/main" id="{A3188B9A-07AD-4D67-9017-92061B138A3F}"/>
                </a:ext>
              </a:extLst>
            </p:cNvPr>
            <p:cNvSpPr>
              <a:spLocks noEditPoints="1"/>
            </p:cNvSpPr>
            <p:nvPr userDrawn="1"/>
          </p:nvSpPr>
          <p:spPr bwMode="auto">
            <a:xfrm>
              <a:off x="663300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89" name="Freeform 16">
              <a:extLst>
                <a:ext uri="{FF2B5EF4-FFF2-40B4-BE49-F238E27FC236}">
                  <a16:creationId xmlns:a16="http://schemas.microsoft.com/office/drawing/2014/main" id="{DE8AD78A-ABB9-4B8E-A0F9-F7CCA2E2EF8F}"/>
                </a:ext>
              </a:extLst>
            </p:cNvPr>
            <p:cNvSpPr>
              <a:spLocks noEditPoints="1"/>
            </p:cNvSpPr>
            <p:nvPr userDrawn="1"/>
          </p:nvSpPr>
          <p:spPr bwMode="auto">
            <a:xfrm>
              <a:off x="698690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0" name="Freeform 16">
              <a:extLst>
                <a:ext uri="{FF2B5EF4-FFF2-40B4-BE49-F238E27FC236}">
                  <a16:creationId xmlns:a16="http://schemas.microsoft.com/office/drawing/2014/main" id="{02865DC5-04F0-4328-8C93-50994C40E460}"/>
                </a:ext>
              </a:extLst>
            </p:cNvPr>
            <p:cNvSpPr>
              <a:spLocks noEditPoints="1"/>
            </p:cNvSpPr>
            <p:nvPr userDrawn="1"/>
          </p:nvSpPr>
          <p:spPr bwMode="auto">
            <a:xfrm>
              <a:off x="734081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1" name="Freeform 16">
              <a:extLst>
                <a:ext uri="{FF2B5EF4-FFF2-40B4-BE49-F238E27FC236}">
                  <a16:creationId xmlns:a16="http://schemas.microsoft.com/office/drawing/2014/main" id="{541DB8F0-C031-42C1-A57D-729DA2CFF352}"/>
                </a:ext>
              </a:extLst>
            </p:cNvPr>
            <p:cNvSpPr>
              <a:spLocks noEditPoints="1"/>
            </p:cNvSpPr>
            <p:nvPr userDrawn="1"/>
          </p:nvSpPr>
          <p:spPr bwMode="auto">
            <a:xfrm>
              <a:off x="769472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2" name="Freeform 16">
              <a:extLst>
                <a:ext uri="{FF2B5EF4-FFF2-40B4-BE49-F238E27FC236}">
                  <a16:creationId xmlns:a16="http://schemas.microsoft.com/office/drawing/2014/main" id="{E74F6813-CEDF-4C90-9515-18F2D2808D82}"/>
                </a:ext>
              </a:extLst>
            </p:cNvPr>
            <p:cNvSpPr>
              <a:spLocks noEditPoints="1"/>
            </p:cNvSpPr>
            <p:nvPr userDrawn="1"/>
          </p:nvSpPr>
          <p:spPr bwMode="auto">
            <a:xfrm>
              <a:off x="804862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3" name="Freeform 16">
              <a:extLst>
                <a:ext uri="{FF2B5EF4-FFF2-40B4-BE49-F238E27FC236}">
                  <a16:creationId xmlns:a16="http://schemas.microsoft.com/office/drawing/2014/main" id="{178439D5-98F9-4547-AA18-8F0D15FA5033}"/>
                </a:ext>
              </a:extLst>
            </p:cNvPr>
            <p:cNvSpPr>
              <a:spLocks noEditPoints="1"/>
            </p:cNvSpPr>
            <p:nvPr userDrawn="1"/>
          </p:nvSpPr>
          <p:spPr bwMode="auto">
            <a:xfrm>
              <a:off x="840253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4" name="Freeform 16">
              <a:extLst>
                <a:ext uri="{FF2B5EF4-FFF2-40B4-BE49-F238E27FC236}">
                  <a16:creationId xmlns:a16="http://schemas.microsoft.com/office/drawing/2014/main" id="{FF65ACCA-B29A-4B23-99DF-9E8988FE7762}"/>
                </a:ext>
              </a:extLst>
            </p:cNvPr>
            <p:cNvSpPr>
              <a:spLocks noEditPoints="1"/>
            </p:cNvSpPr>
            <p:nvPr userDrawn="1"/>
          </p:nvSpPr>
          <p:spPr bwMode="auto">
            <a:xfrm>
              <a:off x="875643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5" name="Freeform 16">
              <a:extLst>
                <a:ext uri="{FF2B5EF4-FFF2-40B4-BE49-F238E27FC236}">
                  <a16:creationId xmlns:a16="http://schemas.microsoft.com/office/drawing/2014/main" id="{08202144-2699-405E-B70E-10ACB625045A}"/>
                </a:ext>
              </a:extLst>
            </p:cNvPr>
            <p:cNvSpPr>
              <a:spLocks noEditPoints="1"/>
            </p:cNvSpPr>
            <p:nvPr userDrawn="1"/>
          </p:nvSpPr>
          <p:spPr bwMode="auto">
            <a:xfrm>
              <a:off x="9110345"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6" name="Freeform 16">
              <a:extLst>
                <a:ext uri="{FF2B5EF4-FFF2-40B4-BE49-F238E27FC236}">
                  <a16:creationId xmlns:a16="http://schemas.microsoft.com/office/drawing/2014/main" id="{8F59B94B-2422-4834-BD86-CFE3D8A53F90}"/>
                </a:ext>
              </a:extLst>
            </p:cNvPr>
            <p:cNvSpPr>
              <a:spLocks noEditPoints="1"/>
            </p:cNvSpPr>
            <p:nvPr userDrawn="1"/>
          </p:nvSpPr>
          <p:spPr bwMode="auto">
            <a:xfrm>
              <a:off x="946425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7" name="Freeform 16">
              <a:extLst>
                <a:ext uri="{FF2B5EF4-FFF2-40B4-BE49-F238E27FC236}">
                  <a16:creationId xmlns:a16="http://schemas.microsoft.com/office/drawing/2014/main" id="{C5893D12-2CAA-4072-80FB-D3E997100566}"/>
                </a:ext>
              </a:extLst>
            </p:cNvPr>
            <p:cNvSpPr>
              <a:spLocks noEditPoints="1"/>
            </p:cNvSpPr>
            <p:nvPr userDrawn="1"/>
          </p:nvSpPr>
          <p:spPr bwMode="auto">
            <a:xfrm>
              <a:off x="9818157"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8" name="Freeform 16">
              <a:extLst>
                <a:ext uri="{FF2B5EF4-FFF2-40B4-BE49-F238E27FC236}">
                  <a16:creationId xmlns:a16="http://schemas.microsoft.com/office/drawing/2014/main" id="{C5D33650-F7DF-4640-8624-E4A406586BE1}"/>
                </a:ext>
              </a:extLst>
            </p:cNvPr>
            <p:cNvSpPr>
              <a:spLocks noEditPoints="1"/>
            </p:cNvSpPr>
            <p:nvPr userDrawn="1"/>
          </p:nvSpPr>
          <p:spPr bwMode="auto">
            <a:xfrm>
              <a:off x="10172063"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199" name="Freeform 16">
              <a:extLst>
                <a:ext uri="{FF2B5EF4-FFF2-40B4-BE49-F238E27FC236}">
                  <a16:creationId xmlns:a16="http://schemas.microsoft.com/office/drawing/2014/main" id="{D8E569D6-7F89-4731-A6B8-6AFEB4544E17}"/>
                </a:ext>
              </a:extLst>
            </p:cNvPr>
            <p:cNvSpPr>
              <a:spLocks noEditPoints="1"/>
            </p:cNvSpPr>
            <p:nvPr userDrawn="1"/>
          </p:nvSpPr>
          <p:spPr bwMode="auto">
            <a:xfrm>
              <a:off x="10525969"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0" name="Freeform 16">
              <a:extLst>
                <a:ext uri="{FF2B5EF4-FFF2-40B4-BE49-F238E27FC236}">
                  <a16:creationId xmlns:a16="http://schemas.microsoft.com/office/drawing/2014/main" id="{80CEE136-CAF7-4993-84B3-67A0917C53FB}"/>
                </a:ext>
              </a:extLst>
            </p:cNvPr>
            <p:cNvSpPr>
              <a:spLocks noEditPoints="1"/>
            </p:cNvSpPr>
            <p:nvPr userDrawn="1"/>
          </p:nvSpPr>
          <p:spPr bwMode="auto">
            <a:xfrm>
              <a:off x="10879862"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1" name="Freeform 16">
              <a:extLst>
                <a:ext uri="{FF2B5EF4-FFF2-40B4-BE49-F238E27FC236}">
                  <a16:creationId xmlns:a16="http://schemas.microsoft.com/office/drawing/2014/main" id="{FFDB2B08-42EF-46F1-9397-9A855C1A24CA}"/>
                </a:ext>
              </a:extLst>
            </p:cNvPr>
            <p:cNvSpPr>
              <a:spLocks noEditPoints="1"/>
            </p:cNvSpPr>
            <p:nvPr userDrawn="1"/>
          </p:nvSpPr>
          <p:spPr bwMode="auto">
            <a:xfrm>
              <a:off x="-91211" y="3979100"/>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6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2" name="Freeform 16">
              <a:extLst>
                <a:ext uri="{FF2B5EF4-FFF2-40B4-BE49-F238E27FC236}">
                  <a16:creationId xmlns:a16="http://schemas.microsoft.com/office/drawing/2014/main" id="{AB77A349-A09C-4B90-9A2C-EA856A8D86D5}"/>
                </a:ext>
              </a:extLst>
            </p:cNvPr>
            <p:cNvSpPr>
              <a:spLocks noEditPoints="1"/>
            </p:cNvSpPr>
            <p:nvPr userDrawn="1"/>
          </p:nvSpPr>
          <p:spPr bwMode="auto">
            <a:xfrm>
              <a:off x="26269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3" name="Freeform 16">
              <a:extLst>
                <a:ext uri="{FF2B5EF4-FFF2-40B4-BE49-F238E27FC236}">
                  <a16:creationId xmlns:a16="http://schemas.microsoft.com/office/drawing/2014/main" id="{48608721-EE4A-426A-91C2-C463004F9706}"/>
                </a:ext>
              </a:extLst>
            </p:cNvPr>
            <p:cNvSpPr>
              <a:spLocks noEditPoints="1"/>
            </p:cNvSpPr>
            <p:nvPr userDrawn="1"/>
          </p:nvSpPr>
          <p:spPr bwMode="auto">
            <a:xfrm>
              <a:off x="61660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4" name="Freeform 16">
              <a:extLst>
                <a:ext uri="{FF2B5EF4-FFF2-40B4-BE49-F238E27FC236}">
                  <a16:creationId xmlns:a16="http://schemas.microsoft.com/office/drawing/2014/main" id="{B927CE31-5623-45C2-9E5E-6EF014536534}"/>
                </a:ext>
              </a:extLst>
            </p:cNvPr>
            <p:cNvSpPr>
              <a:spLocks noEditPoints="1"/>
            </p:cNvSpPr>
            <p:nvPr userDrawn="1"/>
          </p:nvSpPr>
          <p:spPr bwMode="auto">
            <a:xfrm>
              <a:off x="97050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5" name="Freeform 16">
              <a:extLst>
                <a:ext uri="{FF2B5EF4-FFF2-40B4-BE49-F238E27FC236}">
                  <a16:creationId xmlns:a16="http://schemas.microsoft.com/office/drawing/2014/main" id="{664A9588-E7C2-4376-869E-12661D073ADF}"/>
                </a:ext>
              </a:extLst>
            </p:cNvPr>
            <p:cNvSpPr>
              <a:spLocks noEditPoints="1"/>
            </p:cNvSpPr>
            <p:nvPr userDrawn="1"/>
          </p:nvSpPr>
          <p:spPr bwMode="auto">
            <a:xfrm>
              <a:off x="132441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6" name="Freeform 16">
              <a:extLst>
                <a:ext uri="{FF2B5EF4-FFF2-40B4-BE49-F238E27FC236}">
                  <a16:creationId xmlns:a16="http://schemas.microsoft.com/office/drawing/2014/main" id="{C07EBDA9-99B9-4FEA-8E61-CF7766C803D2}"/>
                </a:ext>
              </a:extLst>
            </p:cNvPr>
            <p:cNvSpPr>
              <a:spLocks noEditPoints="1"/>
            </p:cNvSpPr>
            <p:nvPr userDrawn="1"/>
          </p:nvSpPr>
          <p:spPr bwMode="auto">
            <a:xfrm>
              <a:off x="167831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7" name="Freeform 16">
              <a:extLst>
                <a:ext uri="{FF2B5EF4-FFF2-40B4-BE49-F238E27FC236}">
                  <a16:creationId xmlns:a16="http://schemas.microsoft.com/office/drawing/2014/main" id="{E44A3FF9-F9CA-4868-B495-9C7AAE9DDF96}"/>
                </a:ext>
              </a:extLst>
            </p:cNvPr>
            <p:cNvSpPr>
              <a:spLocks noEditPoints="1"/>
            </p:cNvSpPr>
            <p:nvPr userDrawn="1"/>
          </p:nvSpPr>
          <p:spPr bwMode="auto">
            <a:xfrm>
              <a:off x="203222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8" name="Freeform 16">
              <a:extLst>
                <a:ext uri="{FF2B5EF4-FFF2-40B4-BE49-F238E27FC236}">
                  <a16:creationId xmlns:a16="http://schemas.microsoft.com/office/drawing/2014/main" id="{CCF5D671-0529-4209-8A7C-1149C280118B}"/>
                </a:ext>
              </a:extLst>
            </p:cNvPr>
            <p:cNvSpPr>
              <a:spLocks noEditPoints="1"/>
            </p:cNvSpPr>
            <p:nvPr userDrawn="1"/>
          </p:nvSpPr>
          <p:spPr bwMode="auto">
            <a:xfrm>
              <a:off x="238613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09" name="Freeform 16">
              <a:extLst>
                <a:ext uri="{FF2B5EF4-FFF2-40B4-BE49-F238E27FC236}">
                  <a16:creationId xmlns:a16="http://schemas.microsoft.com/office/drawing/2014/main" id="{DCA290DC-6B1F-40EB-A9F0-F96F5851B398}"/>
                </a:ext>
              </a:extLst>
            </p:cNvPr>
            <p:cNvSpPr>
              <a:spLocks noEditPoints="1"/>
            </p:cNvSpPr>
            <p:nvPr userDrawn="1"/>
          </p:nvSpPr>
          <p:spPr bwMode="auto">
            <a:xfrm>
              <a:off x="274003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0" name="Freeform 16">
              <a:extLst>
                <a:ext uri="{FF2B5EF4-FFF2-40B4-BE49-F238E27FC236}">
                  <a16:creationId xmlns:a16="http://schemas.microsoft.com/office/drawing/2014/main" id="{36C813C9-8C14-4372-801A-DBB3E037EEFE}"/>
                </a:ext>
              </a:extLst>
            </p:cNvPr>
            <p:cNvSpPr>
              <a:spLocks noEditPoints="1"/>
            </p:cNvSpPr>
            <p:nvPr userDrawn="1"/>
          </p:nvSpPr>
          <p:spPr bwMode="auto">
            <a:xfrm>
              <a:off x="309394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1" name="Freeform 16">
              <a:extLst>
                <a:ext uri="{FF2B5EF4-FFF2-40B4-BE49-F238E27FC236}">
                  <a16:creationId xmlns:a16="http://schemas.microsoft.com/office/drawing/2014/main" id="{F253EC72-B338-4BBF-9042-C191E60067EF}"/>
                </a:ext>
              </a:extLst>
            </p:cNvPr>
            <p:cNvSpPr>
              <a:spLocks noEditPoints="1"/>
            </p:cNvSpPr>
            <p:nvPr userDrawn="1"/>
          </p:nvSpPr>
          <p:spPr bwMode="auto">
            <a:xfrm>
              <a:off x="344784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2" name="Freeform 16">
              <a:extLst>
                <a:ext uri="{FF2B5EF4-FFF2-40B4-BE49-F238E27FC236}">
                  <a16:creationId xmlns:a16="http://schemas.microsoft.com/office/drawing/2014/main" id="{7B28B5DF-2DA6-4E8F-817A-C1902DCD4552}"/>
                </a:ext>
              </a:extLst>
            </p:cNvPr>
            <p:cNvSpPr>
              <a:spLocks noEditPoints="1"/>
            </p:cNvSpPr>
            <p:nvPr userDrawn="1"/>
          </p:nvSpPr>
          <p:spPr bwMode="auto">
            <a:xfrm>
              <a:off x="380175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3" name="Freeform 16">
              <a:extLst>
                <a:ext uri="{FF2B5EF4-FFF2-40B4-BE49-F238E27FC236}">
                  <a16:creationId xmlns:a16="http://schemas.microsoft.com/office/drawing/2014/main" id="{09D7394F-F75D-4FED-8923-575F140FA2B8}"/>
                </a:ext>
              </a:extLst>
            </p:cNvPr>
            <p:cNvSpPr>
              <a:spLocks noEditPoints="1"/>
            </p:cNvSpPr>
            <p:nvPr userDrawn="1"/>
          </p:nvSpPr>
          <p:spPr bwMode="auto">
            <a:xfrm>
              <a:off x="415566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4" name="Freeform 16">
              <a:extLst>
                <a:ext uri="{FF2B5EF4-FFF2-40B4-BE49-F238E27FC236}">
                  <a16:creationId xmlns:a16="http://schemas.microsoft.com/office/drawing/2014/main" id="{F172134A-6C32-4752-97D8-E661E6A26310}"/>
                </a:ext>
              </a:extLst>
            </p:cNvPr>
            <p:cNvSpPr>
              <a:spLocks noEditPoints="1"/>
            </p:cNvSpPr>
            <p:nvPr userDrawn="1"/>
          </p:nvSpPr>
          <p:spPr bwMode="auto">
            <a:xfrm>
              <a:off x="450956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5" name="Freeform 16">
              <a:extLst>
                <a:ext uri="{FF2B5EF4-FFF2-40B4-BE49-F238E27FC236}">
                  <a16:creationId xmlns:a16="http://schemas.microsoft.com/office/drawing/2014/main" id="{6CAB8EBC-D1A2-4B27-9297-ADFA1B5C1AF7}"/>
                </a:ext>
              </a:extLst>
            </p:cNvPr>
            <p:cNvSpPr>
              <a:spLocks noEditPoints="1"/>
            </p:cNvSpPr>
            <p:nvPr userDrawn="1"/>
          </p:nvSpPr>
          <p:spPr bwMode="auto">
            <a:xfrm>
              <a:off x="486347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6" name="Freeform 16">
              <a:extLst>
                <a:ext uri="{FF2B5EF4-FFF2-40B4-BE49-F238E27FC236}">
                  <a16:creationId xmlns:a16="http://schemas.microsoft.com/office/drawing/2014/main" id="{6E5A44D5-4DED-4075-8C18-C4EE1E61AB39}"/>
                </a:ext>
              </a:extLst>
            </p:cNvPr>
            <p:cNvSpPr>
              <a:spLocks noEditPoints="1"/>
            </p:cNvSpPr>
            <p:nvPr userDrawn="1"/>
          </p:nvSpPr>
          <p:spPr bwMode="auto">
            <a:xfrm>
              <a:off x="521737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7" name="Freeform 16">
              <a:extLst>
                <a:ext uri="{FF2B5EF4-FFF2-40B4-BE49-F238E27FC236}">
                  <a16:creationId xmlns:a16="http://schemas.microsoft.com/office/drawing/2014/main" id="{47E67357-8F43-4716-AF36-C4D3FAD5776D}"/>
                </a:ext>
              </a:extLst>
            </p:cNvPr>
            <p:cNvSpPr>
              <a:spLocks noEditPoints="1"/>
            </p:cNvSpPr>
            <p:nvPr userDrawn="1"/>
          </p:nvSpPr>
          <p:spPr bwMode="auto">
            <a:xfrm>
              <a:off x="557128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8" name="Freeform 16">
              <a:extLst>
                <a:ext uri="{FF2B5EF4-FFF2-40B4-BE49-F238E27FC236}">
                  <a16:creationId xmlns:a16="http://schemas.microsoft.com/office/drawing/2014/main" id="{CDB9D3D1-A9FF-4CC6-B6AD-51D73FCAE1D4}"/>
                </a:ext>
              </a:extLst>
            </p:cNvPr>
            <p:cNvSpPr>
              <a:spLocks noEditPoints="1"/>
            </p:cNvSpPr>
            <p:nvPr userDrawn="1"/>
          </p:nvSpPr>
          <p:spPr bwMode="auto">
            <a:xfrm>
              <a:off x="592519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19" name="Freeform 16">
              <a:extLst>
                <a:ext uri="{FF2B5EF4-FFF2-40B4-BE49-F238E27FC236}">
                  <a16:creationId xmlns:a16="http://schemas.microsoft.com/office/drawing/2014/main" id="{B1C55A0F-DE6D-4BE9-B90E-685770171078}"/>
                </a:ext>
              </a:extLst>
            </p:cNvPr>
            <p:cNvSpPr>
              <a:spLocks noEditPoints="1"/>
            </p:cNvSpPr>
            <p:nvPr userDrawn="1"/>
          </p:nvSpPr>
          <p:spPr bwMode="auto">
            <a:xfrm>
              <a:off x="627909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0" name="Freeform 16">
              <a:extLst>
                <a:ext uri="{FF2B5EF4-FFF2-40B4-BE49-F238E27FC236}">
                  <a16:creationId xmlns:a16="http://schemas.microsoft.com/office/drawing/2014/main" id="{6627EE65-8BCE-41D8-BE30-34A95B942473}"/>
                </a:ext>
              </a:extLst>
            </p:cNvPr>
            <p:cNvSpPr>
              <a:spLocks noEditPoints="1"/>
            </p:cNvSpPr>
            <p:nvPr userDrawn="1"/>
          </p:nvSpPr>
          <p:spPr bwMode="auto">
            <a:xfrm>
              <a:off x="663300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1" name="Freeform 16">
              <a:extLst>
                <a:ext uri="{FF2B5EF4-FFF2-40B4-BE49-F238E27FC236}">
                  <a16:creationId xmlns:a16="http://schemas.microsoft.com/office/drawing/2014/main" id="{FA999AE1-300A-4580-A684-3752E1FB0EF1}"/>
                </a:ext>
              </a:extLst>
            </p:cNvPr>
            <p:cNvSpPr>
              <a:spLocks noEditPoints="1"/>
            </p:cNvSpPr>
            <p:nvPr userDrawn="1"/>
          </p:nvSpPr>
          <p:spPr bwMode="auto">
            <a:xfrm>
              <a:off x="698690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2" name="Freeform 16">
              <a:extLst>
                <a:ext uri="{FF2B5EF4-FFF2-40B4-BE49-F238E27FC236}">
                  <a16:creationId xmlns:a16="http://schemas.microsoft.com/office/drawing/2014/main" id="{9BB492A4-E274-4551-A97A-AD8A2538EB6E}"/>
                </a:ext>
              </a:extLst>
            </p:cNvPr>
            <p:cNvSpPr>
              <a:spLocks noEditPoints="1"/>
            </p:cNvSpPr>
            <p:nvPr userDrawn="1"/>
          </p:nvSpPr>
          <p:spPr bwMode="auto">
            <a:xfrm>
              <a:off x="734081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3" name="Freeform 16">
              <a:extLst>
                <a:ext uri="{FF2B5EF4-FFF2-40B4-BE49-F238E27FC236}">
                  <a16:creationId xmlns:a16="http://schemas.microsoft.com/office/drawing/2014/main" id="{CBF53111-DF01-47C3-8596-B57862E0C31E}"/>
                </a:ext>
              </a:extLst>
            </p:cNvPr>
            <p:cNvSpPr>
              <a:spLocks noEditPoints="1"/>
            </p:cNvSpPr>
            <p:nvPr userDrawn="1"/>
          </p:nvSpPr>
          <p:spPr bwMode="auto">
            <a:xfrm>
              <a:off x="769472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4" name="Freeform 16">
              <a:extLst>
                <a:ext uri="{FF2B5EF4-FFF2-40B4-BE49-F238E27FC236}">
                  <a16:creationId xmlns:a16="http://schemas.microsoft.com/office/drawing/2014/main" id="{C53F7DDB-439E-47C6-90BD-B22EA9B7CDF3}"/>
                </a:ext>
              </a:extLst>
            </p:cNvPr>
            <p:cNvSpPr>
              <a:spLocks noEditPoints="1"/>
            </p:cNvSpPr>
            <p:nvPr userDrawn="1"/>
          </p:nvSpPr>
          <p:spPr bwMode="auto">
            <a:xfrm>
              <a:off x="804862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5" name="Freeform 16">
              <a:extLst>
                <a:ext uri="{FF2B5EF4-FFF2-40B4-BE49-F238E27FC236}">
                  <a16:creationId xmlns:a16="http://schemas.microsoft.com/office/drawing/2014/main" id="{81E7F6E6-2542-47E1-AE43-9B182D375826}"/>
                </a:ext>
              </a:extLst>
            </p:cNvPr>
            <p:cNvSpPr>
              <a:spLocks noEditPoints="1"/>
            </p:cNvSpPr>
            <p:nvPr userDrawn="1"/>
          </p:nvSpPr>
          <p:spPr bwMode="auto">
            <a:xfrm>
              <a:off x="840253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6" name="Freeform 16">
              <a:extLst>
                <a:ext uri="{FF2B5EF4-FFF2-40B4-BE49-F238E27FC236}">
                  <a16:creationId xmlns:a16="http://schemas.microsoft.com/office/drawing/2014/main" id="{E777532A-71A5-494B-820C-48C05EC74CA0}"/>
                </a:ext>
              </a:extLst>
            </p:cNvPr>
            <p:cNvSpPr>
              <a:spLocks noEditPoints="1"/>
            </p:cNvSpPr>
            <p:nvPr userDrawn="1"/>
          </p:nvSpPr>
          <p:spPr bwMode="auto">
            <a:xfrm>
              <a:off x="875643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7" name="Freeform 16">
              <a:extLst>
                <a:ext uri="{FF2B5EF4-FFF2-40B4-BE49-F238E27FC236}">
                  <a16:creationId xmlns:a16="http://schemas.microsoft.com/office/drawing/2014/main" id="{70329985-9DF6-417E-8BE0-92923294554F}"/>
                </a:ext>
              </a:extLst>
            </p:cNvPr>
            <p:cNvSpPr>
              <a:spLocks noEditPoints="1"/>
            </p:cNvSpPr>
            <p:nvPr userDrawn="1"/>
          </p:nvSpPr>
          <p:spPr bwMode="auto">
            <a:xfrm>
              <a:off x="9110345"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8" name="Freeform 16">
              <a:extLst>
                <a:ext uri="{FF2B5EF4-FFF2-40B4-BE49-F238E27FC236}">
                  <a16:creationId xmlns:a16="http://schemas.microsoft.com/office/drawing/2014/main" id="{00252936-908A-4F1A-B1D6-E291EDBA6E00}"/>
                </a:ext>
              </a:extLst>
            </p:cNvPr>
            <p:cNvSpPr>
              <a:spLocks noEditPoints="1"/>
            </p:cNvSpPr>
            <p:nvPr userDrawn="1"/>
          </p:nvSpPr>
          <p:spPr bwMode="auto">
            <a:xfrm>
              <a:off x="946425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29" name="Freeform 16">
              <a:extLst>
                <a:ext uri="{FF2B5EF4-FFF2-40B4-BE49-F238E27FC236}">
                  <a16:creationId xmlns:a16="http://schemas.microsoft.com/office/drawing/2014/main" id="{1614E059-CFCA-409A-8521-5A7B0CD0E428}"/>
                </a:ext>
              </a:extLst>
            </p:cNvPr>
            <p:cNvSpPr>
              <a:spLocks noEditPoints="1"/>
            </p:cNvSpPr>
            <p:nvPr userDrawn="1"/>
          </p:nvSpPr>
          <p:spPr bwMode="auto">
            <a:xfrm>
              <a:off x="9818157"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0" name="Freeform 16">
              <a:extLst>
                <a:ext uri="{FF2B5EF4-FFF2-40B4-BE49-F238E27FC236}">
                  <a16:creationId xmlns:a16="http://schemas.microsoft.com/office/drawing/2014/main" id="{D67A4711-AC1A-4F94-B614-DDA70F4AB3ED}"/>
                </a:ext>
              </a:extLst>
            </p:cNvPr>
            <p:cNvSpPr>
              <a:spLocks noEditPoints="1"/>
            </p:cNvSpPr>
            <p:nvPr userDrawn="1"/>
          </p:nvSpPr>
          <p:spPr bwMode="auto">
            <a:xfrm>
              <a:off x="10172063"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1" name="Freeform 16">
              <a:extLst>
                <a:ext uri="{FF2B5EF4-FFF2-40B4-BE49-F238E27FC236}">
                  <a16:creationId xmlns:a16="http://schemas.microsoft.com/office/drawing/2014/main" id="{7AC93D6D-B965-4CFB-82B3-C2F8189DD772}"/>
                </a:ext>
              </a:extLst>
            </p:cNvPr>
            <p:cNvSpPr>
              <a:spLocks noEditPoints="1"/>
            </p:cNvSpPr>
            <p:nvPr userDrawn="1"/>
          </p:nvSpPr>
          <p:spPr bwMode="auto">
            <a:xfrm>
              <a:off x="10525969"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2" name="Freeform 16">
              <a:extLst>
                <a:ext uri="{FF2B5EF4-FFF2-40B4-BE49-F238E27FC236}">
                  <a16:creationId xmlns:a16="http://schemas.microsoft.com/office/drawing/2014/main" id="{00CA144B-A572-487C-B67D-E0784F6971CB}"/>
                </a:ext>
              </a:extLst>
            </p:cNvPr>
            <p:cNvSpPr>
              <a:spLocks noEditPoints="1"/>
            </p:cNvSpPr>
            <p:nvPr userDrawn="1"/>
          </p:nvSpPr>
          <p:spPr bwMode="auto">
            <a:xfrm>
              <a:off x="10879862"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3" name="Freeform 16">
              <a:extLst>
                <a:ext uri="{FF2B5EF4-FFF2-40B4-BE49-F238E27FC236}">
                  <a16:creationId xmlns:a16="http://schemas.microsoft.com/office/drawing/2014/main" id="{E1487B58-3826-42D4-A325-3E4E04785B12}"/>
                </a:ext>
              </a:extLst>
            </p:cNvPr>
            <p:cNvSpPr>
              <a:spLocks noEditPoints="1"/>
            </p:cNvSpPr>
            <p:nvPr userDrawn="1"/>
          </p:nvSpPr>
          <p:spPr bwMode="auto">
            <a:xfrm>
              <a:off x="-91211" y="4783175"/>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4" name="Freeform 16">
              <a:extLst>
                <a:ext uri="{FF2B5EF4-FFF2-40B4-BE49-F238E27FC236}">
                  <a16:creationId xmlns:a16="http://schemas.microsoft.com/office/drawing/2014/main" id="{3C65D50D-4B63-4F19-93C9-926E0DA6253B}"/>
                </a:ext>
              </a:extLst>
            </p:cNvPr>
            <p:cNvSpPr>
              <a:spLocks noEditPoints="1"/>
            </p:cNvSpPr>
            <p:nvPr userDrawn="1"/>
          </p:nvSpPr>
          <p:spPr bwMode="auto">
            <a:xfrm>
              <a:off x="26269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5" name="Freeform 16">
              <a:extLst>
                <a:ext uri="{FF2B5EF4-FFF2-40B4-BE49-F238E27FC236}">
                  <a16:creationId xmlns:a16="http://schemas.microsoft.com/office/drawing/2014/main" id="{91A9FD33-BBFB-4EB4-B633-06A023CB6087}"/>
                </a:ext>
              </a:extLst>
            </p:cNvPr>
            <p:cNvSpPr>
              <a:spLocks noEditPoints="1"/>
            </p:cNvSpPr>
            <p:nvPr userDrawn="1"/>
          </p:nvSpPr>
          <p:spPr bwMode="auto">
            <a:xfrm>
              <a:off x="61660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6" name="Freeform 16">
              <a:extLst>
                <a:ext uri="{FF2B5EF4-FFF2-40B4-BE49-F238E27FC236}">
                  <a16:creationId xmlns:a16="http://schemas.microsoft.com/office/drawing/2014/main" id="{8A25449F-C96E-43A9-BE7E-8415CB8CA956}"/>
                </a:ext>
              </a:extLst>
            </p:cNvPr>
            <p:cNvSpPr>
              <a:spLocks noEditPoints="1"/>
            </p:cNvSpPr>
            <p:nvPr userDrawn="1"/>
          </p:nvSpPr>
          <p:spPr bwMode="auto">
            <a:xfrm>
              <a:off x="97050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7" name="Freeform 16">
              <a:extLst>
                <a:ext uri="{FF2B5EF4-FFF2-40B4-BE49-F238E27FC236}">
                  <a16:creationId xmlns:a16="http://schemas.microsoft.com/office/drawing/2014/main" id="{E852D294-5AE3-4C12-AE2F-1361C06DF29D}"/>
                </a:ext>
              </a:extLst>
            </p:cNvPr>
            <p:cNvSpPr>
              <a:spLocks noEditPoints="1"/>
            </p:cNvSpPr>
            <p:nvPr userDrawn="1"/>
          </p:nvSpPr>
          <p:spPr bwMode="auto">
            <a:xfrm>
              <a:off x="132441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8" name="Freeform 16">
              <a:extLst>
                <a:ext uri="{FF2B5EF4-FFF2-40B4-BE49-F238E27FC236}">
                  <a16:creationId xmlns:a16="http://schemas.microsoft.com/office/drawing/2014/main" id="{D75B22CF-07E7-4A6F-B17D-758BBE553840}"/>
                </a:ext>
              </a:extLst>
            </p:cNvPr>
            <p:cNvSpPr>
              <a:spLocks noEditPoints="1"/>
            </p:cNvSpPr>
            <p:nvPr userDrawn="1"/>
          </p:nvSpPr>
          <p:spPr bwMode="auto">
            <a:xfrm>
              <a:off x="167831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39" name="Freeform 16">
              <a:extLst>
                <a:ext uri="{FF2B5EF4-FFF2-40B4-BE49-F238E27FC236}">
                  <a16:creationId xmlns:a16="http://schemas.microsoft.com/office/drawing/2014/main" id="{45BB4DE2-44BF-43BF-9C16-259FA3450315}"/>
                </a:ext>
              </a:extLst>
            </p:cNvPr>
            <p:cNvSpPr>
              <a:spLocks noEditPoints="1"/>
            </p:cNvSpPr>
            <p:nvPr userDrawn="1"/>
          </p:nvSpPr>
          <p:spPr bwMode="auto">
            <a:xfrm>
              <a:off x="203222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0" name="Freeform 16">
              <a:extLst>
                <a:ext uri="{FF2B5EF4-FFF2-40B4-BE49-F238E27FC236}">
                  <a16:creationId xmlns:a16="http://schemas.microsoft.com/office/drawing/2014/main" id="{9082519B-328F-4D85-9648-AA99F35AF427}"/>
                </a:ext>
              </a:extLst>
            </p:cNvPr>
            <p:cNvSpPr>
              <a:spLocks noEditPoints="1"/>
            </p:cNvSpPr>
            <p:nvPr userDrawn="1"/>
          </p:nvSpPr>
          <p:spPr bwMode="auto">
            <a:xfrm>
              <a:off x="238613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1" name="Freeform 16">
              <a:extLst>
                <a:ext uri="{FF2B5EF4-FFF2-40B4-BE49-F238E27FC236}">
                  <a16:creationId xmlns:a16="http://schemas.microsoft.com/office/drawing/2014/main" id="{D9C1B58C-398E-452F-88B1-1E2D056BC39E}"/>
                </a:ext>
              </a:extLst>
            </p:cNvPr>
            <p:cNvSpPr>
              <a:spLocks noEditPoints="1"/>
            </p:cNvSpPr>
            <p:nvPr userDrawn="1"/>
          </p:nvSpPr>
          <p:spPr bwMode="auto">
            <a:xfrm>
              <a:off x="274003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2" name="Freeform 16">
              <a:extLst>
                <a:ext uri="{FF2B5EF4-FFF2-40B4-BE49-F238E27FC236}">
                  <a16:creationId xmlns:a16="http://schemas.microsoft.com/office/drawing/2014/main" id="{1215C438-62B6-48E8-93BD-2400CE7DCBC7}"/>
                </a:ext>
              </a:extLst>
            </p:cNvPr>
            <p:cNvSpPr>
              <a:spLocks noEditPoints="1"/>
            </p:cNvSpPr>
            <p:nvPr userDrawn="1"/>
          </p:nvSpPr>
          <p:spPr bwMode="auto">
            <a:xfrm>
              <a:off x="309394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3" name="Freeform 16">
              <a:extLst>
                <a:ext uri="{FF2B5EF4-FFF2-40B4-BE49-F238E27FC236}">
                  <a16:creationId xmlns:a16="http://schemas.microsoft.com/office/drawing/2014/main" id="{74287A1C-61DC-4764-AD91-0D8AE5D32FD9}"/>
                </a:ext>
              </a:extLst>
            </p:cNvPr>
            <p:cNvSpPr>
              <a:spLocks noEditPoints="1"/>
            </p:cNvSpPr>
            <p:nvPr userDrawn="1"/>
          </p:nvSpPr>
          <p:spPr bwMode="auto">
            <a:xfrm>
              <a:off x="344784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4" name="Freeform 16">
              <a:extLst>
                <a:ext uri="{FF2B5EF4-FFF2-40B4-BE49-F238E27FC236}">
                  <a16:creationId xmlns:a16="http://schemas.microsoft.com/office/drawing/2014/main" id="{935F5F69-3B06-47EE-8A58-9EFC1B83EC69}"/>
                </a:ext>
              </a:extLst>
            </p:cNvPr>
            <p:cNvSpPr>
              <a:spLocks noEditPoints="1"/>
            </p:cNvSpPr>
            <p:nvPr userDrawn="1"/>
          </p:nvSpPr>
          <p:spPr bwMode="auto">
            <a:xfrm>
              <a:off x="380175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5" name="Freeform 16">
              <a:extLst>
                <a:ext uri="{FF2B5EF4-FFF2-40B4-BE49-F238E27FC236}">
                  <a16:creationId xmlns:a16="http://schemas.microsoft.com/office/drawing/2014/main" id="{1101FFF9-CF37-4721-8186-544775DE501D}"/>
                </a:ext>
              </a:extLst>
            </p:cNvPr>
            <p:cNvSpPr>
              <a:spLocks noEditPoints="1"/>
            </p:cNvSpPr>
            <p:nvPr userDrawn="1"/>
          </p:nvSpPr>
          <p:spPr bwMode="auto">
            <a:xfrm>
              <a:off x="415566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6" name="Freeform 16">
              <a:extLst>
                <a:ext uri="{FF2B5EF4-FFF2-40B4-BE49-F238E27FC236}">
                  <a16:creationId xmlns:a16="http://schemas.microsoft.com/office/drawing/2014/main" id="{DA07B02B-AB92-4E6D-BE68-38C0C55A704F}"/>
                </a:ext>
              </a:extLst>
            </p:cNvPr>
            <p:cNvSpPr>
              <a:spLocks noEditPoints="1"/>
            </p:cNvSpPr>
            <p:nvPr userDrawn="1"/>
          </p:nvSpPr>
          <p:spPr bwMode="auto">
            <a:xfrm>
              <a:off x="450956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7" name="Freeform 16">
              <a:extLst>
                <a:ext uri="{FF2B5EF4-FFF2-40B4-BE49-F238E27FC236}">
                  <a16:creationId xmlns:a16="http://schemas.microsoft.com/office/drawing/2014/main" id="{5C7F6697-9CF8-4C52-8134-856F37E69B55}"/>
                </a:ext>
              </a:extLst>
            </p:cNvPr>
            <p:cNvSpPr>
              <a:spLocks noEditPoints="1"/>
            </p:cNvSpPr>
            <p:nvPr userDrawn="1"/>
          </p:nvSpPr>
          <p:spPr bwMode="auto">
            <a:xfrm>
              <a:off x="486347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8" name="Freeform 16">
              <a:extLst>
                <a:ext uri="{FF2B5EF4-FFF2-40B4-BE49-F238E27FC236}">
                  <a16:creationId xmlns:a16="http://schemas.microsoft.com/office/drawing/2014/main" id="{71AE8640-CA8D-45ED-B293-E41C04107BB9}"/>
                </a:ext>
              </a:extLst>
            </p:cNvPr>
            <p:cNvSpPr>
              <a:spLocks noEditPoints="1"/>
            </p:cNvSpPr>
            <p:nvPr userDrawn="1"/>
          </p:nvSpPr>
          <p:spPr bwMode="auto">
            <a:xfrm>
              <a:off x="521737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49" name="Freeform 16">
              <a:extLst>
                <a:ext uri="{FF2B5EF4-FFF2-40B4-BE49-F238E27FC236}">
                  <a16:creationId xmlns:a16="http://schemas.microsoft.com/office/drawing/2014/main" id="{63C196AF-4D4C-4362-BDBF-EC89D3AF7E17}"/>
                </a:ext>
              </a:extLst>
            </p:cNvPr>
            <p:cNvSpPr>
              <a:spLocks noEditPoints="1"/>
            </p:cNvSpPr>
            <p:nvPr userDrawn="1"/>
          </p:nvSpPr>
          <p:spPr bwMode="auto">
            <a:xfrm>
              <a:off x="557128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0" name="Freeform 16">
              <a:extLst>
                <a:ext uri="{FF2B5EF4-FFF2-40B4-BE49-F238E27FC236}">
                  <a16:creationId xmlns:a16="http://schemas.microsoft.com/office/drawing/2014/main" id="{ACA5D87D-1923-4B8B-9B95-C833F20B3FCA}"/>
                </a:ext>
              </a:extLst>
            </p:cNvPr>
            <p:cNvSpPr>
              <a:spLocks noEditPoints="1"/>
            </p:cNvSpPr>
            <p:nvPr userDrawn="1"/>
          </p:nvSpPr>
          <p:spPr bwMode="auto">
            <a:xfrm>
              <a:off x="592519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1" name="Freeform 16">
              <a:extLst>
                <a:ext uri="{FF2B5EF4-FFF2-40B4-BE49-F238E27FC236}">
                  <a16:creationId xmlns:a16="http://schemas.microsoft.com/office/drawing/2014/main" id="{5168EF6E-C030-46F7-940B-B2259B19D5DB}"/>
                </a:ext>
              </a:extLst>
            </p:cNvPr>
            <p:cNvSpPr>
              <a:spLocks noEditPoints="1"/>
            </p:cNvSpPr>
            <p:nvPr userDrawn="1"/>
          </p:nvSpPr>
          <p:spPr bwMode="auto">
            <a:xfrm>
              <a:off x="627909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2" name="Freeform 16">
              <a:extLst>
                <a:ext uri="{FF2B5EF4-FFF2-40B4-BE49-F238E27FC236}">
                  <a16:creationId xmlns:a16="http://schemas.microsoft.com/office/drawing/2014/main" id="{A141EFDE-9FF6-4BED-B3E7-F887DDD96035}"/>
                </a:ext>
              </a:extLst>
            </p:cNvPr>
            <p:cNvSpPr>
              <a:spLocks noEditPoints="1"/>
            </p:cNvSpPr>
            <p:nvPr userDrawn="1"/>
          </p:nvSpPr>
          <p:spPr bwMode="auto">
            <a:xfrm>
              <a:off x="663300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3" name="Freeform 16">
              <a:extLst>
                <a:ext uri="{FF2B5EF4-FFF2-40B4-BE49-F238E27FC236}">
                  <a16:creationId xmlns:a16="http://schemas.microsoft.com/office/drawing/2014/main" id="{F1BD7350-6598-41F6-9255-7CC3E3138875}"/>
                </a:ext>
              </a:extLst>
            </p:cNvPr>
            <p:cNvSpPr>
              <a:spLocks noEditPoints="1"/>
            </p:cNvSpPr>
            <p:nvPr userDrawn="1"/>
          </p:nvSpPr>
          <p:spPr bwMode="auto">
            <a:xfrm>
              <a:off x="698690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4" name="Freeform 16">
              <a:extLst>
                <a:ext uri="{FF2B5EF4-FFF2-40B4-BE49-F238E27FC236}">
                  <a16:creationId xmlns:a16="http://schemas.microsoft.com/office/drawing/2014/main" id="{22AC9D57-87D8-4EB4-9431-D6A909D9B344}"/>
                </a:ext>
              </a:extLst>
            </p:cNvPr>
            <p:cNvSpPr>
              <a:spLocks noEditPoints="1"/>
            </p:cNvSpPr>
            <p:nvPr userDrawn="1"/>
          </p:nvSpPr>
          <p:spPr bwMode="auto">
            <a:xfrm>
              <a:off x="734081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5" name="Freeform 16">
              <a:extLst>
                <a:ext uri="{FF2B5EF4-FFF2-40B4-BE49-F238E27FC236}">
                  <a16:creationId xmlns:a16="http://schemas.microsoft.com/office/drawing/2014/main" id="{5E5F28C9-581C-4582-AFD5-64DAF5C058C8}"/>
                </a:ext>
              </a:extLst>
            </p:cNvPr>
            <p:cNvSpPr>
              <a:spLocks noEditPoints="1"/>
            </p:cNvSpPr>
            <p:nvPr userDrawn="1"/>
          </p:nvSpPr>
          <p:spPr bwMode="auto">
            <a:xfrm>
              <a:off x="769472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6" name="Freeform 16">
              <a:extLst>
                <a:ext uri="{FF2B5EF4-FFF2-40B4-BE49-F238E27FC236}">
                  <a16:creationId xmlns:a16="http://schemas.microsoft.com/office/drawing/2014/main" id="{A3946BBE-EEEB-45AB-8953-28E740687DEF}"/>
                </a:ext>
              </a:extLst>
            </p:cNvPr>
            <p:cNvSpPr>
              <a:spLocks noEditPoints="1"/>
            </p:cNvSpPr>
            <p:nvPr userDrawn="1"/>
          </p:nvSpPr>
          <p:spPr bwMode="auto">
            <a:xfrm>
              <a:off x="804862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7" name="Freeform 16">
              <a:extLst>
                <a:ext uri="{FF2B5EF4-FFF2-40B4-BE49-F238E27FC236}">
                  <a16:creationId xmlns:a16="http://schemas.microsoft.com/office/drawing/2014/main" id="{6CBC4E02-AAC1-4F30-A6A1-640557D976C5}"/>
                </a:ext>
              </a:extLst>
            </p:cNvPr>
            <p:cNvSpPr>
              <a:spLocks noEditPoints="1"/>
            </p:cNvSpPr>
            <p:nvPr userDrawn="1"/>
          </p:nvSpPr>
          <p:spPr bwMode="auto">
            <a:xfrm>
              <a:off x="840253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8" name="Freeform 16">
              <a:extLst>
                <a:ext uri="{FF2B5EF4-FFF2-40B4-BE49-F238E27FC236}">
                  <a16:creationId xmlns:a16="http://schemas.microsoft.com/office/drawing/2014/main" id="{B048D2CD-AC09-4285-A6D5-6EA03B390362}"/>
                </a:ext>
              </a:extLst>
            </p:cNvPr>
            <p:cNvSpPr>
              <a:spLocks noEditPoints="1"/>
            </p:cNvSpPr>
            <p:nvPr userDrawn="1"/>
          </p:nvSpPr>
          <p:spPr bwMode="auto">
            <a:xfrm>
              <a:off x="875643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59" name="Freeform 16">
              <a:extLst>
                <a:ext uri="{FF2B5EF4-FFF2-40B4-BE49-F238E27FC236}">
                  <a16:creationId xmlns:a16="http://schemas.microsoft.com/office/drawing/2014/main" id="{15EF59CC-EAE4-472E-9711-C258CA656229}"/>
                </a:ext>
              </a:extLst>
            </p:cNvPr>
            <p:cNvSpPr>
              <a:spLocks noEditPoints="1"/>
            </p:cNvSpPr>
            <p:nvPr userDrawn="1"/>
          </p:nvSpPr>
          <p:spPr bwMode="auto">
            <a:xfrm>
              <a:off x="9110345"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0" name="Freeform 16">
              <a:extLst>
                <a:ext uri="{FF2B5EF4-FFF2-40B4-BE49-F238E27FC236}">
                  <a16:creationId xmlns:a16="http://schemas.microsoft.com/office/drawing/2014/main" id="{0C37583E-F9BD-44A9-BE2D-5885FBF11A0D}"/>
                </a:ext>
              </a:extLst>
            </p:cNvPr>
            <p:cNvSpPr>
              <a:spLocks noEditPoints="1"/>
            </p:cNvSpPr>
            <p:nvPr userDrawn="1"/>
          </p:nvSpPr>
          <p:spPr bwMode="auto">
            <a:xfrm>
              <a:off x="946425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1" name="Freeform 16">
              <a:extLst>
                <a:ext uri="{FF2B5EF4-FFF2-40B4-BE49-F238E27FC236}">
                  <a16:creationId xmlns:a16="http://schemas.microsoft.com/office/drawing/2014/main" id="{C8F816AA-7759-4D40-8B9F-93CE389699BC}"/>
                </a:ext>
              </a:extLst>
            </p:cNvPr>
            <p:cNvSpPr>
              <a:spLocks noEditPoints="1"/>
            </p:cNvSpPr>
            <p:nvPr userDrawn="1"/>
          </p:nvSpPr>
          <p:spPr bwMode="auto">
            <a:xfrm>
              <a:off x="9818157"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2" name="Freeform 16">
              <a:extLst>
                <a:ext uri="{FF2B5EF4-FFF2-40B4-BE49-F238E27FC236}">
                  <a16:creationId xmlns:a16="http://schemas.microsoft.com/office/drawing/2014/main" id="{B65B9489-7839-490A-B77D-E0E3DFA52E40}"/>
                </a:ext>
              </a:extLst>
            </p:cNvPr>
            <p:cNvSpPr>
              <a:spLocks noEditPoints="1"/>
            </p:cNvSpPr>
            <p:nvPr userDrawn="1"/>
          </p:nvSpPr>
          <p:spPr bwMode="auto">
            <a:xfrm>
              <a:off x="10172063"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3" name="Freeform 16">
              <a:extLst>
                <a:ext uri="{FF2B5EF4-FFF2-40B4-BE49-F238E27FC236}">
                  <a16:creationId xmlns:a16="http://schemas.microsoft.com/office/drawing/2014/main" id="{BECB7B9E-23EE-46B4-90EA-B68B9533FE1F}"/>
                </a:ext>
              </a:extLst>
            </p:cNvPr>
            <p:cNvSpPr>
              <a:spLocks noEditPoints="1"/>
            </p:cNvSpPr>
            <p:nvPr userDrawn="1"/>
          </p:nvSpPr>
          <p:spPr bwMode="auto">
            <a:xfrm>
              <a:off x="10525969"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4" name="Freeform 16">
              <a:extLst>
                <a:ext uri="{FF2B5EF4-FFF2-40B4-BE49-F238E27FC236}">
                  <a16:creationId xmlns:a16="http://schemas.microsoft.com/office/drawing/2014/main" id="{37F81689-425B-4586-BA28-A52EA6461BD3}"/>
                </a:ext>
              </a:extLst>
            </p:cNvPr>
            <p:cNvSpPr>
              <a:spLocks noEditPoints="1"/>
            </p:cNvSpPr>
            <p:nvPr userDrawn="1"/>
          </p:nvSpPr>
          <p:spPr bwMode="auto">
            <a:xfrm>
              <a:off x="10879862"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5" name="Freeform 16">
              <a:extLst>
                <a:ext uri="{FF2B5EF4-FFF2-40B4-BE49-F238E27FC236}">
                  <a16:creationId xmlns:a16="http://schemas.microsoft.com/office/drawing/2014/main" id="{F4E46C55-E55C-4DB9-84CB-12BA4E8360B2}"/>
                </a:ext>
              </a:extLst>
            </p:cNvPr>
            <p:cNvSpPr>
              <a:spLocks noEditPoints="1"/>
            </p:cNvSpPr>
            <p:nvPr userDrawn="1"/>
          </p:nvSpPr>
          <p:spPr bwMode="auto">
            <a:xfrm>
              <a:off x="-91211" y="5587248"/>
              <a:ext cx="184150" cy="619125"/>
            </a:xfrm>
            <a:custGeom>
              <a:avLst/>
              <a:gdLst>
                <a:gd name="T0" fmla="*/ 91 w 116"/>
                <a:gd name="T1" fmla="*/ 261 h 390"/>
                <a:gd name="T2" fmla="*/ 25 w 116"/>
                <a:gd name="T3" fmla="*/ 261 h 390"/>
                <a:gd name="T4" fmla="*/ 0 w 116"/>
                <a:gd name="T5" fmla="*/ 0 h 390"/>
                <a:gd name="T6" fmla="*/ 116 w 116"/>
                <a:gd name="T7" fmla="*/ 0 h 390"/>
                <a:gd name="T8" fmla="*/ 91 w 116"/>
                <a:gd name="T9" fmla="*/ 261 h 390"/>
                <a:gd name="T10" fmla="*/ 11 w 116"/>
                <a:gd name="T11" fmla="*/ 390 h 390"/>
                <a:gd name="T12" fmla="*/ 11 w 116"/>
                <a:gd name="T13" fmla="*/ 302 h 390"/>
                <a:gd name="T14" fmla="*/ 105 w 116"/>
                <a:gd name="T15" fmla="*/ 302 h 390"/>
                <a:gd name="T16" fmla="*/ 105 w 116"/>
                <a:gd name="T17" fmla="*/ 390 h 390"/>
                <a:gd name="T18" fmla="*/ 11 w 116"/>
                <a:gd name="T19"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390">
                  <a:moveTo>
                    <a:pt x="91" y="261"/>
                  </a:moveTo>
                  <a:lnTo>
                    <a:pt x="25" y="261"/>
                  </a:lnTo>
                  <a:lnTo>
                    <a:pt x="0" y="0"/>
                  </a:lnTo>
                  <a:lnTo>
                    <a:pt x="116" y="0"/>
                  </a:lnTo>
                  <a:lnTo>
                    <a:pt x="91" y="261"/>
                  </a:lnTo>
                  <a:close/>
                  <a:moveTo>
                    <a:pt x="11" y="390"/>
                  </a:moveTo>
                  <a:lnTo>
                    <a:pt x="11" y="302"/>
                  </a:lnTo>
                  <a:lnTo>
                    <a:pt x="105" y="302"/>
                  </a:lnTo>
                  <a:lnTo>
                    <a:pt x="105" y="390"/>
                  </a:lnTo>
                  <a:lnTo>
                    <a:pt x="11" y="390"/>
                  </a:lnTo>
                  <a:close/>
                </a:path>
              </a:pathLst>
            </a:custGeom>
            <a:solidFill>
              <a:srgbClr val="980000"/>
            </a:solidFill>
            <a:ln>
              <a:noFill/>
            </a:ln>
          </p:spPr>
          <p:txBody>
            <a:bodyPr vert="horz" wrap="square" lIns="91440" tIns="45720" rIns="91440" bIns="45720" numCol="1" anchor="t" anchorCtr="0" compatLnSpc="1">
              <a:prstTxWarp prst="textNoShape">
                <a:avLst/>
              </a:prstTxWarp>
            </a:bodyPr>
            <a:lstStyle/>
            <a:p>
              <a:endParaRPr lang="en-US" sz="6000"/>
            </a:p>
          </p:txBody>
        </p:sp>
        <p:sp>
          <p:nvSpPr>
            <p:cNvPr id="266" name="AutoShape 3">
              <a:extLst>
                <a:ext uri="{FF2B5EF4-FFF2-40B4-BE49-F238E27FC236}">
                  <a16:creationId xmlns:a16="http://schemas.microsoft.com/office/drawing/2014/main" id="{9F7F7C91-FA75-4191-AB66-8DE3A6C2C917}"/>
                </a:ext>
              </a:extLst>
            </p:cNvPr>
            <p:cNvSpPr>
              <a:spLocks noChangeAspect="1" noChangeArrowheads="1" noTextEdit="1"/>
            </p:cNvSpPr>
            <p:nvPr userDrawn="1"/>
          </p:nvSpPr>
          <p:spPr bwMode="auto">
            <a:xfrm>
              <a:off x="9912350" y="127000"/>
              <a:ext cx="40005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6000"/>
            </a:p>
          </p:txBody>
        </p:sp>
        <p:grpSp>
          <p:nvGrpSpPr>
            <p:cNvPr id="267" name="Group 266">
              <a:extLst>
                <a:ext uri="{FF2B5EF4-FFF2-40B4-BE49-F238E27FC236}">
                  <a16:creationId xmlns:a16="http://schemas.microsoft.com/office/drawing/2014/main" id="{B79D6001-5C23-4D4D-89FC-00A862D67E58}"/>
                </a:ext>
              </a:extLst>
            </p:cNvPr>
            <p:cNvGrpSpPr/>
            <p:nvPr userDrawn="1"/>
          </p:nvGrpSpPr>
          <p:grpSpPr>
            <a:xfrm>
              <a:off x="-664463" y="1060450"/>
              <a:ext cx="2884436" cy="4051302"/>
              <a:chOff x="-831850" y="581026"/>
              <a:chExt cx="3567113" cy="5010150"/>
            </a:xfrm>
          </p:grpSpPr>
          <p:sp>
            <p:nvSpPr>
              <p:cNvPr id="272" name="Freeform 10">
                <a:extLst>
                  <a:ext uri="{FF2B5EF4-FFF2-40B4-BE49-F238E27FC236}">
                    <a16:creationId xmlns:a16="http://schemas.microsoft.com/office/drawing/2014/main" id="{93E9F37A-6F37-4C9E-8DC1-2BE2587463EB}"/>
                  </a:ext>
                </a:extLst>
              </p:cNvPr>
              <p:cNvSpPr>
                <a:spLocks/>
              </p:cNvSpPr>
              <p:nvPr userDrawn="1"/>
            </p:nvSpPr>
            <p:spPr bwMode="auto">
              <a:xfrm>
                <a:off x="-831850" y="2471738"/>
                <a:ext cx="3567113" cy="3119438"/>
              </a:xfrm>
              <a:custGeom>
                <a:avLst/>
                <a:gdLst>
                  <a:gd name="T0" fmla="*/ 434 w 464"/>
                  <a:gd name="T1" fmla="*/ 406 h 406"/>
                  <a:gd name="T2" fmla="*/ 30 w 464"/>
                  <a:gd name="T3" fmla="*/ 406 h 406"/>
                  <a:gd name="T4" fmla="*/ 0 w 464"/>
                  <a:gd name="T5" fmla="*/ 376 h 406"/>
                  <a:gd name="T6" fmla="*/ 0 w 464"/>
                  <a:gd name="T7" fmla="*/ 30 h 406"/>
                  <a:gd name="T8" fmla="*/ 30 w 464"/>
                  <a:gd name="T9" fmla="*/ 0 h 406"/>
                  <a:gd name="T10" fmla="*/ 434 w 464"/>
                  <a:gd name="T11" fmla="*/ 0 h 406"/>
                  <a:gd name="T12" fmla="*/ 464 w 464"/>
                  <a:gd name="T13" fmla="*/ 30 h 406"/>
                  <a:gd name="T14" fmla="*/ 464 w 464"/>
                  <a:gd name="T15" fmla="*/ 376 h 406"/>
                  <a:gd name="T16" fmla="*/ 434 w 464"/>
                  <a:gd name="T17" fmla="*/ 406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4" h="406">
                    <a:moveTo>
                      <a:pt x="434" y="406"/>
                    </a:moveTo>
                    <a:cubicBezTo>
                      <a:pt x="30" y="406"/>
                      <a:pt x="30" y="406"/>
                      <a:pt x="30" y="406"/>
                    </a:cubicBezTo>
                    <a:cubicBezTo>
                      <a:pt x="13" y="406"/>
                      <a:pt x="0" y="393"/>
                      <a:pt x="0" y="376"/>
                    </a:cubicBezTo>
                    <a:cubicBezTo>
                      <a:pt x="0" y="30"/>
                      <a:pt x="0" y="30"/>
                      <a:pt x="0" y="30"/>
                    </a:cubicBezTo>
                    <a:cubicBezTo>
                      <a:pt x="0" y="14"/>
                      <a:pt x="13" y="0"/>
                      <a:pt x="30" y="0"/>
                    </a:cubicBezTo>
                    <a:cubicBezTo>
                      <a:pt x="434" y="0"/>
                      <a:pt x="434" y="0"/>
                      <a:pt x="434" y="0"/>
                    </a:cubicBezTo>
                    <a:cubicBezTo>
                      <a:pt x="450" y="0"/>
                      <a:pt x="464" y="14"/>
                      <a:pt x="464" y="30"/>
                    </a:cubicBezTo>
                    <a:cubicBezTo>
                      <a:pt x="464" y="376"/>
                      <a:pt x="464" y="376"/>
                      <a:pt x="464" y="376"/>
                    </a:cubicBezTo>
                    <a:cubicBezTo>
                      <a:pt x="464" y="393"/>
                      <a:pt x="450" y="406"/>
                      <a:pt x="434" y="406"/>
                    </a:cubicBezTo>
                    <a:close/>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sp>
            <p:nvSpPr>
              <p:cNvPr id="273" name="Freeform 11">
                <a:extLst>
                  <a:ext uri="{FF2B5EF4-FFF2-40B4-BE49-F238E27FC236}">
                    <a16:creationId xmlns:a16="http://schemas.microsoft.com/office/drawing/2014/main" id="{9622CA32-E887-4015-BE52-CE59C58A50BC}"/>
                  </a:ext>
                </a:extLst>
              </p:cNvPr>
              <p:cNvSpPr>
                <a:spLocks/>
              </p:cNvSpPr>
              <p:nvPr userDrawn="1"/>
            </p:nvSpPr>
            <p:spPr bwMode="auto">
              <a:xfrm>
                <a:off x="490538" y="3262313"/>
                <a:ext cx="914400" cy="1590675"/>
              </a:xfrm>
              <a:custGeom>
                <a:avLst/>
                <a:gdLst>
                  <a:gd name="T0" fmla="*/ 119 w 119"/>
                  <a:gd name="T1" fmla="*/ 60 h 207"/>
                  <a:gd name="T2" fmla="*/ 60 w 119"/>
                  <a:gd name="T3" fmla="*/ 0 h 207"/>
                  <a:gd name="T4" fmla="*/ 0 w 119"/>
                  <a:gd name="T5" fmla="*/ 60 h 207"/>
                  <a:gd name="T6" fmla="*/ 30 w 119"/>
                  <a:gd name="T7" fmla="*/ 112 h 207"/>
                  <a:gd name="T8" fmla="*/ 11 w 119"/>
                  <a:gd name="T9" fmla="*/ 207 h 207"/>
                  <a:gd name="T10" fmla="*/ 108 w 119"/>
                  <a:gd name="T11" fmla="*/ 207 h 207"/>
                  <a:gd name="T12" fmla="*/ 89 w 119"/>
                  <a:gd name="T13" fmla="*/ 112 h 207"/>
                  <a:gd name="T14" fmla="*/ 119 w 119"/>
                  <a:gd name="T15" fmla="*/ 60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07">
                    <a:moveTo>
                      <a:pt x="119" y="60"/>
                    </a:moveTo>
                    <a:cubicBezTo>
                      <a:pt x="119" y="27"/>
                      <a:pt x="93" y="0"/>
                      <a:pt x="60" y="0"/>
                    </a:cubicBezTo>
                    <a:cubicBezTo>
                      <a:pt x="27" y="0"/>
                      <a:pt x="0" y="27"/>
                      <a:pt x="0" y="60"/>
                    </a:cubicBezTo>
                    <a:cubicBezTo>
                      <a:pt x="0" y="82"/>
                      <a:pt x="12" y="102"/>
                      <a:pt x="30" y="112"/>
                    </a:cubicBezTo>
                    <a:cubicBezTo>
                      <a:pt x="11" y="207"/>
                      <a:pt x="11" y="207"/>
                      <a:pt x="11" y="207"/>
                    </a:cubicBezTo>
                    <a:cubicBezTo>
                      <a:pt x="108" y="207"/>
                      <a:pt x="108" y="207"/>
                      <a:pt x="108" y="207"/>
                    </a:cubicBezTo>
                    <a:cubicBezTo>
                      <a:pt x="89" y="112"/>
                      <a:pt x="89" y="112"/>
                      <a:pt x="89" y="112"/>
                    </a:cubicBezTo>
                    <a:cubicBezTo>
                      <a:pt x="107" y="102"/>
                      <a:pt x="119" y="82"/>
                      <a:pt x="119" y="60"/>
                    </a:cubicBezTo>
                    <a:close/>
                  </a:path>
                </a:pathLst>
              </a:custGeom>
              <a:solidFill>
                <a:srgbClr val="920000"/>
              </a:solidFill>
              <a:ln w="184150" cap="flat">
                <a:solidFill>
                  <a:srgbClr val="C00000"/>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6000"/>
              </a:p>
            </p:txBody>
          </p:sp>
          <p:sp>
            <p:nvSpPr>
              <p:cNvPr id="274" name="Freeform 12">
                <a:extLst>
                  <a:ext uri="{FF2B5EF4-FFF2-40B4-BE49-F238E27FC236}">
                    <a16:creationId xmlns:a16="http://schemas.microsoft.com/office/drawing/2014/main" id="{15857072-129D-4B83-AEDA-E98AD3A5AEF2}"/>
                  </a:ext>
                </a:extLst>
              </p:cNvPr>
              <p:cNvSpPr>
                <a:spLocks/>
              </p:cNvSpPr>
              <p:nvPr userDrawn="1"/>
            </p:nvSpPr>
            <p:spPr bwMode="auto">
              <a:xfrm>
                <a:off x="-239713" y="581026"/>
                <a:ext cx="2382838" cy="1958975"/>
              </a:xfrm>
              <a:custGeom>
                <a:avLst/>
                <a:gdLst>
                  <a:gd name="T0" fmla="*/ 0 w 310"/>
                  <a:gd name="T1" fmla="*/ 253 h 255"/>
                  <a:gd name="T2" fmla="*/ 0 w 310"/>
                  <a:gd name="T3" fmla="*/ 155 h 255"/>
                  <a:gd name="T4" fmla="*/ 155 w 310"/>
                  <a:gd name="T5" fmla="*/ 0 h 255"/>
                  <a:gd name="T6" fmla="*/ 310 w 310"/>
                  <a:gd name="T7" fmla="*/ 155 h 255"/>
                  <a:gd name="T8" fmla="*/ 310 w 310"/>
                  <a:gd name="T9" fmla="*/ 255 h 255"/>
                </a:gdLst>
                <a:ahLst/>
                <a:cxnLst>
                  <a:cxn ang="0">
                    <a:pos x="T0" y="T1"/>
                  </a:cxn>
                  <a:cxn ang="0">
                    <a:pos x="T2" y="T3"/>
                  </a:cxn>
                  <a:cxn ang="0">
                    <a:pos x="T4" y="T5"/>
                  </a:cxn>
                  <a:cxn ang="0">
                    <a:pos x="T6" y="T7"/>
                  </a:cxn>
                  <a:cxn ang="0">
                    <a:pos x="T8" y="T9"/>
                  </a:cxn>
                </a:cxnLst>
                <a:rect l="0" t="0" r="r" b="b"/>
                <a:pathLst>
                  <a:path w="310" h="255">
                    <a:moveTo>
                      <a:pt x="0" y="253"/>
                    </a:moveTo>
                    <a:cubicBezTo>
                      <a:pt x="0" y="155"/>
                      <a:pt x="0" y="155"/>
                      <a:pt x="0" y="155"/>
                    </a:cubicBezTo>
                    <a:cubicBezTo>
                      <a:pt x="0" y="69"/>
                      <a:pt x="69" y="0"/>
                      <a:pt x="155" y="0"/>
                    </a:cubicBezTo>
                    <a:cubicBezTo>
                      <a:pt x="240" y="0"/>
                      <a:pt x="310" y="69"/>
                      <a:pt x="310" y="155"/>
                    </a:cubicBezTo>
                    <a:cubicBezTo>
                      <a:pt x="310" y="255"/>
                      <a:pt x="310" y="255"/>
                      <a:pt x="310" y="255"/>
                    </a:cubicBezTo>
                  </a:path>
                </a:pathLst>
              </a:custGeom>
              <a:noFill/>
              <a:ln w="184150" cap="flat">
                <a:solidFill>
                  <a:srgbClr val="C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6000"/>
              </a:p>
            </p:txBody>
          </p:sp>
        </p:grpSp>
        <p:sp>
          <p:nvSpPr>
            <p:cNvPr id="268" name="Rectangle 267">
              <a:extLst>
                <a:ext uri="{FF2B5EF4-FFF2-40B4-BE49-F238E27FC236}">
                  <a16:creationId xmlns:a16="http://schemas.microsoft.com/office/drawing/2014/main" id="{395FD607-A9EB-4369-8C8B-71A1A9564207}"/>
                </a:ext>
              </a:extLst>
            </p:cNvPr>
            <p:cNvSpPr/>
            <p:nvPr userDrawn="1"/>
          </p:nvSpPr>
          <p:spPr>
            <a:xfrm>
              <a:off x="-1327308"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69" name="Rectangle 268">
              <a:extLst>
                <a:ext uri="{FF2B5EF4-FFF2-40B4-BE49-F238E27FC236}">
                  <a16:creationId xmlns:a16="http://schemas.microsoft.com/office/drawing/2014/main" id="{5CCAC69A-2B74-4981-825D-C3244AD95072}"/>
                </a:ext>
              </a:extLst>
            </p:cNvPr>
            <p:cNvSpPr/>
            <p:nvPr userDrawn="1"/>
          </p:nvSpPr>
          <p:spPr>
            <a:xfrm>
              <a:off x="10973671" y="-152400"/>
              <a:ext cx="1325690" cy="6527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0" name="Rectangle 269">
              <a:extLst>
                <a:ext uri="{FF2B5EF4-FFF2-40B4-BE49-F238E27FC236}">
                  <a16:creationId xmlns:a16="http://schemas.microsoft.com/office/drawing/2014/main" id="{660DB5A1-D3C7-4B82-A883-81AAAD318502}"/>
                </a:ext>
              </a:extLst>
            </p:cNvPr>
            <p:cNvSpPr/>
            <p:nvPr userDrawn="1"/>
          </p:nvSpPr>
          <p:spPr>
            <a:xfrm rot="16200000">
              <a:off x="5129275" y="-5934192"/>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71" name="Rectangle 270">
              <a:extLst>
                <a:ext uri="{FF2B5EF4-FFF2-40B4-BE49-F238E27FC236}">
                  <a16:creationId xmlns:a16="http://schemas.microsoft.com/office/drawing/2014/main" id="{02F05F0F-A34E-4FE9-AFF6-B23AF6C59A1F}"/>
                </a:ext>
              </a:extLst>
            </p:cNvPr>
            <p:cNvSpPr/>
            <p:nvPr userDrawn="1"/>
          </p:nvSpPr>
          <p:spPr>
            <a:xfrm rot="16200000">
              <a:off x="5129270" y="643723"/>
              <a:ext cx="405411" cy="114640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grpSp>
      <p:sp>
        <p:nvSpPr>
          <p:cNvPr id="2" name="Title 1"/>
          <p:cNvSpPr>
            <a:spLocks noGrp="1"/>
          </p:cNvSpPr>
          <p:nvPr>
            <p:ph type="title"/>
          </p:nvPr>
        </p:nvSpPr>
        <p:spPr>
          <a:xfrm>
            <a:off x="9540240" y="12557762"/>
            <a:ext cx="24871680" cy="1969770"/>
          </a:xfrm>
        </p:spPr>
        <p:txBody>
          <a:bodyPr/>
          <a:lstStyle>
            <a:lvl1pPr algn="l">
              <a:defRPr sz="9333">
                <a:solidFill>
                  <a:schemeClr val="tx1"/>
                </a:solidFill>
              </a:defRPr>
            </a:lvl1pPr>
          </a:lstStyle>
          <a:p>
            <a:r>
              <a:rPr lang="en-US" dirty="0"/>
              <a:t>Click to edit Master title style</a:t>
            </a:r>
          </a:p>
        </p:txBody>
      </p:sp>
      <p:sp>
        <p:nvSpPr>
          <p:cNvPr id="5" name="Text Placeholder 4"/>
          <p:cNvSpPr>
            <a:spLocks noGrp="1"/>
          </p:cNvSpPr>
          <p:nvPr>
            <p:ph type="body" sz="quarter" idx="10"/>
          </p:nvPr>
        </p:nvSpPr>
        <p:spPr>
          <a:xfrm>
            <a:off x="9540240" y="14538962"/>
            <a:ext cx="24871680" cy="1751543"/>
          </a:xfrm>
        </p:spPr>
        <p:txBody>
          <a:bodyPr/>
          <a:lstStyle>
            <a:lvl1pPr marL="0" indent="0" algn="l">
              <a:buFontTx/>
              <a:buNone/>
              <a:defRPr sz="8000" b="0">
                <a:solidFill>
                  <a:schemeClr val="tx1"/>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81138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640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Rectangle 2"/>
          <p:cNvSpPr/>
          <p:nvPr/>
        </p:nvSpPr>
        <p:spPr>
          <a:xfrm>
            <a:off x="0" y="0"/>
            <a:ext cx="36576000" cy="1865970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49585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p:nvSpPr>
        <p:spPr>
          <a:xfrm>
            <a:off x="0" y="0"/>
            <a:ext cx="36576000" cy="190166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ctr">
              <a:defRPr sz="9333">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76925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Picture 2" descr="A close up of an object&#10;&#10;Description automatically generated">
            <a:extLst>
              <a:ext uri="{FF2B5EF4-FFF2-40B4-BE49-F238E27FC236}">
                <a16:creationId xmlns:a16="http://schemas.microsoft.com/office/drawing/2014/main" id="{DB5BC97F-BE1C-4CC1-A0F8-EF37ABD2FDBA}"/>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0"/>
            <a:ext cx="36576000" cy="20574000"/>
          </a:xfrm>
          <a:prstGeom prst="rect">
            <a:avLst/>
          </a:prstGeom>
        </p:spPr>
      </p:pic>
    </p:spTree>
    <p:extLst>
      <p:ext uri="{BB962C8B-B14F-4D97-AF65-F5344CB8AC3E}">
        <p14:creationId xmlns:p14="http://schemas.microsoft.com/office/powerpoint/2010/main" val="2446523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Subtitle, and Content">
  <p:cSld name="1_Title, Subtitle, and Content">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1661160" y="2204088"/>
            <a:ext cx="33253680" cy="196977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rgbClr val="000000"/>
              </a:buClr>
              <a:buSzPts val="1400"/>
              <a:buFont typeface="Arial"/>
              <a:buNone/>
              <a:defRPr sz="12000" b="1" i="0" u="none" strike="noStrike" cap="none">
                <a:solidFill>
                  <a:schemeClr val="dk2"/>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0667" b="1" i="0" u="none" strike="noStrike" cap="none">
                <a:solidFill>
                  <a:srgbClr val="73B900"/>
                </a:solidFill>
                <a:latin typeface="Arial"/>
                <a:ea typeface="Arial"/>
                <a:cs typeface="Arial"/>
                <a:sym typeface="Arial"/>
              </a:defRPr>
            </a:lvl9pPr>
          </a:lstStyle>
          <a:p>
            <a:endParaRPr/>
          </a:p>
        </p:txBody>
      </p:sp>
      <p:sp>
        <p:nvSpPr>
          <p:cNvPr id="30" name="Google Shape;30;p4"/>
          <p:cNvSpPr txBox="1">
            <a:spLocks noGrp="1"/>
          </p:cNvSpPr>
          <p:nvPr>
            <p:ph type="body" idx="1"/>
          </p:nvPr>
        </p:nvSpPr>
        <p:spPr>
          <a:xfrm>
            <a:off x="1722500" y="7010120"/>
            <a:ext cx="33253680" cy="11989287"/>
          </a:xfrm>
          <a:prstGeom prst="rect">
            <a:avLst/>
          </a:prstGeom>
          <a:noFill/>
          <a:ln>
            <a:noFill/>
          </a:ln>
        </p:spPr>
        <p:txBody>
          <a:bodyPr spcFirstLastPara="1" wrap="square" lIns="91425" tIns="91425" rIns="91425" bIns="91425" anchor="t" anchorCtr="0"/>
          <a:lstStyle>
            <a:lvl1pPr marL="1523985" marR="0" lvl="0" indent="-1185321" algn="l" rtl="0">
              <a:lnSpc>
                <a:spcPct val="90000"/>
              </a:lnSpc>
              <a:spcBef>
                <a:spcPts val="3000"/>
              </a:spcBef>
              <a:spcAft>
                <a:spcPts val="0"/>
              </a:spcAft>
              <a:buClr>
                <a:schemeClr val="dk1"/>
              </a:buClr>
              <a:buSzPts val="2000"/>
              <a:buFont typeface="Trebuchet MS"/>
              <a:buChar char="—"/>
              <a:defRPr sz="6667" b="0" i="0" u="none" strike="noStrike" cap="none">
                <a:solidFill>
                  <a:schemeClr val="dk2"/>
                </a:solidFill>
                <a:latin typeface="Trebuchet MS"/>
                <a:ea typeface="Trebuchet MS"/>
                <a:cs typeface="Trebuchet MS"/>
                <a:sym typeface="Trebuchet MS"/>
              </a:defRPr>
            </a:lvl1pPr>
            <a:lvl2pPr marL="3047970" marR="0" lvl="1" indent="-1142989" algn="l" rtl="0">
              <a:lnSpc>
                <a:spcPct val="90000"/>
              </a:lnSpc>
              <a:spcBef>
                <a:spcPts val="3000"/>
              </a:spcBef>
              <a:spcAft>
                <a:spcPts val="0"/>
              </a:spcAft>
              <a:buClr>
                <a:schemeClr val="dk1"/>
              </a:buClr>
              <a:buSzPts val="1800"/>
              <a:buFont typeface="Trebuchet MS"/>
              <a:buChar char="—"/>
              <a:defRPr sz="6000" b="0" i="0" u="none" strike="noStrike" cap="none">
                <a:solidFill>
                  <a:schemeClr val="dk2"/>
                </a:solidFill>
                <a:latin typeface="Trebuchet MS"/>
                <a:ea typeface="Trebuchet MS"/>
                <a:cs typeface="Trebuchet MS"/>
                <a:sym typeface="Trebuchet MS"/>
              </a:defRPr>
            </a:lvl2pPr>
            <a:lvl3pPr marL="4571954" marR="0" lvl="2" indent="-1100656" algn="l" rtl="0">
              <a:lnSpc>
                <a:spcPct val="90000"/>
              </a:lnSpc>
              <a:spcBef>
                <a:spcPts val="3000"/>
              </a:spcBef>
              <a:spcAft>
                <a:spcPts val="0"/>
              </a:spcAft>
              <a:buClr>
                <a:schemeClr val="dk1"/>
              </a:buClr>
              <a:buSzPts val="1600"/>
              <a:buFont typeface="Trebuchet MS"/>
              <a:buChar char="—"/>
              <a:defRPr sz="5333" b="0" i="0" u="none" strike="noStrike" cap="none">
                <a:solidFill>
                  <a:schemeClr val="dk2"/>
                </a:solidFill>
                <a:latin typeface="Trebuchet MS"/>
                <a:ea typeface="Trebuchet MS"/>
                <a:cs typeface="Trebuchet MS"/>
                <a:sym typeface="Trebuchet MS"/>
              </a:defRPr>
            </a:lvl3pPr>
            <a:lvl4pPr marL="6095939" marR="0" lvl="3" indent="-1142989" algn="l" rtl="0">
              <a:lnSpc>
                <a:spcPct val="100000"/>
              </a:lnSpc>
              <a:spcBef>
                <a:spcPts val="3000"/>
              </a:spcBef>
              <a:spcAft>
                <a:spcPts val="0"/>
              </a:spcAft>
              <a:buClr>
                <a:schemeClr val="dk1"/>
              </a:buClr>
              <a:buSzPts val="1800"/>
              <a:buFont typeface="Noto Sans Symbols"/>
              <a:buChar char="▪"/>
              <a:defRPr sz="6000" b="0" i="0" u="none" strike="noStrike" cap="none">
                <a:solidFill>
                  <a:schemeClr val="lt1"/>
                </a:solidFill>
                <a:latin typeface="Trebuchet MS"/>
                <a:ea typeface="Trebuchet MS"/>
                <a:cs typeface="Trebuchet MS"/>
                <a:sym typeface="Trebuchet MS"/>
              </a:defRPr>
            </a:lvl4pPr>
            <a:lvl5pPr marL="7619924" marR="0" lvl="4" indent="-1185321" algn="l" rtl="0">
              <a:lnSpc>
                <a:spcPct val="100000"/>
              </a:lnSpc>
              <a:spcBef>
                <a:spcPts val="1333"/>
              </a:spcBef>
              <a:spcAft>
                <a:spcPts val="0"/>
              </a:spcAft>
              <a:buClr>
                <a:schemeClr val="dk1"/>
              </a:buClr>
              <a:buSzPts val="2000"/>
              <a:buFont typeface="Noto Sans Symbols"/>
              <a:buChar char="▪"/>
              <a:defRPr sz="6667" b="0" i="0" u="none" strike="noStrike" cap="none">
                <a:solidFill>
                  <a:schemeClr val="lt1"/>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1" name="Google Shape;31;p4"/>
          <p:cNvSpPr txBox="1">
            <a:spLocks noGrp="1"/>
          </p:cNvSpPr>
          <p:nvPr>
            <p:ph type="body" idx="2"/>
          </p:nvPr>
        </p:nvSpPr>
        <p:spPr>
          <a:xfrm>
            <a:off x="1661160" y="3944445"/>
            <a:ext cx="33253680" cy="1751543"/>
          </a:xfrm>
          <a:prstGeom prst="rect">
            <a:avLst/>
          </a:prstGeom>
          <a:noFill/>
          <a:ln>
            <a:noFill/>
          </a:ln>
        </p:spPr>
        <p:txBody>
          <a:bodyPr spcFirstLastPara="1" wrap="square" lIns="91425" tIns="91425" rIns="91425" bIns="91425" anchor="t" anchorCtr="0"/>
          <a:lstStyle>
            <a:lvl1pPr marL="1523985" marR="0" lvl="0" indent="-761992" algn="ctr" rtl="0">
              <a:lnSpc>
                <a:spcPct val="90000"/>
              </a:lnSpc>
              <a:spcBef>
                <a:spcPts val="3000"/>
              </a:spcBef>
              <a:spcAft>
                <a:spcPts val="0"/>
              </a:spcAft>
              <a:buClr>
                <a:schemeClr val="dk1"/>
              </a:buClr>
              <a:buSzPts val="1400"/>
              <a:buFont typeface="Trebuchet MS"/>
              <a:buNone/>
              <a:defRPr sz="8000" b="0" i="0" u="none" strike="noStrike" cap="none">
                <a:solidFill>
                  <a:schemeClr val="lt2"/>
                </a:solidFill>
                <a:latin typeface="Trebuchet MS"/>
                <a:ea typeface="Trebuchet MS"/>
                <a:cs typeface="Trebuchet MS"/>
                <a:sym typeface="Trebuchet MS"/>
              </a:defRPr>
            </a:lvl1pPr>
            <a:lvl2pPr marL="3047970" marR="0" lvl="1"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2pPr>
            <a:lvl3pPr marL="4571954" marR="0" lvl="2" indent="-761992" algn="ctr" rtl="0">
              <a:lnSpc>
                <a:spcPct val="90000"/>
              </a:lnSpc>
              <a:spcBef>
                <a:spcPts val="3000"/>
              </a:spcBef>
              <a:spcAft>
                <a:spcPts val="0"/>
              </a:spcAft>
              <a:buClr>
                <a:schemeClr val="dk1"/>
              </a:buClr>
              <a:buSzPts val="1400"/>
              <a:buFont typeface="Trebuchet MS"/>
              <a:buNone/>
              <a:defRPr sz="9333" b="0" i="0" u="none" strike="noStrike" cap="none">
                <a:solidFill>
                  <a:schemeClr val="lt2"/>
                </a:solidFill>
                <a:latin typeface="Trebuchet MS"/>
                <a:ea typeface="Trebuchet MS"/>
                <a:cs typeface="Trebuchet MS"/>
                <a:sym typeface="Trebuchet MS"/>
              </a:defRPr>
            </a:lvl3pPr>
            <a:lvl4pPr marL="6095939" marR="0" lvl="3" indent="-761992" algn="ctr" rtl="0">
              <a:lnSpc>
                <a:spcPct val="100000"/>
              </a:lnSpc>
              <a:spcBef>
                <a:spcPts val="3000"/>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4pPr>
            <a:lvl5pPr marL="7619924" marR="0" lvl="4" indent="-761992" algn="ctr" rtl="0">
              <a:lnSpc>
                <a:spcPct val="100000"/>
              </a:lnSpc>
              <a:spcBef>
                <a:spcPts val="1867"/>
              </a:spcBef>
              <a:spcAft>
                <a:spcPts val="0"/>
              </a:spcAft>
              <a:buClr>
                <a:schemeClr val="lt2"/>
              </a:buClr>
              <a:buSzPts val="2000"/>
              <a:buFont typeface="Trebuchet MS"/>
              <a:buNone/>
              <a:defRPr sz="9333" b="0" i="0" u="none" strike="noStrike" cap="none">
                <a:solidFill>
                  <a:schemeClr val="lt2"/>
                </a:solidFill>
                <a:latin typeface="Trebuchet MS"/>
                <a:ea typeface="Trebuchet MS"/>
                <a:cs typeface="Trebuchet MS"/>
                <a:sym typeface="Trebuchet MS"/>
              </a:defRPr>
            </a:lvl5pPr>
            <a:lvl6pPr marL="9143909" marR="0" lvl="5"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6pPr>
            <a:lvl7pPr marL="10667893" marR="0" lvl="6"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7pPr>
            <a:lvl8pPr marL="12191878" marR="0" lvl="7"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8pPr>
            <a:lvl9pPr marL="13715863" marR="0" lvl="8" indent="-1185321" algn="l" rtl="0">
              <a:lnSpc>
                <a:spcPct val="100000"/>
              </a:lnSpc>
              <a:spcBef>
                <a:spcPts val="1333"/>
              </a:spcBef>
              <a:spcAft>
                <a:spcPts val="0"/>
              </a:spcAft>
              <a:buClr>
                <a:schemeClr val="dk2"/>
              </a:buClr>
              <a:buSzPts val="2000"/>
              <a:buFont typeface="Trebuchet MS"/>
              <a:buChar char="»"/>
              <a:defRPr sz="6667" b="0" i="0" u="none" strike="noStrike" cap="none">
                <a:solidFill>
                  <a:schemeClr val="dk2"/>
                </a:solidFill>
                <a:latin typeface="Trebuchet MS"/>
                <a:ea typeface="Trebuchet MS"/>
                <a:cs typeface="Trebuchet MS"/>
                <a:sym typeface="Trebuchet MS"/>
              </a:defRPr>
            </a:lvl9pPr>
          </a:lstStyle>
          <a:p>
            <a:endParaRPr/>
          </a:p>
        </p:txBody>
      </p:sp>
      <p:sp>
        <p:nvSpPr>
          <p:cNvPr id="32" name="Google Shape;32;p4"/>
          <p:cNvSpPr txBox="1">
            <a:spLocks noGrp="1"/>
          </p:cNvSpPr>
          <p:nvPr>
            <p:ph type="sldNum" idx="12"/>
          </p:nvPr>
        </p:nvSpPr>
        <p:spPr>
          <a:xfrm>
            <a:off x="34227137" y="18999403"/>
            <a:ext cx="2195000" cy="157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4224592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0_Title Slide - Imag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10" name="Picture 9">
            <a:extLst>
              <a:ext uri="{FF2B5EF4-FFF2-40B4-BE49-F238E27FC236}">
                <a16:creationId xmlns:a16="http://schemas.microsoft.com/office/drawing/2014/main" id="{1A9FFCD0-CFA5-4BC7-BCE6-3E925540985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029133" y="8827502"/>
            <a:ext cx="6719760" cy="2354503"/>
          </a:xfrm>
          <a:prstGeom prst="rect">
            <a:avLst/>
          </a:prstGeom>
        </p:spPr>
      </p:pic>
      <p:sp>
        <p:nvSpPr>
          <p:cNvPr id="11" name="Rectangle 4"/>
          <p:cNvSpPr>
            <a:spLocks noGrp="1" noChangeArrowheads="1"/>
          </p:cNvSpPr>
          <p:nvPr userDrawn="1">
            <p:ph type="subTitle" idx="1"/>
          </p:nvPr>
        </p:nvSpPr>
        <p:spPr>
          <a:xfrm>
            <a:off x="1736167" y="5956990"/>
            <a:ext cx="29002353" cy="923330"/>
          </a:xfrm>
        </p:spPr>
        <p:txBody>
          <a:bodyPr wrap="square" anchor="t">
            <a:spAutoFit/>
          </a:bodyPr>
          <a:lstStyle>
            <a:lvl1pPr marL="0" indent="0" algn="l">
              <a:lnSpc>
                <a:spcPct val="90000"/>
              </a:lnSpc>
              <a:spcBef>
                <a:spcPts val="2000"/>
              </a:spcBef>
              <a:spcAft>
                <a:spcPts val="1000"/>
              </a:spcAft>
              <a:buFontTx/>
              <a:buNone/>
              <a:defRPr sz="6000" b="0">
                <a:solidFill>
                  <a:schemeClr val="bg2">
                    <a:lumMod val="50000"/>
                  </a:schemeClr>
                </a:solidFill>
                <a:latin typeface="Trebuchet MS" pitchFamily="34" charset="0"/>
              </a:defRPr>
            </a:lvl1pPr>
          </a:lstStyle>
          <a:p>
            <a:r>
              <a:rPr lang="en-US"/>
              <a:t>Click to edit Master subtitle style</a:t>
            </a:r>
          </a:p>
        </p:txBody>
      </p:sp>
      <p:sp>
        <p:nvSpPr>
          <p:cNvPr id="305" name="Title 304"/>
          <p:cNvSpPr>
            <a:spLocks noGrp="1"/>
          </p:cNvSpPr>
          <p:nvPr userDrawn="1">
            <p:ph type="title" hasCustomPrompt="1"/>
          </p:nvPr>
        </p:nvSpPr>
        <p:spPr>
          <a:xfrm>
            <a:off x="1605540" y="2797622"/>
            <a:ext cx="29131133" cy="3276183"/>
          </a:xfrm>
        </p:spPr>
        <p:txBody>
          <a:bodyPr anchor="b">
            <a:noAutofit/>
          </a:bodyPr>
          <a:lstStyle>
            <a:lvl1pPr algn="l">
              <a:lnSpc>
                <a:spcPct val="90000"/>
              </a:lnSpc>
              <a:spcBef>
                <a:spcPts val="0"/>
              </a:spcBef>
              <a:defRPr sz="15333" b="1" cap="all" baseline="0">
                <a:solidFill>
                  <a:schemeClr val="tx2"/>
                </a:solidFill>
                <a:latin typeface="Trebuchet MS" panose="020B0603020202020204" pitchFamily="34" charset="0"/>
              </a:defRPr>
            </a:lvl1pPr>
          </a:lstStyle>
          <a:p>
            <a:r>
              <a:rPr lang="en-US"/>
              <a:t>CLICK TO EDIT MASTER TITLE STYLE</a:t>
            </a:r>
          </a:p>
        </p:txBody>
      </p:sp>
    </p:spTree>
    <p:extLst>
      <p:ext uri="{BB962C8B-B14F-4D97-AF65-F5344CB8AC3E}">
        <p14:creationId xmlns:p14="http://schemas.microsoft.com/office/powerpoint/2010/main" val="2810121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D5CEBF-9338-476B-8052-A0C77DB3EF1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21753" b="-229"/>
          <a:stretch/>
        </p:blipFill>
        <p:spPr>
          <a:xfrm flipV="1">
            <a:off x="0" y="765665"/>
            <a:ext cx="36576000" cy="19808337"/>
          </a:xfrm>
          <a:prstGeom prst="rect">
            <a:avLst/>
          </a:prstGeom>
        </p:spPr>
      </p:pic>
      <p:sp>
        <p:nvSpPr>
          <p:cNvPr id="9" name="Rectangle 8">
            <a:extLst>
              <a:ext uri="{FF2B5EF4-FFF2-40B4-BE49-F238E27FC236}">
                <a16:creationId xmlns:a16="http://schemas.microsoft.com/office/drawing/2014/main" id="{DA649158-47CE-48EE-8573-A982767AD701}"/>
              </a:ext>
            </a:extLst>
          </p:cNvPr>
          <p:cNvSpPr/>
          <p:nvPr userDrawn="1"/>
        </p:nvSpPr>
        <p:spPr>
          <a:xfrm>
            <a:off x="0" y="0"/>
            <a:ext cx="36576000" cy="20574000"/>
          </a:xfrm>
          <a:prstGeom prst="rect">
            <a:avLst/>
          </a:prstGeom>
          <a:gradFill>
            <a:gsLst>
              <a:gs pos="34000">
                <a:schemeClr val="tx1"/>
              </a:gs>
              <a:gs pos="100000">
                <a:schemeClr val="tx1">
                  <a:alpha val="3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8" name="Picture 7">
            <a:extLst>
              <a:ext uri="{FF2B5EF4-FFF2-40B4-BE49-F238E27FC236}">
                <a16:creationId xmlns:a16="http://schemas.microsoft.com/office/drawing/2014/main" id="{4F85E20E-9E0B-4DBA-ADE0-F4952632A5A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44457" y="13008057"/>
            <a:ext cx="10776193" cy="3775813"/>
          </a:xfrm>
          <a:prstGeom prst="rect">
            <a:avLst/>
          </a:prstGeom>
        </p:spPr>
      </p:pic>
      <p:sp>
        <p:nvSpPr>
          <p:cNvPr id="12" name="TextBox 11">
            <a:extLst>
              <a:ext uri="{FF2B5EF4-FFF2-40B4-BE49-F238E27FC236}">
                <a16:creationId xmlns:a16="http://schemas.microsoft.com/office/drawing/2014/main" id="{6BA3ACD0-451D-4ABB-8870-656D424348FF}"/>
              </a:ext>
            </a:extLst>
          </p:cNvPr>
          <p:cNvSpPr txBox="1"/>
          <p:nvPr userDrawn="1"/>
        </p:nvSpPr>
        <p:spPr>
          <a:xfrm>
            <a:off x="1605470" y="17810990"/>
            <a:ext cx="7940764" cy="10157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lnSpc>
                <a:spcPct val="90000"/>
              </a:lnSpc>
            </a:pPr>
            <a:r>
              <a:rPr lang="en-US" sz="6667">
                <a:solidFill>
                  <a:schemeClr val="tx2"/>
                </a:solidFill>
                <a:latin typeface="Trebuchet MS" panose="020B0603020202020204" pitchFamily="34" charset="0"/>
              </a:rPr>
              <a:t>www.nvidia.com/dli</a:t>
            </a:r>
          </a:p>
        </p:txBody>
      </p:sp>
    </p:spTree>
    <p:extLst>
      <p:ext uri="{BB962C8B-B14F-4D97-AF65-F5344CB8AC3E}">
        <p14:creationId xmlns:p14="http://schemas.microsoft.com/office/powerpoint/2010/main" val="401580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baseline="0">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27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and Content with CONFIDENTIAL">
    <p:spTree>
      <p:nvGrpSpPr>
        <p:cNvPr id="1" name=""/>
        <p:cNvGrpSpPr/>
        <p:nvPr/>
      </p:nvGrpSpPr>
      <p:grpSpPr>
        <a:xfrm>
          <a:off x="0" y="0"/>
          <a:ext cx="0" cy="0"/>
          <a:chOff x="0" y="0"/>
          <a:chExt cx="0" cy="0"/>
        </a:xfrm>
      </p:grpSpPr>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22500" y="7010118"/>
            <a:ext cx="33162240" cy="1239641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5333">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53945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ubtitle, and Content - NO LOGO &amp; PAGE NUMB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0" y="7010117"/>
            <a:ext cx="3316224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44445"/>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03703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with Photograph">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2" y="2111755"/>
            <a:ext cx="19740390" cy="2062103"/>
          </a:xfrm>
        </p:spPr>
        <p:txBody>
          <a:bodyPr/>
          <a:lstStyle>
            <a:lvl1pPr algn="l">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1706882" y="7010117"/>
            <a:ext cx="19686110" cy="12312527"/>
          </a:xfrm>
        </p:spPr>
        <p:txBody>
          <a:bodyPr/>
          <a:lstStyle>
            <a:lvl1pPr marL="0" indent="0">
              <a:buClr>
                <a:schemeClr val="bg2"/>
              </a:buClr>
              <a:buSzPct val="100000"/>
              <a:buFontTx/>
              <a:buNone/>
              <a:defRPr sz="6667">
                <a:solidFill>
                  <a:schemeClr val="bg1"/>
                </a:solidFill>
              </a:defRPr>
            </a:lvl1pPr>
            <a:lvl2pPr marL="1904981" indent="0">
              <a:buClr>
                <a:schemeClr val="bg2"/>
              </a:buClr>
              <a:buSzPct val="100000"/>
              <a:buFontTx/>
              <a:buNone/>
              <a:defRPr sz="6000">
                <a:solidFill>
                  <a:schemeClr val="bg1"/>
                </a:solidFill>
              </a:defRPr>
            </a:lvl2pPr>
            <a:lvl3pPr marL="3630047" indent="0">
              <a:buClr>
                <a:schemeClr val="bg2"/>
              </a:buClr>
              <a:buSzPct val="100000"/>
              <a:buFontTx/>
              <a:buNone/>
              <a:defRPr sz="6000">
                <a:solidFill>
                  <a:schemeClr val="bg1"/>
                </a:solidFill>
              </a:defRPr>
            </a:lvl3pPr>
            <a:lvl4pPr marL="5916024" indent="-761992">
              <a:buClr>
                <a:schemeClr val="bg2"/>
              </a:buClr>
              <a:buFont typeface="Wingdings" panose="05000000000000000000" pitchFamily="2" charset="2"/>
              <a:buChar char="§"/>
              <a:defRPr sz="6000">
                <a:solidFill>
                  <a:schemeClr val="tx1"/>
                </a:solidFill>
              </a:defRPr>
            </a:lvl4pPr>
            <a:lvl5pPr marL="7059013" indent="-761992">
              <a:buClr>
                <a:schemeClr val="bg2"/>
              </a:buClr>
              <a:buFont typeface="Wingdings" panose="05000000000000000000" pitchFamily="2" charset="2"/>
              <a:buChar char="§"/>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2" y="3944445"/>
            <a:ext cx="19740390" cy="1751543"/>
          </a:xfrm>
        </p:spPr>
        <p:txBody>
          <a:bodyPr/>
          <a:lstStyle>
            <a:lvl1pPr marL="0" indent="0" algn="l">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336723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2204088"/>
            <a:ext cx="33253680" cy="1969770"/>
          </a:xfrm>
        </p:spPr>
        <p:txBody>
          <a:bodyPr/>
          <a:lstStyle>
            <a:lvl1pPr algn="ct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54188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ransition - Gree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764AE4-97B7-4C45-A0D0-BEE3BA17B70F}"/>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5" name="Picture 4">
            <a:extLst>
              <a:ext uri="{FF2B5EF4-FFF2-40B4-BE49-F238E27FC236}">
                <a16:creationId xmlns:a16="http://schemas.microsoft.com/office/drawing/2014/main" id="{7F046E4A-4011-49A2-955F-F689C05DCB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03DE1DF3-9BB4-4DC8-8A61-394EC1805CCA}"/>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3E187F1F-4ACA-4D48-ACDC-152646CBD130}"/>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9302118"/>
            <a:ext cx="33253680" cy="1969770"/>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196301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ubtitle, and 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61160" y="2181175"/>
            <a:ext cx="33253680" cy="1969770"/>
          </a:xfrm>
        </p:spPr>
        <p:txBody>
          <a:bodyPr/>
          <a:lstStyle>
            <a:lvl1pPr algn="ctr">
              <a:defRPr>
                <a:solidFill>
                  <a:schemeClr val="bg1"/>
                </a:solidFill>
              </a:defRPr>
            </a:lvl1pPr>
          </a:lstStyle>
          <a:p>
            <a:r>
              <a:rPr lang="en-US"/>
              <a:t>Click to edit Master title style</a:t>
            </a:r>
          </a:p>
        </p:txBody>
      </p:sp>
      <p:sp>
        <p:nvSpPr>
          <p:cNvPr id="3" name="Content Placeholder 2"/>
          <p:cNvSpPr>
            <a:spLocks noGrp="1"/>
          </p:cNvSpPr>
          <p:nvPr>
            <p:ph sz="half" idx="1"/>
          </p:nvPr>
        </p:nvSpPr>
        <p:spPr>
          <a:xfrm>
            <a:off x="1661162" y="7038872"/>
            <a:ext cx="16483543"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18431300" y="7038872"/>
            <a:ext cx="16483540" cy="12311737"/>
          </a:xfrm>
        </p:spPr>
        <p:txBody>
          <a:bodyPr/>
          <a:lstStyle>
            <a:lvl1pPr marL="772576" indent="-772576">
              <a:buSzPct val="100000"/>
              <a:buFontTx/>
              <a:buBlip>
                <a:blip r:embed="rId2"/>
              </a:buBlip>
              <a:defRPr sz="8000" b="0">
                <a:solidFill>
                  <a:schemeClr val="bg1"/>
                </a:solidFill>
              </a:defRPr>
            </a:lvl1pPr>
            <a:lvl2pPr marL="2677557" indent="-772576">
              <a:buSzPct val="100000"/>
              <a:buFontTx/>
              <a:buBlip>
                <a:blip r:embed="rId2"/>
              </a:buBlip>
              <a:defRPr sz="6667" b="0">
                <a:solidFill>
                  <a:schemeClr val="bg1"/>
                </a:solidFill>
              </a:defRPr>
            </a:lvl2pPr>
            <a:lvl3pPr marL="4185668" indent="-555621">
              <a:buSzPct val="100000"/>
              <a:buFontTx/>
              <a:buBlip>
                <a:blip r:embed="rId2"/>
              </a:buBlip>
              <a:defRPr sz="6000" b="0">
                <a:solidFill>
                  <a:schemeClr val="bg1"/>
                </a:solidFill>
              </a:defRPr>
            </a:lvl3pPr>
            <a:lvl4pPr marL="5916024" indent="-761992">
              <a:buFont typeface="Wingdings" panose="05000000000000000000" pitchFamily="2" charset="2"/>
              <a:buChar char="§"/>
              <a:defRPr sz="6000" b="0">
                <a:solidFill>
                  <a:schemeClr val="tx1"/>
                </a:solidFill>
              </a:defRPr>
            </a:lvl4pPr>
            <a:lvl5pPr marL="7059013" indent="-761992">
              <a:buFont typeface="Wingdings" panose="05000000000000000000" pitchFamily="2" charset="2"/>
              <a:buChar char="§"/>
              <a:defRPr sz="6000" b="0">
                <a:solidFill>
                  <a:schemeClr val="tx1"/>
                </a:solidFill>
              </a:defRPr>
            </a:lvl5pPr>
            <a:lvl6pPr>
              <a:defRPr sz="6000"/>
            </a:lvl6pPr>
            <a:lvl7pPr>
              <a:defRPr sz="6000"/>
            </a:lvl7pPr>
            <a:lvl8pPr>
              <a:defRPr sz="6000"/>
            </a:lvl8pPr>
            <a:lvl9pPr>
              <a:defRPr sz="60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10"/>
          </p:nvPr>
        </p:nvSpPr>
        <p:spPr>
          <a:xfrm>
            <a:off x="1661160" y="3935229"/>
            <a:ext cx="33253680" cy="1751543"/>
          </a:xfrm>
        </p:spPr>
        <p:txBody>
          <a:bodyPr/>
          <a:lstStyle>
            <a:lvl1pPr marL="0" indent="0" algn="ctr">
              <a:buFontTx/>
              <a:buNone/>
              <a:defRPr sz="8000" b="0">
                <a:solidFill>
                  <a:schemeClr val="tx2"/>
                </a:solidFill>
                <a:latin typeface="Trebuchet MS" panose="020B0603020202020204" pitchFamily="34" charset="0"/>
              </a:defRPr>
            </a:lvl1pPr>
            <a:lvl2pPr marL="1904981" indent="0" algn="ctr">
              <a:buFontTx/>
              <a:buNone/>
              <a:defRPr sz="9333">
                <a:solidFill>
                  <a:schemeClr val="tx2"/>
                </a:solidFill>
                <a:latin typeface="Trebuchet MS" panose="020B0603020202020204" pitchFamily="34" charset="0"/>
              </a:defRPr>
            </a:lvl2pPr>
            <a:lvl3pPr marL="3630047" indent="0" algn="ctr">
              <a:buFontTx/>
              <a:buNone/>
              <a:defRPr sz="9333">
                <a:solidFill>
                  <a:schemeClr val="tx2"/>
                </a:solidFill>
                <a:latin typeface="Trebuchet MS" panose="020B0603020202020204" pitchFamily="34" charset="0"/>
              </a:defRPr>
            </a:lvl3pPr>
            <a:lvl4pPr marL="5154032" indent="0" algn="ctr">
              <a:buFontTx/>
              <a:buNone/>
              <a:defRPr sz="9333">
                <a:solidFill>
                  <a:schemeClr val="tx2"/>
                </a:solidFill>
                <a:latin typeface="Trebuchet MS" panose="020B0603020202020204" pitchFamily="34" charset="0"/>
              </a:defRPr>
            </a:lvl4pPr>
            <a:lvl5pPr marL="6297020" indent="0" algn="ctr">
              <a:buFontTx/>
              <a:buNone/>
              <a:defRPr sz="9333">
                <a:solidFill>
                  <a:schemeClr val="tx2"/>
                </a:solidFill>
                <a:latin typeface="Trebuchet MS" panose="020B0603020202020204" pitchFamily="34" charset="0"/>
              </a:defRPr>
            </a:lvl5pPr>
          </a:lstStyle>
          <a:p>
            <a:pPr lvl="0"/>
            <a:r>
              <a:rPr lang="en-US"/>
              <a:t>Click to edit Master text styles</a:t>
            </a:r>
          </a:p>
        </p:txBody>
      </p:sp>
    </p:spTree>
    <p:extLst>
      <p:ext uri="{BB962C8B-B14F-4D97-AF65-F5344CB8AC3E}">
        <p14:creationId xmlns:p14="http://schemas.microsoft.com/office/powerpoint/2010/main" val="269164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titleOnly" preserve="1">
  <p:cSld name="Video">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5178324" y="17842103"/>
            <a:ext cx="26219353" cy="1231107"/>
          </a:xfrm>
        </p:spPr>
        <p:txBody>
          <a:bodyPr anchor="b"/>
          <a:lstStyle>
            <a:lvl1pPr algn="l">
              <a:defRPr sz="6667">
                <a:solidFill>
                  <a:schemeClr val="bg1"/>
                </a:solidFill>
              </a:defRPr>
            </a:lvl1pPr>
          </a:lstStyle>
          <a:p>
            <a:r>
              <a:rPr lang="en-US"/>
              <a:t>Click to edit Master title style</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710904" y="17140420"/>
            <a:ext cx="25154193" cy="346953"/>
          </a:xfrm>
          <a:prstGeom prst="rect">
            <a:avLst/>
          </a:prstGeom>
        </p:spPr>
      </p:pic>
    </p:spTree>
    <p:extLst>
      <p:ext uri="{BB962C8B-B14F-4D97-AF65-F5344CB8AC3E}">
        <p14:creationId xmlns:p14="http://schemas.microsoft.com/office/powerpoint/2010/main" val="3084809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23629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DEMO Placeholder">
    <p:spTree>
      <p:nvGrpSpPr>
        <p:cNvPr id="1" name=""/>
        <p:cNvGrpSpPr/>
        <p:nvPr/>
      </p:nvGrpSpPr>
      <p:grpSpPr>
        <a:xfrm>
          <a:off x="0" y="0"/>
          <a:ext cx="0" cy="0"/>
          <a:chOff x="0" y="0"/>
          <a:chExt cx="0" cy="0"/>
        </a:xfrm>
      </p:grpSpPr>
      <p:sp>
        <p:nvSpPr>
          <p:cNvPr id="4" name="Rectangle 3"/>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2" name="Title 1"/>
          <p:cNvSpPr>
            <a:spLocks noGrp="1"/>
          </p:cNvSpPr>
          <p:nvPr>
            <p:ph type="title"/>
          </p:nvPr>
        </p:nvSpPr>
        <p:spPr>
          <a:xfrm>
            <a:off x="1661160" y="17231579"/>
            <a:ext cx="33253680" cy="1785103"/>
          </a:xfrm>
        </p:spPr>
        <p:txBody>
          <a:bodyPr anchor="ctr"/>
          <a:lstStyle>
            <a:lvl1pPr algn="l">
              <a:defRPr sz="10667">
                <a:solidFill>
                  <a:schemeClr val="tx1"/>
                </a:solidFill>
              </a:defRPr>
            </a:lvl1pPr>
          </a:lstStyle>
          <a:p>
            <a:r>
              <a:rPr lang="en-US"/>
              <a:t>Click to edit Master title style</a:t>
            </a:r>
          </a:p>
        </p:txBody>
      </p:sp>
    </p:spTree>
    <p:extLst>
      <p:ext uri="{BB962C8B-B14F-4D97-AF65-F5344CB8AC3E}">
        <p14:creationId xmlns:p14="http://schemas.microsoft.com/office/powerpoint/2010/main" val="54342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Quote and Seg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43CF5E6-4F92-46E0-8DC2-62095040401C}"/>
              </a:ext>
            </a:extLst>
          </p:cNvPr>
          <p:cNvSpPr/>
          <p:nvPr userDrawn="1"/>
        </p:nvSpPr>
        <p:spPr>
          <a:xfrm>
            <a:off x="0" y="0"/>
            <a:ext cx="36576000" cy="20574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4" name="Picture 3">
            <a:extLst>
              <a:ext uri="{FF2B5EF4-FFF2-40B4-BE49-F238E27FC236}">
                <a16:creationId xmlns:a16="http://schemas.microsoft.com/office/drawing/2014/main" id="{A3B9ABDF-4D75-49CA-83AC-B3309B79A6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219" t="22933" r="58849" b="-4267"/>
          <a:stretch/>
        </p:blipFill>
        <p:spPr>
          <a:xfrm flipV="1">
            <a:off x="0" y="0"/>
            <a:ext cx="36576000" cy="20574000"/>
          </a:xfrm>
          <a:prstGeom prst="rect">
            <a:avLst/>
          </a:prstGeom>
        </p:spPr>
      </p:pic>
      <p:sp>
        <p:nvSpPr>
          <p:cNvPr id="6" name="Rectangle 5">
            <a:extLst>
              <a:ext uri="{FF2B5EF4-FFF2-40B4-BE49-F238E27FC236}">
                <a16:creationId xmlns:a16="http://schemas.microsoft.com/office/drawing/2014/main" id="{A9E186C6-9892-4B49-86F3-D3AE54301309}"/>
              </a:ext>
            </a:extLst>
          </p:cNvPr>
          <p:cNvSpPr/>
          <p:nvPr userDrawn="1"/>
        </p:nvSpPr>
        <p:spPr>
          <a:xfrm>
            <a:off x="0" y="0"/>
            <a:ext cx="36576000" cy="20574000"/>
          </a:xfrm>
          <a:prstGeom prst="rect">
            <a:avLst/>
          </a:prstGeom>
          <a:gradFill>
            <a:gsLst>
              <a:gs pos="40000">
                <a:schemeClr val="tx2"/>
              </a:gs>
              <a:gs pos="100000">
                <a:schemeClr val="tx2">
                  <a:alpha val="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7" name="Rectangle 6">
            <a:extLst>
              <a:ext uri="{FF2B5EF4-FFF2-40B4-BE49-F238E27FC236}">
                <a16:creationId xmlns:a16="http://schemas.microsoft.com/office/drawing/2014/main" id="{A0D92F76-2157-4482-88C8-AE386F9B730D}"/>
              </a:ext>
            </a:extLst>
          </p:cNvPr>
          <p:cNvSpPr/>
          <p:nvPr userDrawn="1"/>
        </p:nvSpPr>
        <p:spPr>
          <a:xfrm>
            <a:off x="0" y="0"/>
            <a:ext cx="36576000" cy="20574000"/>
          </a:xfrm>
          <a:prstGeom prst="rect">
            <a:avLst/>
          </a:prstGeom>
          <a:gradFill>
            <a:gsLst>
              <a:gs pos="0">
                <a:schemeClr val="tx2"/>
              </a:gs>
              <a:gs pos="100000">
                <a:schemeClr val="tx2">
                  <a:alpha val="3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332550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18" Type="http://schemas.openxmlformats.org/officeDocument/2006/relationships/theme" Target="../theme/theme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image" Target="../media/image14.emf"/><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10" Type="http://schemas.openxmlformats.org/officeDocument/2006/relationships/slideLayout" Target="../slideLayouts/slideLayout54.xml"/><Relationship Id="rId19" Type="http://schemas.openxmlformats.org/officeDocument/2006/relationships/image" Target="../media/image13.png"/><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3.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13.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14.emf"/><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6">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 id="2147483726" r:id="rId41"/>
    <p:sldLayoutId id="2147483796" r:id="rId42"/>
    <p:sldLayoutId id="2147483797" r:id="rId43"/>
    <p:sldLayoutId id="2147483798" r:id="rId44"/>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pic>
        <p:nvPicPr>
          <p:cNvPr id="8" name="Picture 7">
            <a:extLst>
              <a:ext uri="{FF2B5EF4-FFF2-40B4-BE49-F238E27FC236}">
                <a16:creationId xmlns:a16="http://schemas.microsoft.com/office/drawing/2014/main" id="{949BEAEF-125F-468A-AB1A-4C4802F194D8}"/>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1556907035"/>
      </p:ext>
    </p:extLst>
  </p:cSld>
  <p:clrMap bg1="dk2" tx1="lt1" bg2="dk1" tx2="lt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173736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dirty="0"/>
              <a:t>Click to edit Master title style</a:t>
            </a:r>
          </a:p>
        </p:txBody>
      </p:sp>
      <p:sp>
        <p:nvSpPr>
          <p:cNvPr id="1027" name="Rectangle 3"/>
          <p:cNvSpPr>
            <a:spLocks noGrp="1" noChangeArrowheads="1"/>
          </p:cNvSpPr>
          <p:nvPr>
            <p:ph type="body" idx="1"/>
          </p:nvPr>
        </p:nvSpPr>
        <p:spPr bwMode="auto">
          <a:xfrm>
            <a:off x="1724675" y="6674560"/>
            <a:ext cx="33163103" cy="1244747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p:txBody>
      </p:sp>
      <p:pic>
        <p:nvPicPr>
          <p:cNvPr id="6" name="Google Shape;78;p14">
            <a:extLst>
              <a:ext uri="{FF2B5EF4-FFF2-40B4-BE49-F238E27FC236}">
                <a16:creationId xmlns:a16="http://schemas.microsoft.com/office/drawing/2014/main" id="{314CEB40-1739-4D24-83DA-0CE9763BE5FC}"/>
              </a:ext>
            </a:extLst>
          </p:cNvPr>
          <p:cNvPicPr preferRelativeResize="0"/>
          <p:nvPr/>
        </p:nvPicPr>
        <p:blipFill rotWithShape="1">
          <a:blip r:embed="rId19" cstate="screen">
            <a:alphaModFix/>
            <a:extLst>
              <a:ext uri="{28A0092B-C50C-407E-A947-70E740481C1C}">
                <a14:useLocalDpi xmlns:a14="http://schemas.microsoft.com/office/drawing/2010/main"/>
              </a:ext>
            </a:extLst>
          </a:blip>
          <a:srcRect/>
          <a:stretch/>
        </p:blipFill>
        <p:spPr>
          <a:xfrm>
            <a:off x="33769390" y="19284734"/>
            <a:ext cx="1935620" cy="687733"/>
          </a:xfrm>
          <a:prstGeom prst="rect">
            <a:avLst/>
          </a:prstGeom>
          <a:noFill/>
          <a:ln>
            <a:noFill/>
          </a:ln>
        </p:spPr>
      </p:pic>
      <p:sp>
        <p:nvSpPr>
          <p:cNvPr id="7" name="Google Shape;79;p14">
            <a:extLst>
              <a:ext uri="{FF2B5EF4-FFF2-40B4-BE49-F238E27FC236}">
                <a16:creationId xmlns:a16="http://schemas.microsoft.com/office/drawing/2014/main" id="{6BDE7C07-CEF7-436D-9B76-D06FF957C348}"/>
              </a:ext>
            </a:extLst>
          </p:cNvPr>
          <p:cNvSpPr txBox="1"/>
          <p:nvPr/>
        </p:nvSpPr>
        <p:spPr>
          <a:xfrm>
            <a:off x="32540843" y="19437617"/>
            <a:ext cx="1070000" cy="5380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accent4"/>
              </a:buClr>
              <a:buSzPts val="200"/>
              <a:buFont typeface="Trebuchet MS"/>
              <a:buNone/>
            </a:pPr>
            <a:fld id="{00000000-1234-1234-1234-123412341234}" type="slidenum">
              <a:rPr lang="en-US" sz="2667" b="0" i="0" u="none" strike="noStrike" cap="none">
                <a:solidFill>
                  <a:schemeClr val="accent4"/>
                </a:solidFill>
                <a:latin typeface="Trebuchet MS"/>
                <a:ea typeface="Trebuchet MS"/>
                <a:cs typeface="Trebuchet MS"/>
                <a:sym typeface="Trebuchet MS"/>
              </a:rPr>
              <a:pPr marL="0" marR="0" lvl="0" indent="0" algn="r" rtl="0">
                <a:lnSpc>
                  <a:spcPct val="100000"/>
                </a:lnSpc>
                <a:spcBef>
                  <a:spcPts val="0"/>
                </a:spcBef>
                <a:spcAft>
                  <a:spcPts val="0"/>
                </a:spcAft>
                <a:buClr>
                  <a:schemeClr val="accent4"/>
                </a:buClr>
                <a:buSzPts val="200"/>
                <a:buFont typeface="Trebuchet MS"/>
                <a:buNone/>
              </a:pPr>
              <a:t>‹#›</a:t>
            </a:fld>
            <a:r>
              <a:rPr lang="en-US" sz="3667" b="0" i="0" u="none" strike="noStrike" cap="none" dirty="0">
                <a:solidFill>
                  <a:srgbClr val="12FEB6"/>
                </a:solidFill>
                <a:latin typeface="Questrial"/>
                <a:ea typeface="Questrial"/>
                <a:cs typeface="Questrial"/>
                <a:sym typeface="Questrial"/>
              </a:rPr>
              <a:t> </a:t>
            </a:r>
            <a:endParaRPr sz="4333" dirty="0"/>
          </a:p>
        </p:txBody>
      </p:sp>
    </p:spTree>
    <p:extLst>
      <p:ext uri="{BB962C8B-B14F-4D97-AF65-F5344CB8AC3E}">
        <p14:creationId xmlns:p14="http://schemas.microsoft.com/office/powerpoint/2010/main" val="3845607420"/>
      </p:ext>
    </p:extLst>
  </p:cSld>
  <p:clrMap bg1="dk2" tx1="lt1" bg2="dk1"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0"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4667" b="0">
          <a:solidFill>
            <a:schemeClr val="accent4"/>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4000" b="0">
          <a:solidFill>
            <a:schemeClr val="accent4"/>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3667" b="0">
          <a:solidFill>
            <a:schemeClr val="accent4"/>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65812" y="2178442"/>
            <a:ext cx="33244383" cy="1969770"/>
          </a:xfrm>
          <a:prstGeom prst="rect">
            <a:avLst/>
          </a:prstGeom>
          <a:noFill/>
          <a:ln w="9525">
            <a:noFill/>
            <a:miter lim="800000"/>
            <a:headEnd/>
            <a:tailEnd/>
          </a:ln>
        </p:spPr>
        <p:txBody>
          <a:bodyPr vert="horz" wrap="square" lIns="91440" tIns="45720" rIns="91440" bIns="45720" numCol="1" anchor="b" anchorCtr="0" compatLnSpc="1">
            <a:prstTxWarp prst="textNoShape">
              <a:avLst/>
            </a:prstTxWarp>
            <a:noAutofit/>
          </a:bodyPr>
          <a:lstStyle/>
          <a:p>
            <a:pPr lvl="0"/>
            <a:r>
              <a:rPr lang="en-US"/>
              <a:t>Click to edit Master title style</a:t>
            </a:r>
          </a:p>
        </p:txBody>
      </p:sp>
      <p:sp>
        <p:nvSpPr>
          <p:cNvPr id="1027" name="Rectangle 3"/>
          <p:cNvSpPr>
            <a:spLocks noGrp="1" noChangeArrowheads="1"/>
          </p:cNvSpPr>
          <p:nvPr>
            <p:ph type="body" idx="1"/>
          </p:nvPr>
        </p:nvSpPr>
        <p:spPr bwMode="auto">
          <a:xfrm>
            <a:off x="1724675" y="6674559"/>
            <a:ext cx="33163103" cy="130268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1D69214B-99AB-46ED-9864-662329C361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33769393" y="19284732"/>
            <a:ext cx="1935627" cy="687737"/>
          </a:xfrm>
          <a:prstGeom prst="rect">
            <a:avLst/>
          </a:prstGeom>
        </p:spPr>
      </p:pic>
    </p:spTree>
    <p:extLst>
      <p:ext uri="{BB962C8B-B14F-4D97-AF65-F5344CB8AC3E}">
        <p14:creationId xmlns:p14="http://schemas.microsoft.com/office/powerpoint/2010/main" val="3478454774"/>
      </p:ext>
    </p:extLst>
  </p:cSld>
  <p:clrMap bg1="dk2" tx1="lt1" bg2="dk1" tx2="lt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rtl="0" fontAlgn="base">
        <a:lnSpc>
          <a:spcPct val="90000"/>
        </a:lnSpc>
        <a:spcBef>
          <a:spcPct val="0"/>
        </a:spcBef>
        <a:spcAft>
          <a:spcPct val="0"/>
        </a:spcAft>
        <a:defRPr sz="12000" b="1" cap="all" baseline="0">
          <a:solidFill>
            <a:schemeClr val="bg1"/>
          </a:solidFill>
          <a:latin typeface="Trebuchet MS" panose="020B0603020202020204" pitchFamily="34" charset="0"/>
          <a:ea typeface="+mj-ea"/>
          <a:cs typeface="+mj-cs"/>
        </a:defRPr>
      </a:lvl1pPr>
      <a:lvl2pPr algn="l" rtl="0" fontAlgn="base">
        <a:spcBef>
          <a:spcPct val="0"/>
        </a:spcBef>
        <a:spcAft>
          <a:spcPct val="0"/>
        </a:spcAft>
        <a:defRPr sz="10667" b="1">
          <a:solidFill>
            <a:srgbClr val="73B900"/>
          </a:solidFill>
          <a:latin typeface="Arial" charset="0"/>
        </a:defRPr>
      </a:lvl2pPr>
      <a:lvl3pPr algn="l" rtl="0" fontAlgn="base">
        <a:spcBef>
          <a:spcPct val="0"/>
        </a:spcBef>
        <a:spcAft>
          <a:spcPct val="0"/>
        </a:spcAft>
        <a:defRPr sz="10667" b="1">
          <a:solidFill>
            <a:srgbClr val="73B900"/>
          </a:solidFill>
          <a:latin typeface="Arial" charset="0"/>
        </a:defRPr>
      </a:lvl3pPr>
      <a:lvl4pPr algn="l" rtl="0" fontAlgn="base">
        <a:spcBef>
          <a:spcPct val="0"/>
        </a:spcBef>
        <a:spcAft>
          <a:spcPct val="0"/>
        </a:spcAft>
        <a:defRPr sz="10667" b="1">
          <a:solidFill>
            <a:srgbClr val="73B900"/>
          </a:solidFill>
          <a:latin typeface="Arial" charset="0"/>
        </a:defRPr>
      </a:lvl4pPr>
      <a:lvl5pPr algn="l" rtl="0" fontAlgn="base">
        <a:spcBef>
          <a:spcPct val="0"/>
        </a:spcBef>
        <a:spcAft>
          <a:spcPct val="0"/>
        </a:spcAft>
        <a:defRPr sz="10667" b="1">
          <a:solidFill>
            <a:srgbClr val="73B900"/>
          </a:solidFill>
          <a:latin typeface="Arial" charset="0"/>
        </a:defRPr>
      </a:lvl5pPr>
      <a:lvl6pPr marL="1523985" algn="l" rtl="0" eaLnBrk="1" fontAlgn="base" hangingPunct="1">
        <a:spcBef>
          <a:spcPct val="0"/>
        </a:spcBef>
        <a:spcAft>
          <a:spcPct val="0"/>
        </a:spcAft>
        <a:defRPr sz="10667" b="1">
          <a:solidFill>
            <a:srgbClr val="73B900"/>
          </a:solidFill>
          <a:latin typeface="Arial" charset="0"/>
        </a:defRPr>
      </a:lvl6pPr>
      <a:lvl7pPr marL="3047970" algn="l" rtl="0" eaLnBrk="1" fontAlgn="base" hangingPunct="1">
        <a:spcBef>
          <a:spcPct val="0"/>
        </a:spcBef>
        <a:spcAft>
          <a:spcPct val="0"/>
        </a:spcAft>
        <a:defRPr sz="10667" b="1">
          <a:solidFill>
            <a:srgbClr val="73B900"/>
          </a:solidFill>
          <a:latin typeface="Arial" charset="0"/>
        </a:defRPr>
      </a:lvl7pPr>
      <a:lvl8pPr marL="4571954" algn="l" rtl="0" eaLnBrk="1" fontAlgn="base" hangingPunct="1">
        <a:spcBef>
          <a:spcPct val="0"/>
        </a:spcBef>
        <a:spcAft>
          <a:spcPct val="0"/>
        </a:spcAft>
        <a:defRPr sz="10667" b="1">
          <a:solidFill>
            <a:srgbClr val="73B900"/>
          </a:solidFill>
          <a:latin typeface="Arial" charset="0"/>
        </a:defRPr>
      </a:lvl8pPr>
      <a:lvl9pPr marL="6095939" algn="l" rtl="0" eaLnBrk="1" fontAlgn="base" hangingPunct="1">
        <a:spcBef>
          <a:spcPct val="0"/>
        </a:spcBef>
        <a:spcAft>
          <a:spcPct val="0"/>
        </a:spcAft>
        <a:defRPr sz="10667" b="1">
          <a:solidFill>
            <a:srgbClr val="73B900"/>
          </a:solidFill>
          <a:latin typeface="Arial" charset="0"/>
        </a:defRPr>
      </a:lvl9pPr>
    </p:titleStyle>
    <p:bodyStyle>
      <a:lvl1pPr marL="0" indent="0" algn="l" rtl="0" fontAlgn="base">
        <a:lnSpc>
          <a:spcPct val="90000"/>
        </a:lnSpc>
        <a:spcBef>
          <a:spcPts val="3000"/>
        </a:spcBef>
        <a:spcAft>
          <a:spcPts val="3000"/>
        </a:spcAft>
        <a:buClr>
          <a:schemeClr val="bg2"/>
        </a:buClr>
        <a:buSzPct val="100000"/>
        <a:buFontTx/>
        <a:buNone/>
        <a:defRPr sz="6667" b="0">
          <a:solidFill>
            <a:schemeClr val="bg1"/>
          </a:solidFill>
          <a:latin typeface="Trebuchet MS" pitchFamily="34" charset="0"/>
          <a:ea typeface="+mn-ea"/>
          <a:cs typeface="+mn-cs"/>
        </a:defRPr>
      </a:lvl1pPr>
      <a:lvl2pPr marL="1904981" indent="0" algn="l" rtl="0" fontAlgn="base">
        <a:lnSpc>
          <a:spcPct val="90000"/>
        </a:lnSpc>
        <a:spcBef>
          <a:spcPts val="3000"/>
        </a:spcBef>
        <a:spcAft>
          <a:spcPts val="3000"/>
        </a:spcAft>
        <a:buClr>
          <a:schemeClr val="bg2"/>
        </a:buClr>
        <a:buSzPct val="100000"/>
        <a:buFontTx/>
        <a:buNone/>
        <a:defRPr sz="6000" b="0">
          <a:solidFill>
            <a:schemeClr val="bg1"/>
          </a:solidFill>
          <a:latin typeface="Trebuchet MS" pitchFamily="34" charset="0"/>
        </a:defRPr>
      </a:lvl2pPr>
      <a:lvl3pPr marL="3630047" indent="0" algn="l" rtl="0" fontAlgn="base">
        <a:lnSpc>
          <a:spcPct val="90000"/>
        </a:lnSpc>
        <a:spcBef>
          <a:spcPts val="3000"/>
        </a:spcBef>
        <a:spcAft>
          <a:spcPts val="3000"/>
        </a:spcAft>
        <a:buClr>
          <a:schemeClr val="bg2"/>
        </a:buClr>
        <a:buSzPct val="100000"/>
        <a:buFontTx/>
        <a:buNone/>
        <a:defRPr sz="5333" b="0">
          <a:solidFill>
            <a:schemeClr val="bg1"/>
          </a:solidFill>
          <a:latin typeface="Trebuchet MS" pitchFamily="34" charset="0"/>
        </a:defRPr>
      </a:lvl3pPr>
      <a:lvl4pPr marL="5916024" indent="-761992" algn="l" rtl="0" fontAlgn="base">
        <a:spcBef>
          <a:spcPct val="20000"/>
        </a:spcBef>
        <a:spcAft>
          <a:spcPct val="0"/>
        </a:spcAft>
        <a:buChar char="–"/>
        <a:defRPr sz="6667">
          <a:solidFill>
            <a:schemeClr val="bg1"/>
          </a:solidFill>
          <a:latin typeface="+mn-lt"/>
        </a:defRPr>
      </a:lvl4pPr>
      <a:lvl5pPr marL="7059013" indent="-761992" algn="l" rtl="0" fontAlgn="base">
        <a:spcBef>
          <a:spcPct val="20000"/>
        </a:spcBef>
        <a:spcAft>
          <a:spcPct val="0"/>
        </a:spcAft>
        <a:buChar char="»"/>
        <a:defRPr sz="6667">
          <a:solidFill>
            <a:schemeClr val="bg1"/>
          </a:solidFill>
          <a:latin typeface="+mn-lt"/>
        </a:defRPr>
      </a:lvl5pPr>
      <a:lvl6pPr marL="8582998" indent="-761992" algn="l" rtl="0" eaLnBrk="1" fontAlgn="base" hangingPunct="1">
        <a:spcBef>
          <a:spcPct val="20000"/>
        </a:spcBef>
        <a:spcAft>
          <a:spcPct val="0"/>
        </a:spcAft>
        <a:buChar char="»"/>
        <a:defRPr sz="6667">
          <a:solidFill>
            <a:schemeClr val="bg1"/>
          </a:solidFill>
          <a:latin typeface="+mn-lt"/>
        </a:defRPr>
      </a:lvl6pPr>
      <a:lvl7pPr marL="10106982" indent="-761992" algn="l" rtl="0" eaLnBrk="1" fontAlgn="base" hangingPunct="1">
        <a:spcBef>
          <a:spcPct val="20000"/>
        </a:spcBef>
        <a:spcAft>
          <a:spcPct val="0"/>
        </a:spcAft>
        <a:buChar char="»"/>
        <a:defRPr sz="6667">
          <a:solidFill>
            <a:schemeClr val="bg1"/>
          </a:solidFill>
          <a:latin typeface="+mn-lt"/>
        </a:defRPr>
      </a:lvl7pPr>
      <a:lvl8pPr marL="11630967" indent="-761992" algn="l" rtl="0" eaLnBrk="1" fontAlgn="base" hangingPunct="1">
        <a:spcBef>
          <a:spcPct val="20000"/>
        </a:spcBef>
        <a:spcAft>
          <a:spcPct val="0"/>
        </a:spcAft>
        <a:buChar char="»"/>
        <a:defRPr sz="6667">
          <a:solidFill>
            <a:schemeClr val="bg1"/>
          </a:solidFill>
          <a:latin typeface="+mn-lt"/>
        </a:defRPr>
      </a:lvl8pPr>
      <a:lvl9pPr marL="13154952" indent="-761992" algn="l" rtl="0" eaLnBrk="1" fontAlgn="base" hangingPunct="1">
        <a:spcBef>
          <a:spcPct val="20000"/>
        </a:spcBef>
        <a:spcAft>
          <a:spcPct val="0"/>
        </a:spcAft>
        <a:buChar char="»"/>
        <a:defRPr sz="6667">
          <a:solidFill>
            <a:schemeClr val="bg1"/>
          </a:solidFill>
          <a:latin typeface="+mn-lt"/>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3.png"/><Relationship Id="rId7" Type="http://schemas.openxmlformats.org/officeDocument/2006/relationships/image" Target="../media/image40.jpeg"/><Relationship Id="rId2" Type="http://schemas.openxmlformats.org/officeDocument/2006/relationships/notesSlide" Target="../notesSlides/notesSlide9.xml"/><Relationship Id="rId1" Type="http://schemas.openxmlformats.org/officeDocument/2006/relationships/slideLayout" Target="../slideLayouts/slideLayout41.xml"/><Relationship Id="rId6" Type="http://schemas.openxmlformats.org/officeDocument/2006/relationships/image" Target="../media/image39.jpeg"/><Relationship Id="rId5" Type="http://schemas.openxmlformats.org/officeDocument/2006/relationships/image" Target="../media/image38.jpe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jpe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1.xml"/><Relationship Id="rId1" Type="http://schemas.openxmlformats.org/officeDocument/2006/relationships/slideLayout" Target="../slideLayouts/slideLayout41.xml"/><Relationship Id="rId5" Type="http://schemas.openxmlformats.org/officeDocument/2006/relationships/image" Target="../media/image45.sv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41.xml"/><Relationship Id="rId6" Type="http://schemas.openxmlformats.org/officeDocument/2006/relationships/image" Target="../media/image48.jpeg"/><Relationship Id="rId5" Type="http://schemas.openxmlformats.org/officeDocument/2006/relationships/image" Target="../media/image47.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4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41.xml"/><Relationship Id="rId5" Type="http://schemas.openxmlformats.org/officeDocument/2006/relationships/image" Target="../media/image33.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6C5838-5B15-4295-A6AB-336C44034843}"/>
              </a:ext>
            </a:extLst>
          </p:cNvPr>
          <p:cNvSpPr>
            <a:spLocks noGrp="1"/>
          </p:cNvSpPr>
          <p:nvPr>
            <p:ph type="ctrTitle"/>
          </p:nvPr>
        </p:nvSpPr>
        <p:spPr>
          <a:xfrm>
            <a:off x="1513011" y="2983577"/>
            <a:ext cx="23015367" cy="4937760"/>
          </a:xfrm>
        </p:spPr>
        <p:txBody>
          <a:bodyPr/>
          <a:lstStyle/>
          <a:p>
            <a:r>
              <a:rPr dirty="0" err="1"/>
              <a:t>深度學習基本原理</a:t>
            </a:r>
            <a:br>
              <a:rPr lang="en-US" dirty="0"/>
            </a:br>
            <a:r>
              <a:rPr sz="8000" dirty="0"/>
              <a:t>(</a:t>
            </a:r>
            <a:r>
              <a:rPr lang="en-US" sz="8000" dirty="0"/>
              <a:t>Fundamentals of Deep Learning</a:t>
            </a:r>
            <a:r>
              <a:rPr sz="8000" dirty="0"/>
              <a:t>)</a:t>
            </a:r>
            <a:endParaRPr dirty="0"/>
          </a:p>
        </p:txBody>
      </p:sp>
      <p:sp>
        <p:nvSpPr>
          <p:cNvPr id="10" name="Subtitle 9">
            <a:extLst>
              <a:ext uri="{FF2B5EF4-FFF2-40B4-BE49-F238E27FC236}">
                <a16:creationId xmlns:a16="http://schemas.microsoft.com/office/drawing/2014/main" id="{4C4E44C6-E88C-4CDE-9E6A-035AA5A6FA95}"/>
              </a:ext>
            </a:extLst>
          </p:cNvPr>
          <p:cNvSpPr>
            <a:spLocks noGrp="1"/>
          </p:cNvSpPr>
          <p:nvPr>
            <p:ph type="subTitle" idx="1"/>
          </p:nvPr>
        </p:nvSpPr>
        <p:spPr>
          <a:xfrm>
            <a:off x="1513011" y="8611789"/>
            <a:ext cx="19282214" cy="1703832"/>
          </a:xfrm>
        </p:spPr>
        <p:txBody>
          <a:bodyPr>
            <a:normAutofit/>
          </a:bodyPr>
          <a:lstStyle/>
          <a:p>
            <a:r>
              <a:rPr sz="5400" dirty="0"/>
              <a:t>第4部分：資料增強(Data Augmentation)</a:t>
            </a:r>
            <a:r>
              <a:rPr sz="5400" dirty="0" err="1"/>
              <a:t>和部署</a:t>
            </a:r>
            <a:r>
              <a:rPr sz="5400" dirty="0"/>
              <a:t>(Deployment)</a:t>
            </a:r>
          </a:p>
        </p:txBody>
      </p:sp>
    </p:spTree>
    <p:extLst>
      <p:ext uri="{BB962C8B-B14F-4D97-AF65-F5344CB8AC3E}">
        <p14:creationId xmlns:p14="http://schemas.microsoft.com/office/powerpoint/2010/main" val="1887837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8E0B866-8D5C-ABB7-396A-E5AC69D40BD8}"/>
              </a:ext>
            </a:extLst>
          </p:cNvPr>
          <p:cNvGraphicFramePr>
            <a:graphicFrameLocks noGrp="1"/>
          </p:cNvGraphicFramePr>
          <p:nvPr/>
        </p:nvGraphicFramePr>
        <p:xfrm>
          <a:off x="18651265" y="7034764"/>
          <a:ext cx="15895909" cy="11573992"/>
        </p:xfrm>
        <a:graphic>
          <a:graphicData uri="http://schemas.openxmlformats.org/drawingml/2006/table">
            <a:tbl>
              <a:tblPr firstRow="1" bandRow="1">
                <a:tableStyleId>{5C22544A-7EE6-4342-B048-85BDC9FD1C3A}</a:tableStyleId>
              </a:tblPr>
              <a:tblGrid>
                <a:gridCol w="988254">
                  <a:extLst>
                    <a:ext uri="{9D8B030D-6E8A-4147-A177-3AD203B41FA5}">
                      <a16:colId xmlns:a16="http://schemas.microsoft.com/office/drawing/2014/main" val="2906691046"/>
                    </a:ext>
                  </a:extLst>
                </a:gridCol>
                <a:gridCol w="14907655">
                  <a:extLst>
                    <a:ext uri="{9D8B030D-6E8A-4147-A177-3AD203B41FA5}">
                      <a16:colId xmlns:a16="http://schemas.microsoft.com/office/drawing/2014/main" val="3388937594"/>
                    </a:ext>
                  </a:extLst>
                </a:gridCol>
              </a:tblGrid>
              <a:tr h="1796218">
                <a:tc>
                  <a:txBody>
                    <a:bodyPr/>
                    <a:lstStyle/>
                    <a:p>
                      <a:pPr marL="0" indent="0" algn="l">
                        <a:buFont typeface="NVIDIA Sans" panose="020B0503020203020204" pitchFamily="34" charset="0"/>
                        <a:buNone/>
                      </a:pPr>
                      <a:r>
                        <a:rPr lang="en-US" sz="6000" b="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1 </a:t>
                      </a:r>
                      <a:r>
                        <a:rPr lang="zh-TW" altLang="en-US" sz="4800" b="0" dirty="0">
                          <a:solidFill>
                            <a:schemeClr val="bg1"/>
                          </a:solidFill>
                          <a:latin typeface="NVIDIA Sans Medium" panose="020B0603020203020204" pitchFamily="34" charset="0"/>
                          <a:cs typeface="NVIDIA Sans Medium" panose="020B0603020203020204" pitchFamily="34" charset="0"/>
                        </a:rPr>
                        <a:t>部分：深度學習簡介</a:t>
                      </a:r>
                    </a:p>
                  </a:txBody>
                  <a:tcPr marL="0" marR="36576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958080"/>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2 </a:t>
                      </a:r>
                      <a:r>
                        <a:rPr lang="zh-TW" altLang="en-US" sz="4800" b="0" dirty="0">
                          <a:solidFill>
                            <a:schemeClr val="bg1"/>
                          </a:solidFill>
                          <a:latin typeface="NVIDIA Sans Medium" panose="020B0603020203020204" pitchFamily="34" charset="0"/>
                          <a:cs typeface="NVIDIA Sans Medium" panose="020B0603020203020204" pitchFamily="34" charset="0"/>
                        </a:rPr>
                        <a:t>部分：神經網路如何訓練</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8812821"/>
                  </a:ext>
                </a:extLst>
              </a:tr>
              <a:tr h="1796218">
                <a:tc>
                  <a:txBody>
                    <a:bodyPr/>
                    <a:lstStyle/>
                    <a:p>
                      <a:pPr marL="0" indent="0" algn="l">
                        <a:buFont typeface="NVIDIA Sans" panose="020B0503020203020204" pitchFamily="34" charset="0"/>
                        <a:buNone/>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3 </a:t>
                      </a:r>
                      <a:r>
                        <a:rPr lang="zh-TW" altLang="en-US" sz="4800" b="0" dirty="0">
                          <a:solidFill>
                            <a:schemeClr val="bg1"/>
                          </a:solidFill>
                          <a:latin typeface="NVIDIA Sans Medium" panose="020B0603020203020204" pitchFamily="34" charset="0"/>
                          <a:cs typeface="NVIDIA Sans Medium" panose="020B0603020203020204" pitchFamily="34" charset="0"/>
                        </a:rPr>
                        <a:t>部分：卷積神經網路</a:t>
                      </a:r>
                      <a:br>
                        <a:rPr lang="en-US" altLang="zh-TW" sz="4800" b="0" dirty="0">
                          <a:solidFill>
                            <a:schemeClr val="bg1"/>
                          </a:solidFill>
                          <a:latin typeface="NVIDIA Sans Medium" panose="020B0603020203020204" pitchFamily="34" charset="0"/>
                          <a:cs typeface="NVIDIA Sans Medium" panose="020B0603020203020204" pitchFamily="34" charset="0"/>
                        </a:rPr>
                      </a:br>
                      <a:r>
                        <a:rPr lang="en-US" altLang="zh-TW" sz="4800" b="0" dirty="0">
                          <a:solidFill>
                            <a:schemeClr val="bg1"/>
                          </a:solidFill>
                          <a:latin typeface="NVIDIA Sans Medium" panose="020B0603020203020204" pitchFamily="34" charset="0"/>
                          <a:cs typeface="NVIDIA Sans Medium" panose="020B0603020203020204" pitchFamily="34" charset="0"/>
                        </a:rPr>
                        <a:t>                     (Convolutional Neural Networks)</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311925"/>
                  </a:ext>
                </a:extLst>
              </a:tr>
              <a:tr h="1796218">
                <a:tc>
                  <a:txBody>
                    <a:bodyPr/>
                    <a:lstStyle/>
                    <a:p>
                      <a:pPr algn="l"/>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en-US" altLang="zh-TW"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4 </a:t>
                      </a:r>
                      <a:r>
                        <a:rPr lang="zh-TW" altLang="en-US" sz="4800" b="0" dirty="0">
                          <a:solidFill>
                            <a:schemeClr val="bg1"/>
                          </a:solidFill>
                          <a:latin typeface="NVIDIA Sans Medium" panose="020B0603020203020204" pitchFamily="34" charset="0"/>
                          <a:cs typeface="NVIDIA Sans Medium" panose="020B0603020203020204" pitchFamily="34" charset="0"/>
                        </a:rPr>
                        <a:t>部分：資料增強與部署</a:t>
                      </a: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6270836"/>
                  </a:ext>
                </a:extLst>
              </a:tr>
              <a:tr h="1796218">
                <a:tc>
                  <a:txBody>
                    <a:bodyPr/>
                    <a:lstStyle/>
                    <a:p>
                      <a:pPr marL="0" marR="0" lvl="0" indent="0" algn="l" defTabSz="2743200" rtl="0" eaLnBrk="1" fontAlgn="auto" latinLnBrk="0" hangingPunct="1">
                        <a:lnSpc>
                          <a:spcPct val="100000"/>
                        </a:lnSpc>
                        <a:spcBef>
                          <a:spcPts val="0"/>
                        </a:spcBef>
                        <a:spcAft>
                          <a:spcPts val="0"/>
                        </a:spcAft>
                        <a:buClrTx/>
                        <a:buSzTx/>
                        <a:buFontTx/>
                        <a:buNone/>
                        <a:tabLst/>
                        <a:defRPr/>
                      </a:pPr>
                      <a:r>
                        <a:rPr lang="en-US" sz="60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p>
                      <a:pPr marL="0" indent="0" algn="l">
                        <a:buClr>
                          <a:srgbClr val="B6A56F"/>
                        </a:buClr>
                        <a:buSzPct val="120000"/>
                        <a:buFontTx/>
                        <a:buNone/>
                      </a:pPr>
                      <a:r>
                        <a:rPr lang="zh-TW" altLang="en-US" sz="4800" b="0" dirty="0">
                          <a:solidFill>
                            <a:schemeClr val="bg1"/>
                          </a:solidFill>
                          <a:latin typeface="NVIDIA Sans Medium" panose="020B0603020203020204" pitchFamily="34" charset="0"/>
                          <a:cs typeface="NVIDIA Sans Medium" panose="020B0603020203020204" pitchFamily="34" charset="0"/>
                        </a:rPr>
                        <a:t>第 </a:t>
                      </a:r>
                      <a:r>
                        <a:rPr lang="en-US" altLang="zh-TW" sz="4800" b="0" dirty="0">
                          <a:solidFill>
                            <a:schemeClr val="bg1"/>
                          </a:solidFill>
                          <a:latin typeface="NVIDIA Sans Medium" panose="020B0603020203020204" pitchFamily="34" charset="0"/>
                          <a:cs typeface="NVIDIA Sans Medium" panose="020B0603020203020204" pitchFamily="34" charset="0"/>
                        </a:rPr>
                        <a:t>5 </a:t>
                      </a:r>
                      <a:r>
                        <a:rPr lang="zh-TW" altLang="en-US" sz="4800" b="0" dirty="0">
                          <a:solidFill>
                            <a:schemeClr val="bg1"/>
                          </a:solidFill>
                          <a:latin typeface="NVIDIA Sans Medium" panose="020B0603020203020204" pitchFamily="34" charset="0"/>
                          <a:cs typeface="NVIDIA Sans Medium" panose="020B0603020203020204" pitchFamily="34" charset="0"/>
                        </a:rPr>
                        <a:t>部分：預訓練模型</a:t>
                      </a:r>
                    </a:p>
                    <a:p>
                      <a:pPr marL="0" indent="0" algn="l">
                        <a:buClr>
                          <a:srgbClr val="B6A56F"/>
                        </a:buClr>
                        <a:buSzPct val="120000"/>
                        <a:buFontTx/>
                        <a:buNone/>
                      </a:pPr>
                      <a:endParaRPr lang="zh-TW" altLang="en-US" sz="4800" b="0" dirty="0">
                        <a:solidFill>
                          <a:schemeClr val="bg1"/>
                        </a:solidFill>
                        <a:latin typeface="NVIDIA Sans Medium" panose="020B0603020203020204" pitchFamily="34" charset="0"/>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864478"/>
                  </a:ext>
                </a:extLst>
              </a:tr>
              <a:tr h="1796218">
                <a:tc>
                  <a:txBody>
                    <a:bodyPr/>
                    <a:lstStyle/>
                    <a:p>
                      <a:pPr algn="l"/>
                      <a:r>
                        <a:rPr lang="en-US" sz="5400">
                          <a:solidFill>
                            <a:schemeClr val="tx2"/>
                          </a:solidFill>
                          <a:latin typeface="NVIDIA Sans Light" panose="020B0303020203020204" pitchFamily="34" charset="0"/>
                          <a:cs typeface="NVIDIA Sans Light" panose="020B0303020203020204" pitchFamily="34" charset="0"/>
                        </a:rPr>
                        <a:t>•</a:t>
                      </a:r>
                    </a:p>
                  </a:txBody>
                  <a:tcPr marT="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2743200" rtl="0" eaLnBrk="1" fontAlgn="auto" latinLnBrk="0" hangingPunct="1">
                        <a:lnSpc>
                          <a:spcPct val="100000"/>
                        </a:lnSpc>
                        <a:spcBef>
                          <a:spcPts val="0"/>
                        </a:spcBef>
                        <a:spcAft>
                          <a:spcPts val="0"/>
                        </a:spcAft>
                        <a:buClr>
                          <a:srgbClr val="B6A56F"/>
                        </a:buClr>
                        <a:buSzPct val="120000"/>
                        <a:buFontTx/>
                        <a:buNone/>
                        <a:tabLst/>
                        <a:defRPr/>
                      </a:pPr>
                      <a:r>
                        <a:rPr lang="zh-TW" altLang="en-US" sz="4400" b="0" dirty="0">
                          <a:solidFill>
                            <a:schemeClr val="bg1"/>
                          </a:solidFill>
                          <a:latin typeface="NVIDIA Sans Medium" panose="020B0603020203020204" pitchFamily="34" charset="0"/>
                          <a:cs typeface="NVIDIA Sans Medium" panose="020B0603020203020204" pitchFamily="34" charset="0"/>
                        </a:rPr>
                        <a:t>第 </a:t>
                      </a:r>
                      <a:r>
                        <a:rPr lang="en-US" altLang="zh-TW" sz="4400" b="0" dirty="0">
                          <a:solidFill>
                            <a:schemeClr val="bg1"/>
                          </a:solidFill>
                          <a:latin typeface="NVIDIA Sans Medium" panose="020B0603020203020204" pitchFamily="34" charset="0"/>
                          <a:cs typeface="NVIDIA Sans Medium" panose="020B0603020203020204" pitchFamily="34" charset="0"/>
                        </a:rPr>
                        <a:t>6 </a:t>
                      </a:r>
                      <a:r>
                        <a:rPr lang="zh-TW" altLang="en-US" sz="4400" b="0" dirty="0">
                          <a:solidFill>
                            <a:schemeClr val="bg1"/>
                          </a:solidFill>
                          <a:latin typeface="NVIDIA Sans Medium" panose="020B0603020203020204" pitchFamily="34" charset="0"/>
                          <a:cs typeface="NVIDIA Sans Medium" panose="020B0603020203020204" pitchFamily="34" charset="0"/>
                        </a:rPr>
                        <a:t>部分：進階架構</a:t>
                      </a:r>
                      <a:endParaRPr kumimoji="0" lang="en-US" sz="4400" b="0" i="0" u="none" strike="noStrike" kern="1200" cap="none" spc="0" normalizeH="0" baseline="0" noProof="0" dirty="0">
                        <a:ln>
                          <a:noFill/>
                        </a:ln>
                        <a:solidFill>
                          <a:schemeClr val="bg1"/>
                        </a:solidFill>
                        <a:effectLst/>
                        <a:uLnTx/>
                        <a:uFillTx/>
                        <a:latin typeface="NVIDIA Sans Medium" panose="020B0603020203020204" pitchFamily="34" charset="0"/>
                        <a:ea typeface="+mn-ea"/>
                        <a:cs typeface="NVIDIA Sans Medium" panose="020B0603020203020204" pitchFamily="34" charset="0"/>
                      </a:endParaRPr>
                    </a:p>
                  </a:txBody>
                  <a:tcPr marL="0" marR="365760" marT="0" marB="0" anchor="ctr">
                    <a:lnL w="12700" cmpd="sng">
                      <a:noFill/>
                    </a:lnL>
                    <a:lnR w="12700" cmpd="sng">
                      <a:noFill/>
                    </a:lnR>
                    <a:lnT w="12700" cap="flat" cmpd="sng" algn="ctr">
                      <a:solidFill>
                        <a:schemeClr val="accent4"/>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937403"/>
                  </a:ext>
                </a:extLst>
              </a:tr>
            </a:tbl>
          </a:graphicData>
        </a:graphic>
      </p:graphicFrame>
      <p:sp>
        <p:nvSpPr>
          <p:cNvPr id="6" name="TextBox 5">
            <a:extLst>
              <a:ext uri="{FF2B5EF4-FFF2-40B4-BE49-F238E27FC236}">
                <a16:creationId xmlns:a16="http://schemas.microsoft.com/office/drawing/2014/main" id="{F743F418-8875-D8F7-3CC1-B6DE2F73A307}"/>
              </a:ext>
            </a:extLst>
          </p:cNvPr>
          <p:cNvSpPr txBox="1"/>
          <p:nvPr/>
        </p:nvSpPr>
        <p:spPr>
          <a:xfrm>
            <a:off x="19524558" y="5114484"/>
            <a:ext cx="11248985" cy="1569660"/>
          </a:xfrm>
          <a:prstGeom prst="rect">
            <a:avLst/>
          </a:prstGeom>
          <a:noFill/>
        </p:spPr>
        <p:txBody>
          <a:bodyPr wrap="square" rtlCol="0" anchor="b">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TW" alt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rPr>
              <a:t>課程大綱</a:t>
            </a:r>
            <a:endParaRPr kumimoji="0" lang="en-US" sz="9600" b="1" i="0" u="none" strike="noStrike" kern="1200" cap="none" spc="0" normalizeH="0" baseline="0" noProof="0" dirty="0">
              <a:ln>
                <a:noFill/>
              </a:ln>
              <a:solidFill>
                <a:srgbClr val="76B900"/>
              </a:solidFill>
              <a:effectLst/>
              <a:uLnTx/>
              <a:uFillTx/>
              <a:latin typeface="NVIDIA Sans" panose="020B0503020203020204" pitchFamily="34" charset="0"/>
              <a:ea typeface="+mn-ea"/>
              <a:cs typeface="NVIDIA Sans" panose="020B0503020203020204" pitchFamily="34" charset="0"/>
              <a:sym typeface="Arial"/>
            </a:endParaRPr>
          </a:p>
        </p:txBody>
      </p:sp>
      <p:sp>
        <p:nvSpPr>
          <p:cNvPr id="2" name="Rectangle 1">
            <a:extLst>
              <a:ext uri="{FF2B5EF4-FFF2-40B4-BE49-F238E27FC236}">
                <a16:creationId xmlns:a16="http://schemas.microsoft.com/office/drawing/2014/main" id="{B8E6121E-A96A-F527-8E76-FFB24307ED22}"/>
              </a:ext>
            </a:extLst>
          </p:cNvPr>
          <p:cNvSpPr/>
          <p:nvPr/>
        </p:nvSpPr>
        <p:spPr>
          <a:xfrm>
            <a:off x="18013680" y="13175802"/>
            <a:ext cx="17129760" cy="1569660"/>
          </a:xfrm>
          <a:prstGeom prst="rect">
            <a:avLst/>
          </a:prstGeom>
          <a:noFill/>
          <a:ln w="190500">
            <a:solidFill>
              <a:srgbClr val="76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90000"/>
              </a:lnSpc>
              <a:spcBef>
                <a:spcPts val="0"/>
              </a:spcBef>
              <a:spcAft>
                <a:spcPts val="0"/>
              </a:spcAft>
              <a:buClrTx/>
              <a:buSzTx/>
              <a:buFontTx/>
              <a:buNone/>
              <a:tabLst/>
              <a:defRPr/>
            </a:pPr>
            <a:endParaRPr kumimoji="0" lang="en-US" sz="4000" b="0" i="0" u="none" strike="noStrike" kern="1200" cap="none" spc="0" normalizeH="0" baseline="0" noProof="0" err="1">
              <a:ln>
                <a:noFill/>
              </a:ln>
              <a:solidFill>
                <a:srgbClr val="FFFFFF"/>
              </a:solidFill>
              <a:effectLst/>
              <a:uLnTx/>
              <a:uFillTx/>
              <a:latin typeface="Trebuchet MS" panose="020B0603020202020204" pitchFamily="34" charset="0"/>
              <a:ea typeface="+mn-ea"/>
              <a:cs typeface="+mn-cs"/>
              <a:sym typeface="Arial"/>
            </a:endParaRPr>
          </a:p>
        </p:txBody>
      </p:sp>
    </p:spTree>
    <p:extLst>
      <p:ext uri="{BB962C8B-B14F-4D97-AF65-F5344CB8AC3E}">
        <p14:creationId xmlns:p14="http://schemas.microsoft.com/office/powerpoint/2010/main" val="7852824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wrap="square" anchor="b">
            <a:normAutofit/>
          </a:bodyPr>
          <a:lstStyle/>
          <a:p>
            <a:r>
              <a:rPr lang="zh-TW" altLang="en-US" sz="9600" dirty="0"/>
              <a:t>實作</a:t>
            </a:r>
            <a:r>
              <a:rPr sz="9600" dirty="0" err="1"/>
              <a:t>練習回顧</a:t>
            </a:r>
            <a:endParaRPr sz="9600" dirty="0"/>
          </a:p>
        </p:txBody>
      </p:sp>
      <p:sp>
        <p:nvSpPr>
          <p:cNvPr id="6" name="Rectangle: Rounded Corners 5">
            <a:extLst>
              <a:ext uri="{FF2B5EF4-FFF2-40B4-BE49-F238E27FC236}">
                <a16:creationId xmlns:a16="http://schemas.microsoft.com/office/drawing/2014/main" id="{BDD5B296-1761-48D4-9DFE-D2074A00BFAC}"/>
              </a:ext>
            </a:extLst>
          </p:cNvPr>
          <p:cNvSpPr/>
          <p:nvPr/>
        </p:nvSpPr>
        <p:spPr>
          <a:xfrm>
            <a:off x="4088057" y="5302369"/>
            <a:ext cx="11629747" cy="2407683"/>
          </a:xfrm>
          <a:prstGeom prst="roundRect">
            <a:avLst/>
          </a:prstGeom>
          <a:solidFill>
            <a:schemeClr val="tx1"/>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8800" dirty="0" err="1">
                <a:solidFill>
                  <a:schemeClr val="bg1"/>
                </a:solidFill>
              </a:rPr>
              <a:t>分析</a:t>
            </a:r>
            <a:r>
              <a:rPr lang="en-US" altLang="zh-TW" sz="8800" dirty="0">
                <a:solidFill>
                  <a:schemeClr val="bg1"/>
                </a:solidFill>
              </a:rPr>
              <a:t>(</a:t>
            </a:r>
            <a:r>
              <a:rPr lang="en-US" sz="8800" dirty="0">
                <a:solidFill>
                  <a:schemeClr val="bg1"/>
                </a:solidFill>
              </a:rPr>
              <a:t>Analysis</a:t>
            </a:r>
            <a:r>
              <a:rPr lang="en-US" altLang="zh-TW" sz="8800" dirty="0">
                <a:solidFill>
                  <a:schemeClr val="bg1"/>
                </a:solidFill>
              </a:rPr>
              <a:t>)</a:t>
            </a:r>
            <a:endParaRPr sz="8800" dirty="0">
              <a:solidFill>
                <a:schemeClr val="bg1"/>
              </a:solidFill>
            </a:endParaRPr>
          </a:p>
        </p:txBody>
      </p:sp>
      <p:sp>
        <p:nvSpPr>
          <p:cNvPr id="8" name="Content Placeholder 2">
            <a:extLst>
              <a:ext uri="{FF2B5EF4-FFF2-40B4-BE49-F238E27FC236}">
                <a16:creationId xmlns:a16="http://schemas.microsoft.com/office/drawing/2014/main" id="{BC9C6C09-1E64-CA4F-8494-490CAA3DF388}"/>
              </a:ext>
            </a:extLst>
          </p:cNvPr>
          <p:cNvSpPr txBox="1">
            <a:spLocks/>
          </p:cNvSpPr>
          <p:nvPr/>
        </p:nvSpPr>
        <p:spPr>
          <a:xfrm>
            <a:off x="1661162" y="6506212"/>
            <a:ext cx="16483543" cy="12311737"/>
          </a:xfrm>
          <a:solidFill>
            <a:schemeClr val="tx2"/>
          </a:solidFill>
          <a:ln>
            <a:solidFill>
              <a:schemeClr val="tx2"/>
            </a:solidFill>
          </a:ln>
        </p:spPr>
        <p:style>
          <a:lnRef idx="1">
            <a:schemeClr val="accent2"/>
          </a:lnRef>
          <a:fillRef idx="2">
            <a:schemeClr val="accent2"/>
          </a:fillRef>
          <a:effectRef idx="1">
            <a:schemeClr val="accent2"/>
          </a:effectRef>
          <a:fontRef idx="minor">
            <a:schemeClr val="dk1"/>
          </a:fontRef>
        </p:style>
        <p:txBody>
          <a:bodyPr wrap="square" anchor="ctr">
            <a:normAutofit/>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dk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dk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dk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9pPr>
          </a:lstStyle>
          <a:p>
            <a:pPr marL="1219188">
              <a:buFont typeface="Arial" panose="020B0604020202020204" pitchFamily="34" charset="0"/>
              <a:buChar char="•"/>
            </a:pPr>
            <a:r>
              <a:rPr sz="8000" dirty="0" err="1">
                <a:solidFill>
                  <a:schemeClr val="bg1"/>
                </a:solidFill>
              </a:rPr>
              <a:t>卷積神經網路</a:t>
            </a:r>
            <a:r>
              <a:rPr sz="8000" dirty="0">
                <a:solidFill>
                  <a:schemeClr val="bg1"/>
                </a:solidFill>
              </a:rPr>
              <a:t>(CNN)</a:t>
            </a:r>
            <a:r>
              <a:rPr sz="8000" dirty="0" err="1">
                <a:solidFill>
                  <a:schemeClr val="bg1"/>
                </a:solidFill>
              </a:rPr>
              <a:t>提高了驗證</a:t>
            </a:r>
            <a:r>
              <a:rPr sz="8000" dirty="0">
                <a:solidFill>
                  <a:schemeClr val="bg1"/>
                </a:solidFill>
              </a:rPr>
              <a:t>(Validation)</a:t>
            </a:r>
            <a:r>
              <a:rPr sz="8000" dirty="0" err="1">
                <a:solidFill>
                  <a:schemeClr val="bg1"/>
                </a:solidFill>
              </a:rPr>
              <a:t>準確度</a:t>
            </a:r>
            <a:r>
              <a:rPr sz="8000" dirty="0">
                <a:solidFill>
                  <a:schemeClr val="bg1"/>
                </a:solidFill>
              </a:rPr>
              <a:t>(accuracy)</a:t>
            </a:r>
            <a:br>
              <a:rPr sz="8000" dirty="0">
                <a:solidFill>
                  <a:schemeClr val="bg1"/>
                </a:solidFill>
              </a:rPr>
            </a:br>
            <a:endParaRPr sz="8000" dirty="0">
              <a:solidFill>
                <a:schemeClr val="bg1"/>
              </a:solidFill>
            </a:endParaRPr>
          </a:p>
          <a:p>
            <a:pPr marL="1219188">
              <a:buFont typeface="Arial" panose="020B0604020202020204" pitchFamily="34" charset="0"/>
              <a:buChar char="•"/>
            </a:pPr>
            <a:r>
              <a:rPr sz="8000" dirty="0" err="1">
                <a:solidFill>
                  <a:schemeClr val="bg1"/>
                </a:solidFill>
              </a:rPr>
              <a:t>仍然觀察到訓練準確度</a:t>
            </a:r>
            <a:r>
              <a:rPr sz="8000" dirty="0">
                <a:solidFill>
                  <a:schemeClr val="bg1"/>
                </a:solidFill>
              </a:rPr>
              <a:t>(</a:t>
            </a:r>
            <a:r>
              <a:rPr lang="en-US" sz="8000" dirty="0">
                <a:solidFill>
                  <a:schemeClr val="bg1"/>
                </a:solidFill>
              </a:rPr>
              <a:t>training </a:t>
            </a:r>
            <a:r>
              <a:rPr lang="zh-TW" altLang="en-US" sz="8000" dirty="0">
                <a:solidFill>
                  <a:schemeClr val="bg1"/>
                </a:solidFill>
              </a:rPr>
              <a:t> </a:t>
            </a:r>
            <a:r>
              <a:rPr sz="8000" dirty="0">
                <a:solidFill>
                  <a:schemeClr val="bg1"/>
                </a:solidFill>
              </a:rPr>
              <a:t>accuracy)</a:t>
            </a:r>
            <a:r>
              <a:rPr sz="8000" dirty="0" err="1">
                <a:solidFill>
                  <a:schemeClr val="bg1"/>
                </a:solidFill>
              </a:rPr>
              <a:t>高於驗證</a:t>
            </a:r>
            <a:r>
              <a:rPr sz="8000" dirty="0">
                <a:solidFill>
                  <a:schemeClr val="bg1"/>
                </a:solidFill>
              </a:rPr>
              <a:t>(</a:t>
            </a:r>
            <a:r>
              <a:rPr lang="en-US" sz="8000" dirty="0">
                <a:solidFill>
                  <a:schemeClr val="bg1"/>
                </a:solidFill>
              </a:rPr>
              <a:t>v</a:t>
            </a:r>
            <a:r>
              <a:rPr sz="8000" dirty="0">
                <a:solidFill>
                  <a:schemeClr val="bg1"/>
                </a:solidFill>
              </a:rPr>
              <a:t>alidation)</a:t>
            </a:r>
            <a:r>
              <a:rPr sz="8000" dirty="0" err="1">
                <a:solidFill>
                  <a:schemeClr val="bg1"/>
                </a:solidFill>
              </a:rPr>
              <a:t>準確度</a:t>
            </a:r>
            <a:br>
              <a:rPr sz="8000" dirty="0">
                <a:solidFill>
                  <a:schemeClr val="bg1"/>
                </a:solidFill>
              </a:rPr>
            </a:br>
            <a:endParaRPr sz="8000" dirty="0">
              <a:solidFill>
                <a:schemeClr val="bg1"/>
              </a:solidFill>
            </a:endParaRPr>
          </a:p>
        </p:txBody>
      </p:sp>
    </p:spTree>
    <p:extLst>
      <p:ext uri="{BB962C8B-B14F-4D97-AF65-F5344CB8AC3E}">
        <p14:creationId xmlns:p14="http://schemas.microsoft.com/office/powerpoint/2010/main" val="24919729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3">
            <a:extLst>
              <a:ext uri="{FF2B5EF4-FFF2-40B4-BE49-F238E27FC236}">
                <a16:creationId xmlns:a16="http://schemas.microsoft.com/office/drawing/2014/main" id="{14F1BD79-AA74-49D3-AAA6-32E6BE28BA88}"/>
              </a:ext>
            </a:extLst>
          </p:cNvPr>
          <p:cNvSpPr>
            <a:spLocks noGrp="1"/>
          </p:cNvSpPr>
          <p:nvPr>
            <p:ph sz="half" idx="2"/>
          </p:nvPr>
        </p:nvSpPr>
        <p:spPr>
          <a:xfrm>
            <a:off x="18431300" y="6506212"/>
            <a:ext cx="16483540" cy="12311737"/>
          </a:xfrm>
        </p:spPr>
        <p:style>
          <a:lnRef idx="1">
            <a:schemeClr val="accent1"/>
          </a:lnRef>
          <a:fillRef idx="2">
            <a:schemeClr val="accent1"/>
          </a:fillRef>
          <a:effectRef idx="1">
            <a:schemeClr val="accent1"/>
          </a:effectRef>
          <a:fontRef idx="minor">
            <a:schemeClr val="dk1"/>
          </a:fontRef>
        </p:style>
        <p:txBody>
          <a:bodyPr anchor="ctr"/>
          <a:lstStyle/>
          <a:p>
            <a:pPr>
              <a:buClrTx/>
              <a:buFont typeface="Arial" panose="020B0604020202020204" pitchFamily="34" charset="0"/>
              <a:buChar char="•"/>
            </a:pPr>
            <a:r>
              <a:rPr dirty="0" err="1"/>
              <a:t>乾淨的資料提供更好的範例</a:t>
            </a:r>
            <a:br>
              <a:rPr dirty="0"/>
            </a:br>
            <a:endParaRPr dirty="0"/>
          </a:p>
          <a:p>
            <a:pPr>
              <a:buClrTx/>
              <a:buFont typeface="Arial" panose="020B0604020202020204" pitchFamily="34" charset="0"/>
              <a:buChar char="•"/>
            </a:pPr>
            <a:r>
              <a:rPr dirty="0" err="1"/>
              <a:t>資料集多樣性幫助模型泛化</a:t>
            </a:r>
            <a:r>
              <a:rPr dirty="0"/>
              <a:t>(generalize)</a:t>
            </a:r>
            <a:br>
              <a:rPr dirty="0"/>
            </a:br>
            <a:endParaRPr dirty="0"/>
          </a:p>
        </p:txBody>
      </p:sp>
      <p:sp>
        <p:nvSpPr>
          <p:cNvPr id="7" name="Rectangle: Rounded Corners 6">
            <a:extLst>
              <a:ext uri="{FF2B5EF4-FFF2-40B4-BE49-F238E27FC236}">
                <a16:creationId xmlns:a16="http://schemas.microsoft.com/office/drawing/2014/main" id="{5CB2FDC1-5102-4EBC-8CB5-EFC261D7E879}"/>
              </a:ext>
            </a:extLst>
          </p:cNvPr>
          <p:cNvSpPr/>
          <p:nvPr/>
        </p:nvSpPr>
        <p:spPr>
          <a:xfrm>
            <a:off x="20858203" y="5302365"/>
            <a:ext cx="11629747" cy="2407683"/>
          </a:xfrm>
          <a:prstGeom prst="roundRect">
            <a:avLst/>
          </a:prstGeom>
          <a:solidFill>
            <a:schemeClr val="tx1"/>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8800" dirty="0" err="1">
                <a:solidFill>
                  <a:schemeClr val="bg1"/>
                </a:solidFill>
              </a:rPr>
              <a:t>解決方案</a:t>
            </a:r>
            <a:r>
              <a:rPr lang="en-US" sz="8800" dirty="0">
                <a:solidFill>
                  <a:schemeClr val="bg1"/>
                </a:solidFill>
              </a:rPr>
              <a:t>(Solution)</a:t>
            </a:r>
            <a:endParaRPr sz="8800" dirty="0">
              <a:solidFill>
                <a:schemeClr val="bg1"/>
              </a:solidFill>
            </a:endParaRPr>
          </a:p>
        </p:txBody>
      </p:sp>
      <p:pic>
        <p:nvPicPr>
          <p:cNvPr id="11" name="Graphic 10" descr="Wolf">
            <a:extLst>
              <a:ext uri="{FF2B5EF4-FFF2-40B4-BE49-F238E27FC236}">
                <a16:creationId xmlns:a16="http://schemas.microsoft.com/office/drawing/2014/main" id="{A452E1A6-3E09-47B0-87D6-AD5C02C7B7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782725" y="16138052"/>
            <a:ext cx="2573857" cy="2573857"/>
          </a:xfrm>
          <a:prstGeom prst="rect">
            <a:avLst/>
          </a:prstGeom>
        </p:spPr>
      </p:pic>
      <p:pic>
        <p:nvPicPr>
          <p:cNvPr id="13" name="Graphic 12" descr="Puppy">
            <a:extLst>
              <a:ext uri="{FF2B5EF4-FFF2-40B4-BE49-F238E27FC236}">
                <a16:creationId xmlns:a16="http://schemas.microsoft.com/office/drawing/2014/main" id="{8E1F85B9-E891-4DF3-B4B0-792F09989C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386142" y="16342675"/>
            <a:ext cx="2573857" cy="2573857"/>
          </a:xfrm>
          <a:prstGeom prst="rect">
            <a:avLst/>
          </a:prstGeom>
        </p:spPr>
      </p:pic>
      <p:pic>
        <p:nvPicPr>
          <p:cNvPr id="15" name="Graphic 14" descr="Puppy 2">
            <a:extLst>
              <a:ext uri="{FF2B5EF4-FFF2-40B4-BE49-F238E27FC236}">
                <a16:creationId xmlns:a16="http://schemas.microsoft.com/office/drawing/2014/main" id="{BC268E97-4007-4BCC-9337-96FAD341B2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334204" y="16342674"/>
            <a:ext cx="2475273" cy="2475273"/>
          </a:xfrm>
          <a:prstGeom prst="rect">
            <a:avLst/>
          </a:prstGeom>
        </p:spPr>
      </p:pic>
      <p:sp>
        <p:nvSpPr>
          <p:cNvPr id="2" name="Rectangle: Rounded Corners 1">
            <a:extLst>
              <a:ext uri="{FF2B5EF4-FFF2-40B4-BE49-F238E27FC236}">
                <a16:creationId xmlns:a16="http://schemas.microsoft.com/office/drawing/2014/main" id="{27FAD7C4-A087-F9FB-36AA-44E2E65748EE}"/>
              </a:ext>
            </a:extLst>
          </p:cNvPr>
          <p:cNvSpPr/>
          <p:nvPr/>
        </p:nvSpPr>
        <p:spPr>
          <a:xfrm>
            <a:off x="4088057" y="5302369"/>
            <a:ext cx="11629747" cy="2407683"/>
          </a:xfrm>
          <a:prstGeom prst="roundRect">
            <a:avLst/>
          </a:prstGeom>
          <a:solidFill>
            <a:schemeClr val="tx1"/>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8800" dirty="0" err="1">
                <a:solidFill>
                  <a:schemeClr val="bg1"/>
                </a:solidFill>
              </a:rPr>
              <a:t>分析</a:t>
            </a:r>
            <a:r>
              <a:rPr lang="en-US" altLang="zh-TW" sz="8800" dirty="0">
                <a:solidFill>
                  <a:schemeClr val="bg1"/>
                </a:solidFill>
              </a:rPr>
              <a:t>(</a:t>
            </a:r>
            <a:r>
              <a:rPr lang="en-US" sz="8800" dirty="0">
                <a:solidFill>
                  <a:schemeClr val="bg1"/>
                </a:solidFill>
              </a:rPr>
              <a:t>Analysis</a:t>
            </a:r>
            <a:r>
              <a:rPr lang="en-US" altLang="zh-TW" sz="8800" dirty="0">
                <a:solidFill>
                  <a:schemeClr val="bg1"/>
                </a:solidFill>
              </a:rPr>
              <a:t>)</a:t>
            </a:r>
            <a:endParaRPr sz="8800" dirty="0">
              <a:solidFill>
                <a:schemeClr val="bg1"/>
              </a:solidFill>
            </a:endParaRPr>
          </a:p>
        </p:txBody>
      </p:sp>
      <p:sp>
        <p:nvSpPr>
          <p:cNvPr id="3" name="Content Placeholder 2">
            <a:extLst>
              <a:ext uri="{FF2B5EF4-FFF2-40B4-BE49-F238E27FC236}">
                <a16:creationId xmlns:a16="http://schemas.microsoft.com/office/drawing/2014/main" id="{AE14CCF6-BD18-86F1-6E47-C40D22973622}"/>
              </a:ext>
            </a:extLst>
          </p:cNvPr>
          <p:cNvSpPr txBox="1">
            <a:spLocks/>
          </p:cNvSpPr>
          <p:nvPr/>
        </p:nvSpPr>
        <p:spPr>
          <a:xfrm>
            <a:off x="1661162" y="6506212"/>
            <a:ext cx="16483543" cy="12311737"/>
          </a:xfrm>
          <a:solidFill>
            <a:schemeClr val="tx2"/>
          </a:solidFill>
          <a:ln>
            <a:solidFill>
              <a:schemeClr val="tx2"/>
            </a:solidFill>
          </a:ln>
        </p:spPr>
        <p:style>
          <a:lnRef idx="1">
            <a:schemeClr val="accent2"/>
          </a:lnRef>
          <a:fillRef idx="2">
            <a:schemeClr val="accent2"/>
          </a:fillRef>
          <a:effectRef idx="1">
            <a:schemeClr val="accent2"/>
          </a:effectRef>
          <a:fontRef idx="minor">
            <a:schemeClr val="dk1"/>
          </a:fontRef>
        </p:style>
        <p:txBody>
          <a:bodyPr wrap="square" anchor="ctr">
            <a:normAutofit/>
          </a:bodyPr>
          <a:lst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dk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dk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dk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dk1"/>
                </a:solidFill>
                <a:latin typeface="+mn-lt"/>
                <a:ea typeface="+mn-ea"/>
                <a:cs typeface="+mn-cs"/>
              </a:defRPr>
            </a:lvl9pPr>
          </a:lstStyle>
          <a:p>
            <a:pPr marL="1219188">
              <a:buFont typeface="Arial" panose="020B0604020202020204" pitchFamily="34" charset="0"/>
              <a:buChar char="•"/>
            </a:pPr>
            <a:r>
              <a:rPr sz="8000" dirty="0" err="1">
                <a:solidFill>
                  <a:schemeClr val="bg1"/>
                </a:solidFill>
              </a:rPr>
              <a:t>卷積神經網路</a:t>
            </a:r>
            <a:r>
              <a:rPr sz="8000" dirty="0">
                <a:solidFill>
                  <a:schemeClr val="bg1"/>
                </a:solidFill>
              </a:rPr>
              <a:t>(CNN)</a:t>
            </a:r>
            <a:r>
              <a:rPr sz="8000" dirty="0" err="1">
                <a:solidFill>
                  <a:schemeClr val="bg1"/>
                </a:solidFill>
              </a:rPr>
              <a:t>提高了驗證</a:t>
            </a:r>
            <a:r>
              <a:rPr sz="8000" dirty="0">
                <a:solidFill>
                  <a:schemeClr val="bg1"/>
                </a:solidFill>
              </a:rPr>
              <a:t>(Validation)</a:t>
            </a:r>
            <a:r>
              <a:rPr sz="8000" dirty="0" err="1">
                <a:solidFill>
                  <a:schemeClr val="bg1"/>
                </a:solidFill>
              </a:rPr>
              <a:t>準確度</a:t>
            </a:r>
            <a:r>
              <a:rPr sz="8000" dirty="0">
                <a:solidFill>
                  <a:schemeClr val="bg1"/>
                </a:solidFill>
              </a:rPr>
              <a:t>(accuracy)</a:t>
            </a:r>
            <a:br>
              <a:rPr sz="8000" dirty="0">
                <a:solidFill>
                  <a:schemeClr val="bg1"/>
                </a:solidFill>
              </a:rPr>
            </a:br>
            <a:endParaRPr sz="8000" dirty="0">
              <a:solidFill>
                <a:schemeClr val="bg1"/>
              </a:solidFill>
            </a:endParaRPr>
          </a:p>
          <a:p>
            <a:pPr marL="1219188">
              <a:buFont typeface="Arial" panose="020B0604020202020204" pitchFamily="34" charset="0"/>
              <a:buChar char="•"/>
            </a:pPr>
            <a:r>
              <a:rPr sz="8000" dirty="0" err="1">
                <a:solidFill>
                  <a:schemeClr val="bg1"/>
                </a:solidFill>
              </a:rPr>
              <a:t>仍然觀察到訓練準確度</a:t>
            </a:r>
            <a:r>
              <a:rPr sz="8000" dirty="0">
                <a:solidFill>
                  <a:schemeClr val="bg1"/>
                </a:solidFill>
              </a:rPr>
              <a:t>(</a:t>
            </a:r>
            <a:r>
              <a:rPr lang="en-US" sz="8000" dirty="0">
                <a:solidFill>
                  <a:schemeClr val="bg1"/>
                </a:solidFill>
              </a:rPr>
              <a:t>training </a:t>
            </a:r>
            <a:r>
              <a:rPr lang="zh-TW" altLang="en-US" sz="8000" dirty="0">
                <a:solidFill>
                  <a:schemeClr val="bg1"/>
                </a:solidFill>
              </a:rPr>
              <a:t> </a:t>
            </a:r>
            <a:r>
              <a:rPr sz="8000" dirty="0">
                <a:solidFill>
                  <a:schemeClr val="bg1"/>
                </a:solidFill>
              </a:rPr>
              <a:t>accuracy)</a:t>
            </a:r>
            <a:r>
              <a:rPr sz="8000" dirty="0" err="1">
                <a:solidFill>
                  <a:schemeClr val="bg1"/>
                </a:solidFill>
              </a:rPr>
              <a:t>高於驗證</a:t>
            </a:r>
            <a:r>
              <a:rPr sz="8000" dirty="0">
                <a:solidFill>
                  <a:schemeClr val="bg1"/>
                </a:solidFill>
              </a:rPr>
              <a:t>(</a:t>
            </a:r>
            <a:r>
              <a:rPr lang="en-US" sz="8000" dirty="0">
                <a:solidFill>
                  <a:schemeClr val="bg1"/>
                </a:solidFill>
              </a:rPr>
              <a:t>v</a:t>
            </a:r>
            <a:r>
              <a:rPr sz="8000" dirty="0">
                <a:solidFill>
                  <a:schemeClr val="bg1"/>
                </a:solidFill>
              </a:rPr>
              <a:t>alidation)</a:t>
            </a:r>
            <a:r>
              <a:rPr sz="8000" dirty="0" err="1">
                <a:solidFill>
                  <a:schemeClr val="bg1"/>
                </a:solidFill>
              </a:rPr>
              <a:t>準確度</a:t>
            </a:r>
            <a:br>
              <a:rPr sz="8000" dirty="0">
                <a:solidFill>
                  <a:schemeClr val="bg1"/>
                </a:solidFill>
              </a:rPr>
            </a:br>
            <a:endParaRPr sz="8000" dirty="0">
              <a:solidFill>
                <a:schemeClr val="bg1"/>
              </a:solidFill>
            </a:endParaRPr>
          </a:p>
        </p:txBody>
      </p:sp>
      <p:sp>
        <p:nvSpPr>
          <p:cNvPr id="4" name="Title 1">
            <a:extLst>
              <a:ext uri="{FF2B5EF4-FFF2-40B4-BE49-F238E27FC236}">
                <a16:creationId xmlns:a16="http://schemas.microsoft.com/office/drawing/2014/main" id="{D6C1D98B-960F-1034-7BBF-C23D60133B69}"/>
              </a:ext>
            </a:extLst>
          </p:cNvPr>
          <p:cNvSpPr>
            <a:spLocks noGrp="1"/>
          </p:cNvSpPr>
          <p:nvPr>
            <p:ph type="title"/>
          </p:nvPr>
        </p:nvSpPr>
        <p:spPr>
          <a:xfrm>
            <a:off x="2514600" y="0"/>
            <a:ext cx="31546800" cy="2514601"/>
          </a:xfrm>
        </p:spPr>
        <p:txBody>
          <a:bodyPr wrap="square" anchor="b">
            <a:normAutofit/>
          </a:bodyPr>
          <a:lstStyle/>
          <a:p>
            <a:r>
              <a:rPr lang="zh-TW" altLang="en-US" sz="9600" dirty="0"/>
              <a:t>實作</a:t>
            </a:r>
            <a:r>
              <a:rPr sz="9600" dirty="0" err="1"/>
              <a:t>練習回顧</a:t>
            </a:r>
            <a:endParaRPr sz="9600" dirty="0"/>
          </a:p>
        </p:txBody>
      </p:sp>
    </p:spTree>
    <p:extLst>
      <p:ext uri="{BB962C8B-B14F-4D97-AF65-F5344CB8AC3E}">
        <p14:creationId xmlns:p14="http://schemas.microsoft.com/office/powerpoint/2010/main" val="28393533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A5135BD-C8D3-CD8B-148F-60C106114306}"/>
              </a:ext>
            </a:extLst>
          </p:cNvPr>
          <p:cNvSpPr>
            <a:spLocks noGrp="1"/>
          </p:cNvSpPr>
          <p:nvPr>
            <p:ph type="body" sz="quarter" idx="13"/>
          </p:nvPr>
        </p:nvSpPr>
        <p:spPr/>
        <p:txBody>
          <a:bodyPr/>
          <a:lstStyle/>
          <a:p>
            <a:r>
              <a:rPr dirty="0" err="1"/>
              <a:t>資料增強</a:t>
            </a:r>
            <a:r>
              <a:rPr dirty="0"/>
              <a:t>(Data Augmentation)</a:t>
            </a:r>
          </a:p>
        </p:txBody>
      </p:sp>
    </p:spTree>
    <p:extLst>
      <p:ext uri="{BB962C8B-B14F-4D97-AF65-F5344CB8AC3E}">
        <p14:creationId xmlns:p14="http://schemas.microsoft.com/office/powerpoint/2010/main" val="455100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lstStyle/>
          <a:p>
            <a:r>
              <a:rPr dirty="0" err="1"/>
              <a:t>資料增強</a:t>
            </a:r>
            <a:r>
              <a:rPr dirty="0"/>
              <a:t>(Data Augmentation)</a:t>
            </a:r>
          </a:p>
        </p:txBody>
      </p:sp>
      <p:pic>
        <p:nvPicPr>
          <p:cNvPr id="18" name="Picture 17" descr="A picture containing table, indoor, sitting, small&#10;&#10;Description automatically generated">
            <a:extLst>
              <a:ext uri="{FF2B5EF4-FFF2-40B4-BE49-F238E27FC236}">
                <a16:creationId xmlns:a16="http://schemas.microsoft.com/office/drawing/2014/main" id="{A80DEC63-E7B7-4674-9000-060CD635D784}"/>
              </a:ext>
            </a:extLst>
          </p:cNvPr>
          <p:cNvPicPr>
            <a:picLocks noChangeAspect="1"/>
          </p:cNvPicPr>
          <p:nvPr/>
        </p:nvPicPr>
        <p:blipFill>
          <a:blip r:embed="rId3"/>
          <a:stretch>
            <a:fillRect/>
          </a:stretch>
        </p:blipFill>
        <p:spPr>
          <a:xfrm>
            <a:off x="2472244" y="5327798"/>
            <a:ext cx="15990493" cy="12056330"/>
          </a:xfrm>
          <a:prstGeom prst="rect">
            <a:avLst/>
          </a:prstGeom>
          <a:effectLst>
            <a:outerShdw blurRad="50800" dist="38100" dir="8100000" algn="tr" rotWithShape="0">
              <a:prstClr val="black">
                <a:alpha val="40000"/>
              </a:prstClr>
            </a:outerShdw>
          </a:effectLst>
        </p:spPr>
      </p:pic>
      <p:pic>
        <p:nvPicPr>
          <p:cNvPr id="20" name="Picture 19">
            <a:extLst>
              <a:ext uri="{FF2B5EF4-FFF2-40B4-BE49-F238E27FC236}">
                <a16:creationId xmlns:a16="http://schemas.microsoft.com/office/drawing/2014/main" id="{ED787CCD-D92C-4737-985C-EA5E3373BDDA}"/>
              </a:ext>
            </a:extLst>
          </p:cNvPr>
          <p:cNvPicPr>
            <a:picLocks noChangeAspect="1"/>
          </p:cNvPicPr>
          <p:nvPr/>
        </p:nvPicPr>
        <p:blipFill>
          <a:blip r:embed="rId4"/>
          <a:stretch>
            <a:fillRect/>
          </a:stretch>
        </p:blipFill>
        <p:spPr>
          <a:xfrm>
            <a:off x="18697367" y="5327805"/>
            <a:ext cx="15990493" cy="12056323"/>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9157161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pPr algn="l"/>
            <a:r>
              <a:rPr dirty="0" err="1"/>
              <a:t>圖像翻轉</a:t>
            </a:r>
            <a:r>
              <a:rPr lang="en-US" dirty="0"/>
              <a:t>(Image Flipping)</a:t>
            </a:r>
            <a:endParaRPr dirty="0"/>
          </a:p>
        </p:txBody>
      </p:sp>
      <p:pic>
        <p:nvPicPr>
          <p:cNvPr id="10" name="Picture 9" descr="A picture containing table, indoor, sitting, small&#10;&#10;Description automatically generated">
            <a:extLst>
              <a:ext uri="{FF2B5EF4-FFF2-40B4-BE49-F238E27FC236}">
                <a16:creationId xmlns:a16="http://schemas.microsoft.com/office/drawing/2014/main" id="{7ED9F94E-1AFF-494F-B3E1-40FEBDD8B227}"/>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9660269" y="6530215"/>
            <a:ext cx="10967863" cy="6017803"/>
          </a:xfrm>
          <a:prstGeom prst="rect">
            <a:avLst/>
          </a:prstGeom>
        </p:spPr>
      </p:pic>
      <p:pic>
        <p:nvPicPr>
          <p:cNvPr id="3" name="Picture 2" descr="A picture containing table, indoor, sitting, small&#10;&#10;Description automatically generated">
            <a:extLst>
              <a:ext uri="{FF2B5EF4-FFF2-40B4-BE49-F238E27FC236}">
                <a16:creationId xmlns:a16="http://schemas.microsoft.com/office/drawing/2014/main" id="{F927B538-1F9E-43A6-B721-E9FBF58336F7}"/>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H="1">
            <a:off x="21211019" y="6530215"/>
            <a:ext cx="10967863" cy="6017803"/>
          </a:xfrm>
          <a:prstGeom prst="rect">
            <a:avLst/>
          </a:prstGeom>
        </p:spPr>
      </p:pic>
      <p:pic>
        <p:nvPicPr>
          <p:cNvPr id="4" name="Picture 3" descr="A picture containing table, indoor, sitting, small&#10;&#10;Description automatically generated">
            <a:extLst>
              <a:ext uri="{FF2B5EF4-FFF2-40B4-BE49-F238E27FC236}">
                <a16:creationId xmlns:a16="http://schemas.microsoft.com/office/drawing/2014/main" id="{B3015731-2016-42A4-998B-5067C54589B2}"/>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V="1">
            <a:off x="9660272" y="13258405"/>
            <a:ext cx="10967863" cy="6017803"/>
          </a:xfrm>
          <a:prstGeom prst="rect">
            <a:avLst/>
          </a:prstGeom>
        </p:spPr>
      </p:pic>
      <p:pic>
        <p:nvPicPr>
          <p:cNvPr id="8" name="Picture 7" descr="A picture containing table, indoor, sitting, small&#10;&#10;Description automatically generated">
            <a:extLst>
              <a:ext uri="{FF2B5EF4-FFF2-40B4-BE49-F238E27FC236}">
                <a16:creationId xmlns:a16="http://schemas.microsoft.com/office/drawing/2014/main" id="{0495B0C3-7D8A-45E9-B938-EEB2A7C2C91A}"/>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H="1" flipV="1">
            <a:off x="21211019" y="13125882"/>
            <a:ext cx="10967863" cy="6017803"/>
          </a:xfrm>
          <a:prstGeom prst="rect">
            <a:avLst/>
          </a:prstGeom>
        </p:spPr>
      </p:pic>
      <p:sp>
        <p:nvSpPr>
          <p:cNvPr id="16" name="Rectangle 15">
            <a:extLst>
              <a:ext uri="{FF2B5EF4-FFF2-40B4-BE49-F238E27FC236}">
                <a16:creationId xmlns:a16="http://schemas.microsoft.com/office/drawing/2014/main" id="{2892E0AB-5B49-4C86-B0B0-B45CE59A006D}"/>
              </a:ext>
            </a:extLst>
          </p:cNvPr>
          <p:cNvSpPr/>
          <p:nvPr/>
        </p:nvSpPr>
        <p:spPr>
          <a:xfrm>
            <a:off x="23165082" y="3634794"/>
            <a:ext cx="7059730" cy="2233853"/>
          </a:xfrm>
          <a:prstGeom prst="rect">
            <a:avLst/>
          </a:prstGeom>
          <a:gradFill flip="none" rotWithShape="1">
            <a:gsLst>
              <a:gs pos="0">
                <a:schemeClr val="tx2">
                  <a:lumMod val="75000"/>
                  <a:shade val="30000"/>
                  <a:satMod val="115000"/>
                </a:schemeClr>
              </a:gs>
              <a:gs pos="50000">
                <a:schemeClr val="tx2">
                  <a:lumMod val="75000"/>
                  <a:shade val="67500"/>
                  <a:satMod val="115000"/>
                </a:schemeClr>
              </a:gs>
              <a:gs pos="100000">
                <a:schemeClr val="tx2">
                  <a:lumMod val="75000"/>
                  <a:shade val="100000"/>
                  <a:satMod val="115000"/>
                </a:schemeClr>
              </a:gs>
            </a:gsLst>
            <a:lin ang="10800000" scaled="1"/>
            <a:tileRect/>
          </a:gra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7200" dirty="0" err="1">
                <a:solidFill>
                  <a:schemeClr val="tx1"/>
                </a:solidFill>
              </a:rPr>
              <a:t>水平翻轉</a:t>
            </a:r>
            <a:endParaRPr sz="7200" dirty="0">
              <a:solidFill>
                <a:schemeClr val="tx1"/>
              </a:solidFill>
            </a:endParaRPr>
          </a:p>
        </p:txBody>
      </p:sp>
      <p:sp>
        <p:nvSpPr>
          <p:cNvPr id="18" name="Rectangle 17">
            <a:extLst>
              <a:ext uri="{FF2B5EF4-FFF2-40B4-BE49-F238E27FC236}">
                <a16:creationId xmlns:a16="http://schemas.microsoft.com/office/drawing/2014/main" id="{87D4D5F8-A545-4DE8-8611-306E76764D86}"/>
              </a:ext>
            </a:extLst>
          </p:cNvPr>
          <p:cNvSpPr/>
          <p:nvPr/>
        </p:nvSpPr>
        <p:spPr>
          <a:xfrm>
            <a:off x="1661162" y="15017854"/>
            <a:ext cx="7059730" cy="2233853"/>
          </a:xfrm>
          <a:prstGeom prst="rect">
            <a:avLst/>
          </a:prstGeom>
          <a:gradFill flip="none" rotWithShape="1">
            <a:gsLst>
              <a:gs pos="0">
                <a:schemeClr val="tx2">
                  <a:lumMod val="75000"/>
                  <a:shade val="30000"/>
                  <a:satMod val="115000"/>
                </a:schemeClr>
              </a:gs>
              <a:gs pos="50000">
                <a:schemeClr val="tx2">
                  <a:lumMod val="75000"/>
                  <a:shade val="67500"/>
                  <a:satMod val="115000"/>
                </a:schemeClr>
              </a:gs>
              <a:gs pos="100000">
                <a:schemeClr val="tx2">
                  <a:lumMod val="75000"/>
                  <a:shade val="100000"/>
                  <a:satMod val="115000"/>
                </a:schemeClr>
              </a:gs>
            </a:gsLst>
            <a:lin ang="16200000" scaled="1"/>
            <a:tileRect/>
          </a:gradFill>
          <a:ln w="28575">
            <a:solidFill>
              <a:schemeClr val="bg1"/>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7200" dirty="0" err="1">
                <a:solidFill>
                  <a:schemeClr val="tx1"/>
                </a:solidFill>
              </a:rPr>
              <a:t>垂直翻轉</a:t>
            </a:r>
            <a:endParaRPr sz="7200" dirty="0">
              <a:solidFill>
                <a:schemeClr val="tx1"/>
              </a:solidFill>
            </a:endParaRPr>
          </a:p>
        </p:txBody>
      </p:sp>
    </p:spTree>
    <p:extLst>
      <p:ext uri="{BB962C8B-B14F-4D97-AF65-F5344CB8AC3E}">
        <p14:creationId xmlns:p14="http://schemas.microsoft.com/office/powerpoint/2010/main" val="3103429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pPr algn="l"/>
            <a:r>
              <a:rPr dirty="0" err="1"/>
              <a:t>旋轉</a:t>
            </a:r>
            <a:r>
              <a:rPr lang="en-US" altLang="zh-TW" dirty="0"/>
              <a:t>(</a:t>
            </a:r>
            <a:r>
              <a:rPr lang="en-US" dirty="0"/>
              <a:t>Rotation</a:t>
            </a:r>
            <a:r>
              <a:rPr lang="en-US" altLang="zh-TW" dirty="0"/>
              <a:t>)</a:t>
            </a:r>
            <a:endParaRPr dirty="0"/>
          </a:p>
        </p:txBody>
      </p:sp>
      <p:pic>
        <p:nvPicPr>
          <p:cNvPr id="3" name="Picture 2" descr="A picture containing table, indoor, sitting, small&#10;&#10;Description automatically generated">
            <a:extLst>
              <a:ext uri="{FF2B5EF4-FFF2-40B4-BE49-F238E27FC236}">
                <a16:creationId xmlns:a16="http://schemas.microsoft.com/office/drawing/2014/main" id="{2093E593-2CFF-4DD5-9D4E-5D43FAD9F816}"/>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12483830" y="8785572"/>
            <a:ext cx="6744513" cy="2472210"/>
          </a:xfrm>
          <a:prstGeom prst="rect">
            <a:avLst/>
          </a:prstGeom>
        </p:spPr>
      </p:pic>
      <p:sp>
        <p:nvSpPr>
          <p:cNvPr id="4" name="TextBox 3">
            <a:extLst>
              <a:ext uri="{FF2B5EF4-FFF2-40B4-BE49-F238E27FC236}">
                <a16:creationId xmlns:a16="http://schemas.microsoft.com/office/drawing/2014/main" id="{865809FB-83D9-4DD5-8455-1AFC9D125F66}"/>
              </a:ext>
            </a:extLst>
          </p:cNvPr>
          <p:cNvSpPr txBox="1"/>
          <p:nvPr/>
        </p:nvSpPr>
        <p:spPr>
          <a:xfrm>
            <a:off x="20025522" y="9144515"/>
            <a:ext cx="958917"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0⁰</a:t>
            </a:r>
            <a:br>
              <a:rPr sz="6000" dirty="0"/>
            </a:br>
            <a:endParaRPr sz="6000" dirty="0"/>
          </a:p>
        </p:txBody>
      </p:sp>
      <p:pic>
        <p:nvPicPr>
          <p:cNvPr id="34" name="Picture 33" descr="A picture containing table, indoor, sitting, small&#10;&#10;Description automatically generated">
            <a:extLst>
              <a:ext uri="{FF2B5EF4-FFF2-40B4-BE49-F238E27FC236}">
                <a16:creationId xmlns:a16="http://schemas.microsoft.com/office/drawing/2014/main" id="{C07DAFFF-CB7B-4E06-ADB3-E5A3192FC2E8}"/>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2700000">
            <a:off x="14767839" y="4098862"/>
            <a:ext cx="6482323" cy="2572203"/>
          </a:xfrm>
          <a:prstGeom prst="rect">
            <a:avLst/>
          </a:prstGeom>
        </p:spPr>
      </p:pic>
      <p:sp>
        <p:nvSpPr>
          <p:cNvPr id="36" name="TextBox 35">
            <a:extLst>
              <a:ext uri="{FF2B5EF4-FFF2-40B4-BE49-F238E27FC236}">
                <a16:creationId xmlns:a16="http://schemas.microsoft.com/office/drawing/2014/main" id="{0C45C7F5-1112-43B1-921F-4975B5B6831C}"/>
              </a:ext>
            </a:extLst>
          </p:cNvPr>
          <p:cNvSpPr txBox="1"/>
          <p:nvPr/>
        </p:nvSpPr>
        <p:spPr>
          <a:xfrm rot="2700000">
            <a:off x="20346614" y="7736665"/>
            <a:ext cx="1420581"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45⁰</a:t>
            </a:r>
            <a:br>
              <a:rPr sz="6000" dirty="0"/>
            </a:br>
            <a:endParaRPr sz="6000" dirty="0"/>
          </a:p>
        </p:txBody>
      </p:sp>
      <p:pic>
        <p:nvPicPr>
          <p:cNvPr id="50" name="Picture 49" descr="A picture containing table, indoor, sitting, small&#10;&#10;Description automatically generated">
            <a:extLst>
              <a:ext uri="{FF2B5EF4-FFF2-40B4-BE49-F238E27FC236}">
                <a16:creationId xmlns:a16="http://schemas.microsoft.com/office/drawing/2014/main" id="{108366EA-D97F-4EDB-B799-7803B1BAA126}"/>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5400000">
            <a:off x="19610903" y="2262339"/>
            <a:ext cx="6482327" cy="2572203"/>
          </a:xfrm>
          <a:prstGeom prst="rect">
            <a:avLst/>
          </a:prstGeom>
        </p:spPr>
      </p:pic>
      <p:sp>
        <p:nvSpPr>
          <p:cNvPr id="51" name="TextBox 50">
            <a:extLst>
              <a:ext uri="{FF2B5EF4-FFF2-40B4-BE49-F238E27FC236}">
                <a16:creationId xmlns:a16="http://schemas.microsoft.com/office/drawing/2014/main" id="{A437B595-D0A3-4586-BD80-3DA02C067A94}"/>
              </a:ext>
            </a:extLst>
          </p:cNvPr>
          <p:cNvSpPr txBox="1"/>
          <p:nvPr/>
        </p:nvSpPr>
        <p:spPr>
          <a:xfrm rot="5400000">
            <a:off x="21945333" y="7525983"/>
            <a:ext cx="1420582" cy="92333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90⁰</a:t>
            </a:r>
          </a:p>
        </p:txBody>
      </p:sp>
      <p:pic>
        <p:nvPicPr>
          <p:cNvPr id="58" name="Picture 57" descr="A picture containing table, indoor, sitting, small&#10;&#10;Description automatically generated">
            <a:extLst>
              <a:ext uri="{FF2B5EF4-FFF2-40B4-BE49-F238E27FC236}">
                <a16:creationId xmlns:a16="http://schemas.microsoft.com/office/drawing/2014/main" id="{20CEEA2F-47E1-4140-98AD-9FAF19CED521}"/>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8100000">
            <a:off x="24254474" y="4319632"/>
            <a:ext cx="6744513" cy="2472210"/>
          </a:xfrm>
          <a:prstGeom prst="rect">
            <a:avLst/>
          </a:prstGeom>
        </p:spPr>
      </p:pic>
      <p:sp>
        <p:nvSpPr>
          <p:cNvPr id="59" name="TextBox 58">
            <a:extLst>
              <a:ext uri="{FF2B5EF4-FFF2-40B4-BE49-F238E27FC236}">
                <a16:creationId xmlns:a16="http://schemas.microsoft.com/office/drawing/2014/main" id="{43E813A9-2535-4944-991F-F6C7EC089562}"/>
              </a:ext>
            </a:extLst>
          </p:cNvPr>
          <p:cNvSpPr txBox="1"/>
          <p:nvPr/>
        </p:nvSpPr>
        <p:spPr>
          <a:xfrm rot="8100000">
            <a:off x="23408997" y="7574685"/>
            <a:ext cx="1882246"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135⁰</a:t>
            </a:r>
            <a:br>
              <a:rPr sz="6000" dirty="0"/>
            </a:br>
            <a:endParaRPr sz="6000" dirty="0"/>
          </a:p>
        </p:txBody>
      </p:sp>
      <p:pic>
        <p:nvPicPr>
          <p:cNvPr id="56" name="Picture 55" descr="A picture containing table, indoor, sitting, small&#10;&#10;Description automatically generated">
            <a:extLst>
              <a:ext uri="{FF2B5EF4-FFF2-40B4-BE49-F238E27FC236}">
                <a16:creationId xmlns:a16="http://schemas.microsoft.com/office/drawing/2014/main" id="{E682D3B9-02C6-4787-B226-75F848AC0999}"/>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10800000">
            <a:off x="26165280" y="9036348"/>
            <a:ext cx="6744513" cy="2472210"/>
          </a:xfrm>
          <a:prstGeom prst="rect">
            <a:avLst/>
          </a:prstGeom>
        </p:spPr>
      </p:pic>
      <p:sp>
        <p:nvSpPr>
          <p:cNvPr id="57" name="TextBox 56">
            <a:extLst>
              <a:ext uri="{FF2B5EF4-FFF2-40B4-BE49-F238E27FC236}">
                <a16:creationId xmlns:a16="http://schemas.microsoft.com/office/drawing/2014/main" id="{85BD21EA-9597-4584-B4D6-CDC1C6CD0C44}"/>
              </a:ext>
            </a:extLst>
          </p:cNvPr>
          <p:cNvSpPr txBox="1"/>
          <p:nvPr/>
        </p:nvSpPr>
        <p:spPr>
          <a:xfrm rot="10800000">
            <a:off x="24077097" y="9132449"/>
            <a:ext cx="1882246"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180⁰</a:t>
            </a:r>
            <a:br>
              <a:rPr sz="6000" dirty="0"/>
            </a:br>
            <a:endParaRPr sz="6000" dirty="0"/>
          </a:p>
        </p:txBody>
      </p:sp>
      <p:pic>
        <p:nvPicPr>
          <p:cNvPr id="75" name="Picture 74" descr="A picture containing table, indoor, sitting, small&#10;&#10;Description automatically generated">
            <a:extLst>
              <a:ext uri="{FF2B5EF4-FFF2-40B4-BE49-F238E27FC236}">
                <a16:creationId xmlns:a16="http://schemas.microsoft.com/office/drawing/2014/main" id="{8BB11FD1-26E7-42B7-8005-16E7E2E7895D}"/>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13500000">
            <a:off x="24142250" y="13584879"/>
            <a:ext cx="6482327" cy="2572203"/>
          </a:xfrm>
          <a:prstGeom prst="rect">
            <a:avLst/>
          </a:prstGeom>
        </p:spPr>
      </p:pic>
      <p:sp>
        <p:nvSpPr>
          <p:cNvPr id="76" name="TextBox 75">
            <a:extLst>
              <a:ext uri="{FF2B5EF4-FFF2-40B4-BE49-F238E27FC236}">
                <a16:creationId xmlns:a16="http://schemas.microsoft.com/office/drawing/2014/main" id="{27B9624F-9AB6-41B0-99DA-3CA05AC05491}"/>
              </a:ext>
            </a:extLst>
          </p:cNvPr>
          <p:cNvSpPr txBox="1"/>
          <p:nvPr/>
        </p:nvSpPr>
        <p:spPr>
          <a:xfrm rot="13500000">
            <a:off x="23452881" y="10766235"/>
            <a:ext cx="1882246"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225⁰</a:t>
            </a:r>
            <a:br>
              <a:rPr sz="6000" dirty="0"/>
            </a:br>
            <a:endParaRPr sz="6000" dirty="0"/>
          </a:p>
        </p:txBody>
      </p:sp>
      <p:pic>
        <p:nvPicPr>
          <p:cNvPr id="73" name="Picture 72" descr="A picture containing table, indoor, sitting, small&#10;&#10;Description automatically generated">
            <a:extLst>
              <a:ext uri="{FF2B5EF4-FFF2-40B4-BE49-F238E27FC236}">
                <a16:creationId xmlns:a16="http://schemas.microsoft.com/office/drawing/2014/main" id="{2CAE0D94-8FCC-4ABD-B329-AD4D93E8C093}"/>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16200000">
            <a:off x="19300400" y="15421409"/>
            <a:ext cx="6482327" cy="2572203"/>
          </a:xfrm>
          <a:prstGeom prst="rect">
            <a:avLst/>
          </a:prstGeom>
        </p:spPr>
      </p:pic>
      <p:sp>
        <p:nvSpPr>
          <p:cNvPr id="74" name="TextBox 73">
            <a:extLst>
              <a:ext uri="{FF2B5EF4-FFF2-40B4-BE49-F238E27FC236}">
                <a16:creationId xmlns:a16="http://schemas.microsoft.com/office/drawing/2014/main" id="{2718666B-4848-47A3-BC0B-2AEEC74F86D5}"/>
              </a:ext>
            </a:extLst>
          </p:cNvPr>
          <p:cNvSpPr txBox="1"/>
          <p:nvPr/>
        </p:nvSpPr>
        <p:spPr>
          <a:xfrm rot="16200000">
            <a:off x="21734568" y="11355832"/>
            <a:ext cx="1882246"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270⁰</a:t>
            </a:r>
            <a:br>
              <a:rPr sz="6000" dirty="0"/>
            </a:br>
            <a:endParaRPr sz="6000" dirty="0"/>
          </a:p>
        </p:txBody>
      </p:sp>
      <p:pic>
        <p:nvPicPr>
          <p:cNvPr id="68" name="Picture 67" descr="A picture containing table, indoor, sitting, small&#10;&#10;Description automatically generated">
            <a:extLst>
              <a:ext uri="{FF2B5EF4-FFF2-40B4-BE49-F238E27FC236}">
                <a16:creationId xmlns:a16="http://schemas.microsoft.com/office/drawing/2014/main" id="{3F57B5D7-9FA8-4DA6-B2C4-965FA9B75BE8}"/>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rot="18900000">
            <a:off x="14394637" y="13464102"/>
            <a:ext cx="6744513" cy="2472210"/>
          </a:xfrm>
          <a:prstGeom prst="rect">
            <a:avLst/>
          </a:prstGeom>
        </p:spPr>
      </p:pic>
      <p:sp>
        <p:nvSpPr>
          <p:cNvPr id="69" name="TextBox 68">
            <a:extLst>
              <a:ext uri="{FF2B5EF4-FFF2-40B4-BE49-F238E27FC236}">
                <a16:creationId xmlns:a16="http://schemas.microsoft.com/office/drawing/2014/main" id="{F6F233CB-EF67-4DFB-B4A8-55ED554AD4AE}"/>
              </a:ext>
            </a:extLst>
          </p:cNvPr>
          <p:cNvSpPr txBox="1"/>
          <p:nvPr/>
        </p:nvSpPr>
        <p:spPr>
          <a:xfrm rot="18900000">
            <a:off x="20048194" y="10695822"/>
            <a:ext cx="1882246" cy="17543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lnSpc>
                <a:spcPct val="90000"/>
              </a:lnSpc>
            </a:pPr>
            <a:r>
              <a:rPr sz="6000" dirty="0"/>
              <a:t>315⁰</a:t>
            </a:r>
            <a:br>
              <a:rPr sz="6000" dirty="0"/>
            </a:br>
            <a:endParaRPr sz="6000" dirty="0"/>
          </a:p>
        </p:txBody>
      </p:sp>
    </p:spTree>
    <p:extLst>
      <p:ext uri="{BB962C8B-B14F-4D97-AF65-F5344CB8AC3E}">
        <p14:creationId xmlns:p14="http://schemas.microsoft.com/office/powerpoint/2010/main" val="17390111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pPr algn="l"/>
            <a:r>
              <a:rPr dirty="0" err="1"/>
              <a:t>縮放</a:t>
            </a:r>
            <a:r>
              <a:rPr lang="en-US" altLang="zh-TW" dirty="0"/>
              <a:t>(</a:t>
            </a:r>
            <a:r>
              <a:rPr lang="en-US" dirty="0"/>
              <a:t>Zooming</a:t>
            </a:r>
            <a:r>
              <a:rPr lang="en-US" altLang="zh-TW" dirty="0"/>
              <a:t>)</a:t>
            </a:r>
            <a:endParaRPr dirty="0"/>
          </a:p>
        </p:txBody>
      </p:sp>
      <p:pic>
        <p:nvPicPr>
          <p:cNvPr id="49" name="Picture 48" descr="A picture containing table, indoor, sitting, small&#10;&#10;Description automatically generated">
            <a:extLst>
              <a:ext uri="{FF2B5EF4-FFF2-40B4-BE49-F238E27FC236}">
                <a16:creationId xmlns:a16="http://schemas.microsoft.com/office/drawing/2014/main" id="{43A846E6-9569-4DFF-AB3B-578EA20751EC}"/>
              </a:ext>
            </a:extLst>
          </p:cNvPr>
          <p:cNvPicPr>
            <a:picLocks noChangeAspect="1"/>
          </p:cNvPicPr>
          <p:nvPr/>
        </p:nvPicPr>
        <p:blipFill>
          <a:blip r:embed="rId3"/>
          <a:stretch>
            <a:fillRect/>
          </a:stretch>
        </p:blipFill>
        <p:spPr>
          <a:xfrm>
            <a:off x="2083135" y="5327799"/>
            <a:ext cx="7352697" cy="5543703"/>
          </a:xfrm>
          <a:prstGeom prst="rect">
            <a:avLst/>
          </a:prstGeom>
          <a:effectLst/>
        </p:spPr>
      </p:pic>
      <p:pic>
        <p:nvPicPr>
          <p:cNvPr id="71" name="Picture 70" descr="A picture containing table, indoor, sitting, small&#10;&#10;Description automatically generated">
            <a:extLst>
              <a:ext uri="{FF2B5EF4-FFF2-40B4-BE49-F238E27FC236}">
                <a16:creationId xmlns:a16="http://schemas.microsoft.com/office/drawing/2014/main" id="{0B504FD1-E933-4FC0-BE18-78745600B137}"/>
              </a:ext>
            </a:extLst>
          </p:cNvPr>
          <p:cNvPicPr>
            <a:picLocks noChangeAspect="1"/>
          </p:cNvPicPr>
          <p:nvPr/>
        </p:nvPicPr>
        <p:blipFill rotWithShape="1">
          <a:blip r:embed="rId4" cstate="hqprint">
            <a:extLst>
              <a:ext uri="{28A0092B-C50C-407E-A947-70E740481C1C}">
                <a14:useLocalDpi xmlns:a14="http://schemas.microsoft.com/office/drawing/2010/main"/>
              </a:ext>
            </a:extLst>
          </a:blip>
          <a:srcRect/>
          <a:stretch/>
        </p:blipFill>
        <p:spPr>
          <a:xfrm>
            <a:off x="18901175" y="5327799"/>
            <a:ext cx="7352697" cy="5543703"/>
          </a:xfrm>
          <a:prstGeom prst="rect">
            <a:avLst/>
          </a:prstGeom>
          <a:effectLst/>
        </p:spPr>
      </p:pic>
      <p:pic>
        <p:nvPicPr>
          <p:cNvPr id="73" name="Picture 72" descr="A picture containing table, indoor, sitting, small&#10;&#10;Description automatically generated">
            <a:extLst>
              <a:ext uri="{FF2B5EF4-FFF2-40B4-BE49-F238E27FC236}">
                <a16:creationId xmlns:a16="http://schemas.microsoft.com/office/drawing/2014/main" id="{D40D027A-C949-4617-86ED-69325627424B}"/>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a:stretch/>
        </p:blipFill>
        <p:spPr>
          <a:xfrm>
            <a:off x="10492155" y="5327799"/>
            <a:ext cx="7352697" cy="5543703"/>
          </a:xfrm>
          <a:prstGeom prst="rect">
            <a:avLst/>
          </a:prstGeom>
          <a:effectLst/>
        </p:spPr>
      </p:pic>
      <p:pic>
        <p:nvPicPr>
          <p:cNvPr id="75" name="Picture 74" descr="A picture containing table, indoor, sitting, small&#10;&#10;Description automatically generated">
            <a:extLst>
              <a:ext uri="{FF2B5EF4-FFF2-40B4-BE49-F238E27FC236}">
                <a16:creationId xmlns:a16="http://schemas.microsoft.com/office/drawing/2014/main" id="{366CC0A9-25B2-4305-A05D-D369092C0731}"/>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27310195" y="5327799"/>
            <a:ext cx="7352697" cy="5543703"/>
          </a:xfrm>
          <a:prstGeom prst="rect">
            <a:avLst/>
          </a:prstGeom>
          <a:effectLst/>
        </p:spPr>
      </p:pic>
      <p:pic>
        <p:nvPicPr>
          <p:cNvPr id="77" name="Picture 76" descr="A picture containing table, indoor, sitting, small&#10;&#10;Description automatically generated">
            <a:extLst>
              <a:ext uri="{FF2B5EF4-FFF2-40B4-BE49-F238E27FC236}">
                <a16:creationId xmlns:a16="http://schemas.microsoft.com/office/drawing/2014/main" id="{34DB80FC-49BE-4A0C-9751-A5B1710DA7A5}"/>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a:stretch/>
        </p:blipFill>
        <p:spPr>
          <a:xfrm>
            <a:off x="2083132" y="12025442"/>
            <a:ext cx="7352697" cy="5543703"/>
          </a:xfrm>
          <a:prstGeom prst="rect">
            <a:avLst/>
          </a:prstGeom>
          <a:effectLst/>
        </p:spPr>
      </p:pic>
      <p:pic>
        <p:nvPicPr>
          <p:cNvPr id="81" name="Picture 80" descr="A picture containing table, indoor, sitting, small&#10;&#10;Description automatically generated">
            <a:extLst>
              <a:ext uri="{FF2B5EF4-FFF2-40B4-BE49-F238E27FC236}">
                <a16:creationId xmlns:a16="http://schemas.microsoft.com/office/drawing/2014/main" id="{6F64DADD-9F09-4DDF-8DAF-D576F9CD3CDE}"/>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a:stretch/>
        </p:blipFill>
        <p:spPr>
          <a:xfrm>
            <a:off x="10492152" y="12025439"/>
            <a:ext cx="7352697" cy="5543703"/>
          </a:xfrm>
          <a:prstGeom prst="rect">
            <a:avLst/>
          </a:prstGeom>
          <a:effectLst/>
        </p:spPr>
      </p:pic>
      <p:pic>
        <p:nvPicPr>
          <p:cNvPr id="83" name="Picture 82" descr="A picture containing table, indoor, sitting, small&#10;&#10;Description automatically generated">
            <a:extLst>
              <a:ext uri="{FF2B5EF4-FFF2-40B4-BE49-F238E27FC236}">
                <a16:creationId xmlns:a16="http://schemas.microsoft.com/office/drawing/2014/main" id="{CB4029B3-C47B-440A-BA36-CAA80DF46AAB}"/>
              </a:ext>
            </a:extLst>
          </p:cNvPr>
          <p:cNvPicPr>
            <a:picLocks noChangeAspect="1"/>
          </p:cNvPicPr>
          <p:nvPr/>
        </p:nvPicPr>
        <p:blipFill rotWithShape="1">
          <a:blip r:embed="rId9" cstate="hqprint">
            <a:extLst>
              <a:ext uri="{28A0092B-C50C-407E-A947-70E740481C1C}">
                <a14:useLocalDpi xmlns:a14="http://schemas.microsoft.com/office/drawing/2010/main"/>
              </a:ext>
            </a:extLst>
          </a:blip>
          <a:srcRect/>
          <a:stretch/>
        </p:blipFill>
        <p:spPr>
          <a:xfrm>
            <a:off x="18901175" y="12025439"/>
            <a:ext cx="7352697" cy="5543703"/>
          </a:xfrm>
          <a:prstGeom prst="rect">
            <a:avLst/>
          </a:prstGeom>
          <a:effectLst/>
        </p:spPr>
      </p:pic>
      <p:pic>
        <p:nvPicPr>
          <p:cNvPr id="85" name="Picture 84" descr="A picture containing table, indoor, sitting, small&#10;&#10;Description automatically generated">
            <a:extLst>
              <a:ext uri="{FF2B5EF4-FFF2-40B4-BE49-F238E27FC236}">
                <a16:creationId xmlns:a16="http://schemas.microsoft.com/office/drawing/2014/main" id="{4D92811A-E7E7-4FAC-906C-749F68E57683}"/>
              </a:ext>
            </a:extLst>
          </p:cNvPr>
          <p:cNvPicPr>
            <a:picLocks noChangeAspect="1"/>
          </p:cNvPicPr>
          <p:nvPr/>
        </p:nvPicPr>
        <p:blipFill rotWithShape="1">
          <a:blip r:embed="rId10" cstate="hqprint">
            <a:extLst>
              <a:ext uri="{28A0092B-C50C-407E-A947-70E740481C1C}">
                <a14:useLocalDpi xmlns:a14="http://schemas.microsoft.com/office/drawing/2010/main"/>
              </a:ext>
            </a:extLst>
          </a:blip>
          <a:srcRect/>
          <a:stretch/>
        </p:blipFill>
        <p:spPr>
          <a:xfrm>
            <a:off x="27310195" y="12025439"/>
            <a:ext cx="7352697" cy="5543703"/>
          </a:xfrm>
          <a:prstGeom prst="rect">
            <a:avLst/>
          </a:prstGeom>
          <a:effectLst/>
        </p:spPr>
      </p:pic>
    </p:spTree>
    <p:extLst>
      <p:ext uri="{BB962C8B-B14F-4D97-AF65-F5344CB8AC3E}">
        <p14:creationId xmlns:p14="http://schemas.microsoft.com/office/powerpoint/2010/main" val="2342355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3154842"/>
            <a:ext cx="33253680" cy="1969770"/>
          </a:xfrm>
        </p:spPr>
        <p:txBody>
          <a:bodyPr>
            <a:normAutofit/>
          </a:bodyPr>
          <a:lstStyle/>
          <a:p>
            <a:pPr algn="l"/>
            <a:r>
              <a:rPr dirty="0" err="1"/>
              <a:t>寬度和高度平移</a:t>
            </a:r>
            <a:r>
              <a:rPr lang="en-US" dirty="0"/>
              <a:t>(Shifting)</a:t>
            </a:r>
            <a:endParaRPr dirty="0"/>
          </a:p>
        </p:txBody>
      </p:sp>
      <p:pic>
        <p:nvPicPr>
          <p:cNvPr id="36" name="Picture 35" descr="A picture containing table, indoor, sitting, small&#10;&#10;Description automatically generated">
            <a:extLst>
              <a:ext uri="{FF2B5EF4-FFF2-40B4-BE49-F238E27FC236}">
                <a16:creationId xmlns:a16="http://schemas.microsoft.com/office/drawing/2014/main" id="{3E529E91-B1F2-4CA4-9633-49325DC2E6F6}"/>
              </a:ext>
            </a:extLst>
          </p:cNvPr>
          <p:cNvPicPr>
            <a:picLocks noChangeAspect="1"/>
          </p:cNvPicPr>
          <p:nvPr/>
        </p:nvPicPr>
        <p:blipFill rotWithShape="1">
          <a:blip r:embed="rId3"/>
          <a:srcRect l="35983" t="12337" r="30160" b="45056"/>
          <a:stretch/>
        </p:blipFill>
        <p:spPr>
          <a:xfrm>
            <a:off x="18954745" y="8602665"/>
            <a:ext cx="4984750" cy="4730750"/>
          </a:xfrm>
          <a:prstGeom prst="rect">
            <a:avLst/>
          </a:prstGeom>
          <a:effectLst/>
        </p:spPr>
      </p:pic>
      <p:pic>
        <p:nvPicPr>
          <p:cNvPr id="54" name="Picture 53" descr="A picture containing table, indoor, sitting, small&#10;&#10;Description automatically generated">
            <a:extLst>
              <a:ext uri="{FF2B5EF4-FFF2-40B4-BE49-F238E27FC236}">
                <a16:creationId xmlns:a16="http://schemas.microsoft.com/office/drawing/2014/main" id="{E240FF44-327F-4A5A-86DB-6C007C9E6794}"/>
              </a:ext>
            </a:extLst>
          </p:cNvPr>
          <p:cNvPicPr>
            <a:picLocks noChangeAspect="1"/>
          </p:cNvPicPr>
          <p:nvPr/>
        </p:nvPicPr>
        <p:blipFill rotWithShape="1">
          <a:blip r:embed="rId3"/>
          <a:srcRect l="45493" t="12337" r="20650" b="45056"/>
          <a:stretch/>
        </p:blipFill>
        <p:spPr>
          <a:xfrm>
            <a:off x="27701872" y="8602662"/>
            <a:ext cx="4984750" cy="4730750"/>
          </a:xfrm>
          <a:prstGeom prst="rect">
            <a:avLst/>
          </a:prstGeom>
          <a:effectLst/>
        </p:spPr>
      </p:pic>
      <p:pic>
        <p:nvPicPr>
          <p:cNvPr id="58" name="Picture 57" descr="A picture containing table, indoor, sitting, small&#10;&#10;Description automatically generated">
            <a:extLst>
              <a:ext uri="{FF2B5EF4-FFF2-40B4-BE49-F238E27FC236}">
                <a16:creationId xmlns:a16="http://schemas.microsoft.com/office/drawing/2014/main" id="{3B6CFBAC-B604-4E05-8E9D-8FF672EE899A}"/>
              </a:ext>
            </a:extLst>
          </p:cNvPr>
          <p:cNvPicPr>
            <a:picLocks noChangeAspect="1"/>
          </p:cNvPicPr>
          <p:nvPr/>
        </p:nvPicPr>
        <p:blipFill rotWithShape="1">
          <a:blip r:embed="rId3"/>
          <a:srcRect l="26861" t="12337" r="39283" b="45056"/>
          <a:stretch/>
        </p:blipFill>
        <p:spPr>
          <a:xfrm>
            <a:off x="10207622" y="8602665"/>
            <a:ext cx="4984750" cy="4730750"/>
          </a:xfrm>
          <a:prstGeom prst="rect">
            <a:avLst/>
          </a:prstGeom>
          <a:effectLst/>
        </p:spPr>
      </p:pic>
      <p:pic>
        <p:nvPicPr>
          <p:cNvPr id="62" name="Picture 61" descr="A picture containing table, indoor, sitting, small&#10;&#10;Description automatically generated">
            <a:extLst>
              <a:ext uri="{FF2B5EF4-FFF2-40B4-BE49-F238E27FC236}">
                <a16:creationId xmlns:a16="http://schemas.microsoft.com/office/drawing/2014/main" id="{A4709416-A77E-4EC9-BDB3-1BC9D9B5DA85}"/>
              </a:ext>
            </a:extLst>
          </p:cNvPr>
          <p:cNvPicPr>
            <a:picLocks noChangeAspect="1"/>
          </p:cNvPicPr>
          <p:nvPr/>
        </p:nvPicPr>
        <p:blipFill rotWithShape="1">
          <a:blip r:embed="rId3"/>
          <a:srcRect l="35983" t="1245" r="30160" b="56148"/>
          <a:stretch/>
        </p:blipFill>
        <p:spPr>
          <a:xfrm>
            <a:off x="18954745" y="2204088"/>
            <a:ext cx="4984750" cy="4730750"/>
          </a:xfrm>
          <a:prstGeom prst="rect">
            <a:avLst/>
          </a:prstGeom>
          <a:effectLst/>
        </p:spPr>
      </p:pic>
      <p:pic>
        <p:nvPicPr>
          <p:cNvPr id="68" name="Picture 67" descr="A picture containing table, indoor, sitting, small&#10;&#10;Description automatically generated">
            <a:extLst>
              <a:ext uri="{FF2B5EF4-FFF2-40B4-BE49-F238E27FC236}">
                <a16:creationId xmlns:a16="http://schemas.microsoft.com/office/drawing/2014/main" id="{C10F6848-E31D-436E-8D26-4653296758F0}"/>
              </a:ext>
            </a:extLst>
          </p:cNvPr>
          <p:cNvPicPr>
            <a:picLocks noChangeAspect="1"/>
          </p:cNvPicPr>
          <p:nvPr/>
        </p:nvPicPr>
        <p:blipFill rotWithShape="1">
          <a:blip r:embed="rId3"/>
          <a:srcRect l="35983" t="23206" r="30160" b="34187"/>
          <a:stretch/>
        </p:blipFill>
        <p:spPr>
          <a:xfrm>
            <a:off x="18954745" y="15001238"/>
            <a:ext cx="4984750" cy="4730750"/>
          </a:xfrm>
          <a:prstGeom prst="rect">
            <a:avLst/>
          </a:prstGeom>
          <a:effectLst/>
        </p:spPr>
      </p:pic>
    </p:spTree>
    <p:extLst>
      <p:ext uri="{BB962C8B-B14F-4D97-AF65-F5344CB8AC3E}">
        <p14:creationId xmlns:p14="http://schemas.microsoft.com/office/powerpoint/2010/main" val="1359413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table, indoor, sitting, small&#10;&#10;Description automatically generated">
            <a:extLst>
              <a:ext uri="{FF2B5EF4-FFF2-40B4-BE49-F238E27FC236}">
                <a16:creationId xmlns:a16="http://schemas.microsoft.com/office/drawing/2014/main" id="{34505C95-20D4-4595-83B9-CB46C2034142}"/>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19772236" y="6078797"/>
            <a:ext cx="10533593" cy="4907568"/>
          </a:xfrm>
          <a:prstGeom prst="rect">
            <a:avLst/>
          </a:prstGeom>
          <a:scene3d>
            <a:camera prst="perspectiveHeroicExtremeLeftFacing"/>
            <a:lightRig rig="threePt" dir="t"/>
          </a:scene3d>
        </p:spPr>
      </p:pic>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pPr algn="l"/>
            <a:r>
              <a:rPr lang="zh-TW" altLang="en-US" dirty="0"/>
              <a:t>平面投影轉換</a:t>
            </a:r>
            <a:r>
              <a:rPr dirty="0"/>
              <a:t>(</a:t>
            </a:r>
            <a:r>
              <a:rPr dirty="0" err="1"/>
              <a:t>Homography</a:t>
            </a:r>
            <a:r>
              <a:rPr dirty="0"/>
              <a:t>)</a:t>
            </a:r>
            <a:endParaRPr lang="en-US" dirty="0"/>
          </a:p>
        </p:txBody>
      </p:sp>
      <p:cxnSp>
        <p:nvCxnSpPr>
          <p:cNvPr id="35" name="Straight Connector 34">
            <a:extLst>
              <a:ext uri="{FF2B5EF4-FFF2-40B4-BE49-F238E27FC236}">
                <a16:creationId xmlns:a16="http://schemas.microsoft.com/office/drawing/2014/main" id="{921BD9ED-6BAF-4AAB-A415-C59B54F68DE3}"/>
              </a:ext>
            </a:extLst>
          </p:cNvPr>
          <p:cNvCxnSpPr>
            <a:cxnSpLocks/>
          </p:cNvCxnSpPr>
          <p:nvPr/>
        </p:nvCxnSpPr>
        <p:spPr>
          <a:xfrm flipH="1">
            <a:off x="7407112" y="10986365"/>
            <a:ext cx="15420231" cy="4070545"/>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1" name="Picture 20" descr="A picture containing table, indoor, sitting, small&#10;&#10;Description automatically generated">
            <a:extLst>
              <a:ext uri="{FF2B5EF4-FFF2-40B4-BE49-F238E27FC236}">
                <a16:creationId xmlns:a16="http://schemas.microsoft.com/office/drawing/2014/main" id="{59BC5894-6925-4E5E-9B9F-DA90D76DAAAE}"/>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16012362" y="9511972"/>
            <a:ext cx="6460063" cy="3544483"/>
          </a:xfrm>
          <a:prstGeom prst="rect">
            <a:avLst/>
          </a:prstGeom>
          <a:scene3d>
            <a:camera prst="perspectiveHeroicExtremeLeftFacing"/>
            <a:lightRig rig="threePt" dir="t"/>
          </a:scene3d>
        </p:spPr>
      </p:pic>
      <p:cxnSp>
        <p:nvCxnSpPr>
          <p:cNvPr id="13" name="Straight Connector 12">
            <a:extLst>
              <a:ext uri="{FF2B5EF4-FFF2-40B4-BE49-F238E27FC236}">
                <a16:creationId xmlns:a16="http://schemas.microsoft.com/office/drawing/2014/main" id="{E6C80213-B3E2-420B-9F5F-FD9AA7EBB536}"/>
              </a:ext>
            </a:extLst>
          </p:cNvPr>
          <p:cNvCxnSpPr>
            <a:cxnSpLocks/>
          </p:cNvCxnSpPr>
          <p:nvPr/>
        </p:nvCxnSpPr>
        <p:spPr>
          <a:xfrm flipH="1">
            <a:off x="7375087" y="6492276"/>
            <a:ext cx="14537856" cy="8564634"/>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8DE65B1-2CCD-4E37-95B3-F72D56E88A2A}"/>
              </a:ext>
            </a:extLst>
          </p:cNvPr>
          <p:cNvCxnSpPr>
            <a:cxnSpLocks/>
          </p:cNvCxnSpPr>
          <p:nvPr/>
        </p:nvCxnSpPr>
        <p:spPr>
          <a:xfrm flipH="1">
            <a:off x="7407117" y="5658237"/>
            <a:ext cx="25968483" cy="9398673"/>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776062E-2D37-4F71-891D-FBF07AEFB0DF}"/>
              </a:ext>
            </a:extLst>
          </p:cNvPr>
          <p:cNvCxnSpPr>
            <a:cxnSpLocks/>
          </p:cNvCxnSpPr>
          <p:nvPr/>
        </p:nvCxnSpPr>
        <p:spPr>
          <a:xfrm flipH="1">
            <a:off x="7407110" y="13552714"/>
            <a:ext cx="24400947" cy="1491768"/>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9" name="Graphic 8" descr="Camera">
            <a:extLst>
              <a:ext uri="{FF2B5EF4-FFF2-40B4-BE49-F238E27FC236}">
                <a16:creationId xmlns:a16="http://schemas.microsoft.com/office/drawing/2014/main" id="{687EAFBF-18E9-4CCE-B23F-8F00904ADC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51087" y="13304783"/>
            <a:ext cx="3048000" cy="3048000"/>
          </a:xfrm>
          <a:prstGeom prst="rect">
            <a:avLst/>
          </a:prstGeom>
          <a:scene3d>
            <a:camera prst="perspectiveContrastingRightFacing"/>
            <a:lightRig rig="threePt" dir="t"/>
          </a:scene3d>
        </p:spPr>
      </p:pic>
    </p:spTree>
    <p:extLst>
      <p:ext uri="{BB962C8B-B14F-4D97-AF65-F5344CB8AC3E}">
        <p14:creationId xmlns:p14="http://schemas.microsoft.com/office/powerpoint/2010/main" val="3442945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pPr algn="l"/>
            <a:r>
              <a:rPr dirty="0" err="1"/>
              <a:t>亮度</a:t>
            </a:r>
            <a:r>
              <a:rPr lang="en-US" altLang="zh-TW" dirty="0"/>
              <a:t>(</a:t>
            </a:r>
            <a:r>
              <a:rPr lang="en-US" dirty="0"/>
              <a:t>Brightness</a:t>
            </a:r>
            <a:r>
              <a:rPr lang="en-US" altLang="zh-TW" dirty="0"/>
              <a:t>)</a:t>
            </a:r>
            <a:endParaRPr dirty="0"/>
          </a:p>
        </p:txBody>
      </p:sp>
      <p:pic>
        <p:nvPicPr>
          <p:cNvPr id="3" name="Picture 2" descr="A picture containing table, indoor, sitting, small&#10;&#10;Description automatically generated">
            <a:extLst>
              <a:ext uri="{FF2B5EF4-FFF2-40B4-BE49-F238E27FC236}">
                <a16:creationId xmlns:a16="http://schemas.microsoft.com/office/drawing/2014/main" id="{EFFAF67B-150D-4FC1-B2EF-362EEB61025D}"/>
              </a:ext>
            </a:extLst>
          </p:cNvPr>
          <p:cNvPicPr>
            <a:picLocks noChangeAspect="1"/>
          </p:cNvPicPr>
          <p:nvPr/>
        </p:nvPicPr>
        <p:blipFill rotWithShape="1">
          <a:blip r:embed="rId3" cstate="hqprint">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a:ext>
            </a:extLst>
          </a:blip>
          <a:srcRect/>
          <a:stretch/>
        </p:blipFill>
        <p:spPr>
          <a:xfrm>
            <a:off x="2201333" y="5395532"/>
            <a:ext cx="5486400" cy="12056330"/>
          </a:xfrm>
          <a:prstGeom prst="rect">
            <a:avLst/>
          </a:prstGeom>
          <a:effectLst/>
        </p:spPr>
      </p:pic>
      <p:pic>
        <p:nvPicPr>
          <p:cNvPr id="8" name="Picture 7" descr="A picture containing table, indoor, sitting, small&#10;&#10;Description automatically generated">
            <a:extLst>
              <a:ext uri="{FF2B5EF4-FFF2-40B4-BE49-F238E27FC236}">
                <a16:creationId xmlns:a16="http://schemas.microsoft.com/office/drawing/2014/main" id="{94BB6291-D07E-4918-9403-1E4DBCCFF3B7}"/>
              </a:ext>
            </a:extLst>
          </p:cNvPr>
          <p:cNvPicPr>
            <a:picLocks noChangeAspect="1"/>
          </p:cNvPicPr>
          <p:nvPr/>
        </p:nvPicPr>
        <p:blipFill rotWithShape="1">
          <a:blip r:embed="rId5" cstate="hq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p:blipFill>
        <p:spPr>
          <a:xfrm>
            <a:off x="8763000" y="5395528"/>
            <a:ext cx="5486400" cy="12056330"/>
          </a:xfrm>
          <a:prstGeom prst="rect">
            <a:avLst/>
          </a:prstGeom>
          <a:effectLst/>
        </p:spPr>
      </p:pic>
      <p:pic>
        <p:nvPicPr>
          <p:cNvPr id="10" name="Picture 9" descr="A picture containing table, indoor, sitting, small&#10;&#10;Description automatically generated">
            <a:extLst>
              <a:ext uri="{FF2B5EF4-FFF2-40B4-BE49-F238E27FC236}">
                <a16:creationId xmlns:a16="http://schemas.microsoft.com/office/drawing/2014/main" id="{B02F6D1E-A63F-4B87-A9B5-922E7179CE44}"/>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a:stretch/>
        </p:blipFill>
        <p:spPr>
          <a:xfrm>
            <a:off x="15324667" y="5395525"/>
            <a:ext cx="5486400" cy="12056330"/>
          </a:xfrm>
          <a:prstGeom prst="rect">
            <a:avLst/>
          </a:prstGeom>
          <a:effectLst/>
        </p:spPr>
      </p:pic>
      <p:pic>
        <p:nvPicPr>
          <p:cNvPr id="11" name="Picture 10" descr="A picture containing table, indoor, sitting, small&#10;&#10;Description automatically generated">
            <a:extLst>
              <a:ext uri="{FF2B5EF4-FFF2-40B4-BE49-F238E27FC236}">
                <a16:creationId xmlns:a16="http://schemas.microsoft.com/office/drawing/2014/main" id="{78AABA4A-BEE2-4FE6-8FE7-6FA054CC0600}"/>
              </a:ext>
            </a:extLst>
          </p:cNvPr>
          <p:cNvPicPr>
            <a:picLocks noChangeAspect="1"/>
          </p:cNvPicPr>
          <p:nvPr/>
        </p:nvPicPr>
        <p:blipFill rotWithShape="1">
          <a:blip r:embed="rId7" cstate="hqprint">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a:ext>
            </a:extLst>
          </a:blip>
          <a:srcRect/>
          <a:stretch/>
        </p:blipFill>
        <p:spPr>
          <a:xfrm>
            <a:off x="21886333" y="5395522"/>
            <a:ext cx="5486400" cy="12056330"/>
          </a:xfrm>
          <a:prstGeom prst="rect">
            <a:avLst/>
          </a:prstGeom>
          <a:effectLst/>
        </p:spPr>
      </p:pic>
      <p:pic>
        <p:nvPicPr>
          <p:cNvPr id="15" name="Picture 14" descr="A picture containing table, indoor, sitting, small&#10;&#10;Description automatically generated">
            <a:extLst>
              <a:ext uri="{FF2B5EF4-FFF2-40B4-BE49-F238E27FC236}">
                <a16:creationId xmlns:a16="http://schemas.microsoft.com/office/drawing/2014/main" id="{8D11DD89-7F75-4422-9120-FC055B44F4A8}"/>
              </a:ext>
            </a:extLst>
          </p:cNvPr>
          <p:cNvPicPr>
            <a:picLocks noChangeAspect="1"/>
          </p:cNvPicPr>
          <p:nvPr/>
        </p:nvPicPr>
        <p:blipFill rotWithShape="1">
          <a:blip r:embed="rId8" cstate="hqprint">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a:ext>
            </a:extLst>
          </a:blip>
          <a:srcRect/>
          <a:stretch/>
        </p:blipFill>
        <p:spPr>
          <a:xfrm>
            <a:off x="28448000" y="5395522"/>
            <a:ext cx="5486400" cy="12056330"/>
          </a:xfrm>
          <a:prstGeom prst="rect">
            <a:avLst/>
          </a:prstGeom>
          <a:effectLst/>
        </p:spPr>
      </p:pic>
    </p:spTree>
    <p:extLst>
      <p:ext uri="{BB962C8B-B14F-4D97-AF65-F5344CB8AC3E}">
        <p14:creationId xmlns:p14="http://schemas.microsoft.com/office/powerpoint/2010/main" val="3158552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661160" y="3174398"/>
            <a:ext cx="33253680" cy="1969770"/>
          </a:xfrm>
        </p:spPr>
        <p:txBody>
          <a:bodyPr>
            <a:normAutofit/>
          </a:bodyPr>
          <a:lstStyle/>
          <a:p>
            <a:pPr algn="l"/>
            <a:r>
              <a:rPr dirty="0" err="1"/>
              <a:t>通道</a:t>
            </a:r>
            <a:r>
              <a:rPr lang="zh-TW" altLang="en-US" dirty="0"/>
              <a:t>位</a:t>
            </a:r>
            <a:r>
              <a:rPr dirty="0"/>
              <a:t>移</a:t>
            </a:r>
            <a:r>
              <a:rPr lang="en-US" altLang="zh-TW" dirty="0"/>
              <a:t>(</a:t>
            </a:r>
            <a:r>
              <a:rPr lang="en-US" dirty="0"/>
              <a:t>Channel</a:t>
            </a:r>
            <a:r>
              <a:rPr lang="zh-TW" altLang="en-US" dirty="0"/>
              <a:t> </a:t>
            </a:r>
            <a:r>
              <a:rPr lang="en-US" dirty="0"/>
              <a:t>Shifting</a:t>
            </a:r>
            <a:r>
              <a:rPr lang="en-US" altLang="zh-TW" dirty="0"/>
              <a:t>)</a:t>
            </a:r>
            <a:endParaRPr dirty="0"/>
          </a:p>
        </p:txBody>
      </p:sp>
      <p:pic>
        <p:nvPicPr>
          <p:cNvPr id="19" name="Picture 18" descr="A picture containing table, indoor, sitting, small&#10;&#10;Description automatically generated">
            <a:extLst>
              <a:ext uri="{FF2B5EF4-FFF2-40B4-BE49-F238E27FC236}">
                <a16:creationId xmlns:a16="http://schemas.microsoft.com/office/drawing/2014/main" id="{52CC5AA4-291C-4736-A5CD-AB286D54C18F}"/>
              </a:ext>
            </a:extLst>
          </p:cNvPr>
          <p:cNvPicPr>
            <a:picLocks noChangeAspect="1"/>
          </p:cNvPicPr>
          <p:nvPr/>
        </p:nvPicPr>
        <p:blipFill rotWithShape="1">
          <a:blip r:embed="rId3" cstate="hqprint">
            <a:duotone>
              <a:prstClr val="black"/>
              <a:srgbClr val="00FF00">
                <a:tint val="45000"/>
                <a:satMod val="400000"/>
              </a:srgbClr>
            </a:duotone>
            <a:extLst>
              <a:ext uri="{28A0092B-C50C-407E-A947-70E740481C1C}">
                <a14:useLocalDpi xmlns:a14="http://schemas.microsoft.com/office/drawing/2010/main"/>
              </a:ext>
            </a:extLst>
          </a:blip>
          <a:srcRect/>
          <a:stretch/>
        </p:blipFill>
        <p:spPr>
          <a:xfrm>
            <a:off x="3242512" y="12128835"/>
            <a:ext cx="9339277" cy="3423323"/>
          </a:xfrm>
          <a:prstGeom prst="rect">
            <a:avLst/>
          </a:prstGeom>
        </p:spPr>
      </p:pic>
      <p:pic>
        <p:nvPicPr>
          <p:cNvPr id="21" name="Picture 20" descr="A picture containing table, indoor, sitting, small&#10;&#10;Description automatically generated">
            <a:extLst>
              <a:ext uri="{FF2B5EF4-FFF2-40B4-BE49-F238E27FC236}">
                <a16:creationId xmlns:a16="http://schemas.microsoft.com/office/drawing/2014/main" id="{F66158BD-337C-4E4D-9657-49E4500E7D47}"/>
              </a:ext>
            </a:extLst>
          </p:cNvPr>
          <p:cNvPicPr>
            <a:picLocks noChangeAspect="1"/>
          </p:cNvPicPr>
          <p:nvPr/>
        </p:nvPicPr>
        <p:blipFill rotWithShape="1">
          <a:blip r:embed="rId3" cstate="hqprint">
            <a:duotone>
              <a:prstClr val="black"/>
              <a:srgbClr val="FF0000">
                <a:tint val="45000"/>
                <a:satMod val="400000"/>
              </a:srgbClr>
            </a:duotone>
            <a:extLst>
              <a:ext uri="{28A0092B-C50C-407E-A947-70E740481C1C}">
                <a14:useLocalDpi xmlns:a14="http://schemas.microsoft.com/office/drawing/2010/main"/>
              </a:ext>
            </a:extLst>
          </a:blip>
          <a:srcRect/>
          <a:stretch/>
        </p:blipFill>
        <p:spPr>
          <a:xfrm>
            <a:off x="14012095" y="4417392"/>
            <a:ext cx="9339277" cy="3423323"/>
          </a:xfrm>
          <a:prstGeom prst="rect">
            <a:avLst/>
          </a:prstGeom>
        </p:spPr>
      </p:pic>
      <p:pic>
        <p:nvPicPr>
          <p:cNvPr id="23" name="Picture 22" descr="A picture containing table, indoor, sitting, small&#10;&#10;Description automatically generated">
            <a:extLst>
              <a:ext uri="{FF2B5EF4-FFF2-40B4-BE49-F238E27FC236}">
                <a16:creationId xmlns:a16="http://schemas.microsoft.com/office/drawing/2014/main" id="{B08B218B-2CF3-4677-8673-05E65B2DDD6B}"/>
              </a:ext>
            </a:extLst>
          </p:cNvPr>
          <p:cNvPicPr>
            <a:picLocks noChangeAspect="1"/>
          </p:cNvPicPr>
          <p:nvPr/>
        </p:nvPicPr>
        <p:blipFill rotWithShape="1">
          <a:blip r:embed="rId3" cstate="hqprint">
            <a:duotone>
              <a:prstClr val="black"/>
              <a:srgbClr val="0000FF">
                <a:tint val="45000"/>
                <a:satMod val="400000"/>
              </a:srgbClr>
            </a:duotone>
            <a:extLst>
              <a:ext uri="{28A0092B-C50C-407E-A947-70E740481C1C}">
                <a14:useLocalDpi xmlns:a14="http://schemas.microsoft.com/office/drawing/2010/main"/>
              </a:ext>
            </a:extLst>
          </a:blip>
          <a:srcRect/>
          <a:stretch/>
        </p:blipFill>
        <p:spPr>
          <a:xfrm>
            <a:off x="24676122" y="12128835"/>
            <a:ext cx="9339277" cy="3423323"/>
          </a:xfrm>
          <a:prstGeom prst="rect">
            <a:avLst/>
          </a:prstGeom>
        </p:spPr>
      </p:pic>
      <p:pic>
        <p:nvPicPr>
          <p:cNvPr id="25" name="Picture 24" descr="A picture containing table, indoor, sitting, small&#10;&#10;Description automatically generated">
            <a:extLst>
              <a:ext uri="{FF2B5EF4-FFF2-40B4-BE49-F238E27FC236}">
                <a16:creationId xmlns:a16="http://schemas.microsoft.com/office/drawing/2014/main" id="{5E18420A-BAEF-452E-8881-6CAD44F6A028}"/>
              </a:ext>
            </a:extLst>
          </p:cNvPr>
          <p:cNvPicPr>
            <a:picLocks noChangeAspect="1"/>
          </p:cNvPicPr>
          <p:nvPr/>
        </p:nvPicPr>
        <p:blipFill rotWithShape="1">
          <a:blip r:embed="rId3" cstate="hqprint">
            <a:duotone>
              <a:prstClr val="black"/>
              <a:srgbClr val="7D7D00">
                <a:tint val="45000"/>
                <a:satMod val="400000"/>
              </a:srgbClr>
            </a:duotone>
            <a:extLst>
              <a:ext uri="{28A0092B-C50C-407E-A947-70E740481C1C}">
                <a14:useLocalDpi xmlns:a14="http://schemas.microsoft.com/office/drawing/2010/main"/>
              </a:ext>
            </a:extLst>
          </a:blip>
          <a:srcRect/>
          <a:stretch/>
        </p:blipFill>
        <p:spPr>
          <a:xfrm>
            <a:off x="3276368" y="6863682"/>
            <a:ext cx="9339277" cy="3423323"/>
          </a:xfrm>
          <a:prstGeom prst="rect">
            <a:avLst/>
          </a:prstGeom>
        </p:spPr>
      </p:pic>
      <p:pic>
        <p:nvPicPr>
          <p:cNvPr id="27" name="Picture 26" descr="A picture containing table, indoor, sitting, small&#10;&#10;Description automatically generated">
            <a:extLst>
              <a:ext uri="{FF2B5EF4-FFF2-40B4-BE49-F238E27FC236}">
                <a16:creationId xmlns:a16="http://schemas.microsoft.com/office/drawing/2014/main" id="{E1E7C512-CC3A-4149-AEAF-A496F0539178}"/>
              </a:ext>
            </a:extLst>
          </p:cNvPr>
          <p:cNvPicPr>
            <a:picLocks noChangeAspect="1"/>
          </p:cNvPicPr>
          <p:nvPr/>
        </p:nvPicPr>
        <p:blipFill rotWithShape="1">
          <a:blip r:embed="rId3" cstate="hqprint">
            <a:duotone>
              <a:prstClr val="black"/>
              <a:srgbClr val="7D007D">
                <a:tint val="45000"/>
                <a:satMod val="400000"/>
              </a:srgbClr>
            </a:duotone>
            <a:extLst>
              <a:ext uri="{28A0092B-C50C-407E-A947-70E740481C1C}">
                <a14:useLocalDpi xmlns:a14="http://schemas.microsoft.com/office/drawing/2010/main"/>
              </a:ext>
            </a:extLst>
          </a:blip>
          <a:srcRect/>
          <a:stretch/>
        </p:blipFill>
        <p:spPr>
          <a:xfrm>
            <a:off x="24676122" y="6863679"/>
            <a:ext cx="9339277" cy="3423323"/>
          </a:xfrm>
          <a:prstGeom prst="rect">
            <a:avLst/>
          </a:prstGeom>
        </p:spPr>
      </p:pic>
      <p:pic>
        <p:nvPicPr>
          <p:cNvPr id="29" name="Picture 28" descr="A picture containing table, indoor, sitting, small&#10;&#10;Description automatically generated">
            <a:extLst>
              <a:ext uri="{FF2B5EF4-FFF2-40B4-BE49-F238E27FC236}">
                <a16:creationId xmlns:a16="http://schemas.microsoft.com/office/drawing/2014/main" id="{7AC6DF31-2DF4-4BFE-841C-835FA675F05B}"/>
              </a:ext>
            </a:extLst>
          </p:cNvPr>
          <p:cNvPicPr>
            <a:picLocks noChangeAspect="1"/>
          </p:cNvPicPr>
          <p:nvPr/>
        </p:nvPicPr>
        <p:blipFill rotWithShape="1">
          <a:blip r:embed="rId3" cstate="hqprint">
            <a:duotone>
              <a:prstClr val="black"/>
              <a:srgbClr val="007D7D">
                <a:tint val="45000"/>
                <a:satMod val="400000"/>
              </a:srgbClr>
            </a:duotone>
            <a:extLst>
              <a:ext uri="{28A0092B-C50C-407E-A947-70E740481C1C}">
                <a14:useLocalDpi xmlns:a14="http://schemas.microsoft.com/office/drawing/2010/main"/>
              </a:ext>
            </a:extLst>
          </a:blip>
          <a:srcRect/>
          <a:stretch/>
        </p:blipFill>
        <p:spPr>
          <a:xfrm>
            <a:off x="13906538" y="15509845"/>
            <a:ext cx="9339277" cy="3423323"/>
          </a:xfrm>
          <a:prstGeom prst="rect">
            <a:avLst/>
          </a:prstGeom>
        </p:spPr>
      </p:pic>
      <p:pic>
        <p:nvPicPr>
          <p:cNvPr id="6" name="Picture 5" descr="A picture containing table, indoor, sitting, small&#10;&#10;Description automatically generated">
            <a:extLst>
              <a:ext uri="{FF2B5EF4-FFF2-40B4-BE49-F238E27FC236}">
                <a16:creationId xmlns:a16="http://schemas.microsoft.com/office/drawing/2014/main" id="{CEAFB3DA-5706-4E75-BBB7-974E61CF8215}"/>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14012095" y="9963619"/>
            <a:ext cx="9339277" cy="3423323"/>
          </a:xfrm>
          <a:prstGeom prst="rect">
            <a:avLst/>
          </a:prstGeom>
        </p:spPr>
      </p:pic>
    </p:spTree>
    <p:extLst>
      <p:ext uri="{BB962C8B-B14F-4D97-AF65-F5344CB8AC3E}">
        <p14:creationId xmlns:p14="http://schemas.microsoft.com/office/powerpoint/2010/main" val="20565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3BE42F-7ACF-DD96-4FB7-217B1AF33A23}"/>
              </a:ext>
            </a:extLst>
          </p:cNvPr>
          <p:cNvSpPr>
            <a:spLocks noGrp="1"/>
          </p:cNvSpPr>
          <p:nvPr>
            <p:ph type="body" sz="quarter" idx="13"/>
          </p:nvPr>
        </p:nvSpPr>
        <p:spPr/>
        <p:txBody>
          <a:bodyPr/>
          <a:lstStyle/>
          <a:p>
            <a:r>
              <a:rPr dirty="0" err="1"/>
              <a:t>模型部署</a:t>
            </a:r>
            <a:r>
              <a:rPr dirty="0"/>
              <a:t>(Model Deployment)</a:t>
            </a:r>
          </a:p>
        </p:txBody>
      </p:sp>
    </p:spTree>
    <p:extLst>
      <p:ext uri="{BB962C8B-B14F-4D97-AF65-F5344CB8AC3E}">
        <p14:creationId xmlns:p14="http://schemas.microsoft.com/office/powerpoint/2010/main" val="17182127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a:xfrm>
            <a:off x="1722500" y="2134128"/>
            <a:ext cx="33253680" cy="1969770"/>
          </a:xfrm>
        </p:spPr>
        <p:txBody>
          <a:bodyPr>
            <a:normAutofit fontScale="90000"/>
          </a:bodyPr>
          <a:lstStyle/>
          <a:p>
            <a:r>
              <a:rPr dirty="0" err="1"/>
              <a:t>模型部署</a:t>
            </a:r>
            <a:r>
              <a:rPr dirty="0"/>
              <a:t>(Model Deployment)</a:t>
            </a:r>
            <a:br>
              <a:rPr dirty="0"/>
            </a:br>
            <a:endParaRPr dirty="0"/>
          </a:p>
        </p:txBody>
      </p:sp>
      <p:cxnSp>
        <p:nvCxnSpPr>
          <p:cNvPr id="7" name="Straight Connector 6">
            <a:extLst>
              <a:ext uri="{FF2B5EF4-FFF2-40B4-BE49-F238E27FC236}">
                <a16:creationId xmlns:a16="http://schemas.microsoft.com/office/drawing/2014/main" id="{50CAA43F-9544-46BE-749D-66443ECB541A}"/>
              </a:ext>
            </a:extLst>
          </p:cNvPr>
          <p:cNvCxnSpPr>
            <a:cxnSpLocks/>
          </p:cNvCxnSpPr>
          <p:nvPr/>
        </p:nvCxnSpPr>
        <p:spPr>
          <a:xfrm>
            <a:off x="19252297" y="11590478"/>
            <a:ext cx="4859240" cy="338903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7E39A88-DBE8-8675-AC1B-190D0A43B2A9}"/>
              </a:ext>
            </a:extLst>
          </p:cNvPr>
          <p:cNvPicPr>
            <a:picLocks noChangeAspect="1"/>
          </p:cNvPicPr>
          <p:nvPr/>
        </p:nvPicPr>
        <p:blipFill rotWithShape="1">
          <a:blip r:embed="rId3"/>
          <a:srcRect l="33949" t="46563" r="48253" b="22257"/>
          <a:stretch/>
        </p:blipFill>
        <p:spPr>
          <a:xfrm>
            <a:off x="2228165" y="6096000"/>
            <a:ext cx="5203150" cy="8792027"/>
          </a:xfrm>
          <a:prstGeom prst="rect">
            <a:avLst/>
          </a:prstGeom>
          <a:scene3d>
            <a:camera prst="isometricRightUp"/>
            <a:lightRig rig="threePt" dir="t"/>
          </a:scene3d>
        </p:spPr>
      </p:pic>
      <p:sp>
        <p:nvSpPr>
          <p:cNvPr id="10" name="TextBox 9">
            <a:extLst>
              <a:ext uri="{FF2B5EF4-FFF2-40B4-BE49-F238E27FC236}">
                <a16:creationId xmlns:a16="http://schemas.microsoft.com/office/drawing/2014/main" id="{A016B876-67FE-A6D7-5F57-026120D5A4BC}"/>
              </a:ext>
            </a:extLst>
          </p:cNvPr>
          <p:cNvSpPr txBox="1"/>
          <p:nvPr/>
        </p:nvSpPr>
        <p:spPr>
          <a:xfrm>
            <a:off x="3290025" y="15901245"/>
            <a:ext cx="2767104" cy="252992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(1, 28, 28)</a:t>
            </a:r>
            <a:br>
              <a:rPr sz="4400" dirty="0"/>
            </a:br>
            <a:endParaRPr sz="4400" dirty="0"/>
          </a:p>
          <a:p>
            <a:pPr algn="ctr" defTabSz="1523985" fontAlgn="base">
              <a:lnSpc>
                <a:spcPct val="90000"/>
              </a:lnSpc>
              <a:spcBef>
                <a:spcPct val="0"/>
              </a:spcBef>
              <a:spcAft>
                <a:spcPct val="0"/>
              </a:spcAft>
              <a:defRPr/>
            </a:pPr>
            <a:r>
              <a:rPr sz="4400" dirty="0" err="1"/>
              <a:t>圖像輸入</a:t>
            </a:r>
            <a:br>
              <a:rPr sz="4400" dirty="0"/>
            </a:br>
            <a:endParaRPr sz="4400" dirty="0"/>
          </a:p>
        </p:txBody>
      </p:sp>
      <p:sp>
        <p:nvSpPr>
          <p:cNvPr id="11" name="TextBox 10">
            <a:extLst>
              <a:ext uri="{FF2B5EF4-FFF2-40B4-BE49-F238E27FC236}">
                <a16:creationId xmlns:a16="http://schemas.microsoft.com/office/drawing/2014/main" id="{B96DC00B-4D87-DB91-29E4-5301AA25BD5A}"/>
              </a:ext>
            </a:extLst>
          </p:cNvPr>
          <p:cNvSpPr txBox="1"/>
          <p:nvPr/>
        </p:nvSpPr>
        <p:spPr>
          <a:xfrm>
            <a:off x="7461197" y="14942293"/>
            <a:ext cx="3344184" cy="19205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(2, 1, 3, 3)</a:t>
            </a:r>
            <a:br>
              <a:rPr lang="en-US" sz="4400" dirty="0"/>
            </a:br>
            <a:r>
              <a:rPr sz="4400" dirty="0" err="1"/>
              <a:t>核心</a:t>
            </a:r>
            <a:r>
              <a:rPr sz="4400" dirty="0"/>
              <a:t>(Kernel)</a:t>
            </a:r>
            <a:br>
              <a:rPr sz="4400" dirty="0"/>
            </a:br>
            <a:endParaRPr sz="4400" dirty="0"/>
          </a:p>
        </p:txBody>
      </p:sp>
      <p:sp>
        <p:nvSpPr>
          <p:cNvPr id="15" name="TextBox 14">
            <a:extLst>
              <a:ext uri="{FF2B5EF4-FFF2-40B4-BE49-F238E27FC236}">
                <a16:creationId xmlns:a16="http://schemas.microsoft.com/office/drawing/2014/main" id="{2F51383C-53A3-0E26-A919-6A5A8F3F1468}"/>
              </a:ext>
            </a:extLst>
          </p:cNvPr>
          <p:cNvSpPr txBox="1"/>
          <p:nvPr/>
        </p:nvSpPr>
        <p:spPr>
          <a:xfrm>
            <a:off x="10111273" y="12479795"/>
            <a:ext cx="4738797" cy="252992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(2, 28, 28)</a:t>
            </a:r>
          </a:p>
          <a:p>
            <a:pPr algn="ctr" defTabSz="1523985" fontAlgn="base">
              <a:lnSpc>
                <a:spcPct val="90000"/>
              </a:lnSpc>
              <a:spcBef>
                <a:spcPct val="0"/>
              </a:spcBef>
              <a:spcAft>
                <a:spcPct val="0"/>
              </a:spcAft>
              <a:defRPr/>
            </a:pPr>
            <a:r>
              <a:rPr sz="4400" dirty="0" err="1"/>
              <a:t>堆疊圖像</a:t>
            </a:r>
            <a:br>
              <a:rPr lang="en-US" sz="4400" dirty="0"/>
            </a:br>
            <a:r>
              <a:rPr lang="en-US" sz="4400" dirty="0"/>
              <a:t>(Stacked Images)</a:t>
            </a:r>
            <a:br>
              <a:rPr sz="4400" dirty="0"/>
            </a:br>
            <a:endParaRPr sz="4400" dirty="0"/>
          </a:p>
        </p:txBody>
      </p:sp>
      <p:sp>
        <p:nvSpPr>
          <p:cNvPr id="21" name="TextBox 20">
            <a:extLst>
              <a:ext uri="{FF2B5EF4-FFF2-40B4-BE49-F238E27FC236}">
                <a16:creationId xmlns:a16="http://schemas.microsoft.com/office/drawing/2014/main" id="{2B412761-FF72-C5BF-0574-A4FF71E065D8}"/>
              </a:ext>
            </a:extLst>
          </p:cNvPr>
          <p:cNvSpPr txBox="1"/>
          <p:nvPr/>
        </p:nvSpPr>
        <p:spPr>
          <a:xfrm>
            <a:off x="14733609" y="15247090"/>
            <a:ext cx="3344185" cy="19205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(2, 2</a:t>
            </a:r>
            <a:r>
              <a:rPr lang="en-US" sz="4400" dirty="0"/>
              <a:t>, 3, 3)</a:t>
            </a:r>
            <a:endParaRPr lang="zh-TW" altLang="en-US" sz="4400" dirty="0"/>
          </a:p>
          <a:p>
            <a:pPr algn="ctr" defTabSz="1523985" fontAlgn="base">
              <a:lnSpc>
                <a:spcPct val="90000"/>
              </a:lnSpc>
              <a:spcBef>
                <a:spcPct val="0"/>
              </a:spcBef>
              <a:spcAft>
                <a:spcPct val="0"/>
              </a:spcAft>
              <a:defRPr/>
            </a:pPr>
            <a:r>
              <a:rPr lang="zh-TW" altLang="en-US" sz="4400" dirty="0"/>
              <a:t>核心</a:t>
            </a:r>
            <a:r>
              <a:rPr lang="en-US" altLang="zh-TW" sz="4400" dirty="0"/>
              <a:t>(</a:t>
            </a:r>
            <a:r>
              <a:rPr lang="en-US" sz="4400" dirty="0"/>
              <a:t>Kernel)</a:t>
            </a:r>
            <a:br>
              <a:rPr lang="en-US" sz="4400" dirty="0"/>
            </a:br>
            <a:endParaRPr lang="en-US" sz="4400" dirty="0"/>
          </a:p>
        </p:txBody>
      </p:sp>
      <p:sp>
        <p:nvSpPr>
          <p:cNvPr id="26" name="TextBox 25">
            <a:extLst>
              <a:ext uri="{FF2B5EF4-FFF2-40B4-BE49-F238E27FC236}">
                <a16:creationId xmlns:a16="http://schemas.microsoft.com/office/drawing/2014/main" id="{4922A0F5-9C2A-2EFC-8769-2EB930D50CA4}"/>
              </a:ext>
            </a:extLst>
          </p:cNvPr>
          <p:cNvSpPr txBox="1"/>
          <p:nvPr/>
        </p:nvSpPr>
        <p:spPr>
          <a:xfrm>
            <a:off x="17899023" y="12514572"/>
            <a:ext cx="4738798" cy="2529923"/>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(2, 28, 28)</a:t>
            </a:r>
          </a:p>
          <a:p>
            <a:pPr algn="ctr" defTabSz="1523985" fontAlgn="base">
              <a:lnSpc>
                <a:spcPct val="90000"/>
              </a:lnSpc>
              <a:spcBef>
                <a:spcPct val="0"/>
              </a:spcBef>
              <a:spcAft>
                <a:spcPct val="0"/>
              </a:spcAft>
              <a:defRPr/>
            </a:pPr>
            <a:r>
              <a:rPr sz="4400" dirty="0" err="1"/>
              <a:t>堆疊圖像</a:t>
            </a:r>
            <a:br>
              <a:rPr lang="en-US" sz="4400" dirty="0"/>
            </a:br>
            <a:r>
              <a:rPr lang="en-US" sz="4400" dirty="0"/>
              <a:t>(Stacked Images)</a:t>
            </a:r>
            <a:br>
              <a:rPr sz="4400" dirty="0"/>
            </a:br>
            <a:endParaRPr sz="4400" dirty="0"/>
          </a:p>
        </p:txBody>
      </p:sp>
      <p:graphicFrame>
        <p:nvGraphicFramePr>
          <p:cNvPr id="29" name="Table 173">
            <a:extLst>
              <a:ext uri="{FF2B5EF4-FFF2-40B4-BE49-F238E27FC236}">
                <a16:creationId xmlns:a16="http://schemas.microsoft.com/office/drawing/2014/main" id="{C14973C4-6AEB-62CF-FFBA-9E08BD30884D}"/>
              </a:ext>
            </a:extLst>
          </p:cNvPr>
          <p:cNvGraphicFramePr>
            <a:graphicFrameLocks noGrp="1"/>
          </p:cNvGraphicFramePr>
          <p:nvPr>
            <p:extLst>
              <p:ext uri="{D42A27DB-BD31-4B8C-83A1-F6EECF244321}">
                <p14:modId xmlns:p14="http://schemas.microsoft.com/office/powerpoint/2010/main" val="3890051141"/>
              </p:ext>
            </p:extLst>
          </p:nvPr>
        </p:nvGraphicFramePr>
        <p:xfrm>
          <a:off x="23990873" y="4008704"/>
          <a:ext cx="934453" cy="12192000"/>
        </p:xfrm>
        <a:graphic>
          <a:graphicData uri="http://schemas.openxmlformats.org/drawingml/2006/table">
            <a:tbl>
              <a:tblPr firstRow="1" bandRow="1">
                <a:tableStyleId>{5C22544A-7EE6-4342-B048-85BDC9FD1C3A}</a:tableStyleId>
              </a:tblPr>
              <a:tblGrid>
                <a:gridCol w="934453">
                  <a:extLst>
                    <a:ext uri="{9D8B030D-6E8A-4147-A177-3AD203B41FA5}">
                      <a16:colId xmlns:a16="http://schemas.microsoft.com/office/drawing/2014/main" val="3772995847"/>
                    </a:ext>
                  </a:extLst>
                </a:gridCol>
              </a:tblGrid>
              <a:tr h="1524000">
                <a:tc>
                  <a:txBody>
                    <a:bodyPr/>
                    <a:lstStyle/>
                    <a:p>
                      <a:endParaRPr lang="en-US" sz="1400" dirty="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72080634"/>
                  </a:ext>
                </a:extLst>
              </a:tr>
              <a:tr h="1524000">
                <a:tc>
                  <a:txBody>
                    <a:bodyPr/>
                    <a:lstStyle/>
                    <a:p>
                      <a:endParaRPr lang="en-US" sz="8000" dirty="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1487664915"/>
                  </a:ext>
                </a:extLst>
              </a:tr>
              <a:tr h="1524000">
                <a:tc>
                  <a:txBody>
                    <a:bodyPr/>
                    <a:lstStyle/>
                    <a:p>
                      <a:endParaRPr lang="en-US" sz="800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lumOff val="25000"/>
                      </a:schemeClr>
                    </a:solidFill>
                  </a:tcPr>
                </a:tc>
                <a:extLst>
                  <a:ext uri="{0D108BD9-81ED-4DB2-BD59-A6C34878D82A}">
                    <a16:rowId xmlns:a16="http://schemas.microsoft.com/office/drawing/2014/main" val="4099143886"/>
                  </a:ext>
                </a:extLst>
              </a:tr>
              <a:tr h="1524000">
                <a:tc>
                  <a:txBody>
                    <a:bodyPr/>
                    <a:lstStyle/>
                    <a:p>
                      <a:endParaRPr lang="en-US" sz="800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80048206"/>
                  </a:ext>
                </a:extLst>
              </a:tr>
              <a:tr h="1524000">
                <a:tc>
                  <a:txBody>
                    <a:bodyPr/>
                    <a:lstStyle/>
                    <a:p>
                      <a:endParaRPr lang="en-US" sz="800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lumOff val="5000"/>
                      </a:schemeClr>
                    </a:solidFill>
                  </a:tcPr>
                </a:tc>
                <a:extLst>
                  <a:ext uri="{0D108BD9-81ED-4DB2-BD59-A6C34878D82A}">
                    <a16:rowId xmlns:a16="http://schemas.microsoft.com/office/drawing/2014/main" val="2555942051"/>
                  </a:ext>
                </a:extLst>
              </a:tr>
              <a:tr h="1524000">
                <a:tc>
                  <a:txBody>
                    <a:bodyPr/>
                    <a:lstStyle/>
                    <a:p>
                      <a:endParaRPr lang="en-US" sz="800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lumOff val="15000"/>
                      </a:schemeClr>
                    </a:solidFill>
                  </a:tcPr>
                </a:tc>
                <a:extLst>
                  <a:ext uri="{0D108BD9-81ED-4DB2-BD59-A6C34878D82A}">
                    <a16:rowId xmlns:a16="http://schemas.microsoft.com/office/drawing/2014/main" val="500810097"/>
                  </a:ext>
                </a:extLst>
              </a:tr>
              <a:tr h="1524000">
                <a:tc>
                  <a:txBody>
                    <a:bodyPr/>
                    <a:lstStyle/>
                    <a:p>
                      <a:endParaRPr lang="en-US" sz="800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036839989"/>
                  </a:ext>
                </a:extLst>
              </a:tr>
              <a:tr h="1524000">
                <a:tc>
                  <a:txBody>
                    <a:bodyPr/>
                    <a:lstStyle/>
                    <a:p>
                      <a:endParaRPr lang="en-US" sz="8000" dirty="0"/>
                    </a:p>
                  </a:txBody>
                  <a:tcPr marL="304800" marR="304800" marT="152400" marB="152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605072629"/>
                  </a:ext>
                </a:extLst>
              </a:tr>
            </a:tbl>
          </a:graphicData>
        </a:graphic>
      </p:graphicFrame>
      <p:sp>
        <p:nvSpPr>
          <p:cNvPr id="30" name="TextBox 29">
            <a:extLst>
              <a:ext uri="{FF2B5EF4-FFF2-40B4-BE49-F238E27FC236}">
                <a16:creationId xmlns:a16="http://schemas.microsoft.com/office/drawing/2014/main" id="{2C746EAA-EE9D-BFB6-2220-4C55A9D717A8}"/>
              </a:ext>
            </a:extLst>
          </p:cNvPr>
          <p:cNvSpPr txBox="1"/>
          <p:nvPr/>
        </p:nvSpPr>
        <p:spPr>
          <a:xfrm>
            <a:off x="20456741" y="15919712"/>
            <a:ext cx="7505290" cy="313932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rPr sz="4400" dirty="0"/>
              <a:t>(1568)</a:t>
            </a:r>
            <a:br>
              <a:rPr sz="4400" dirty="0"/>
            </a:br>
            <a:endParaRPr sz="4400" dirty="0"/>
          </a:p>
          <a:p>
            <a:pPr algn="ctr" defTabSz="1523985" fontAlgn="base">
              <a:lnSpc>
                <a:spcPct val="90000"/>
              </a:lnSpc>
              <a:spcBef>
                <a:spcPct val="0"/>
              </a:spcBef>
              <a:spcAft>
                <a:spcPct val="0"/>
              </a:spcAft>
              <a:defRPr/>
            </a:pPr>
            <a:r>
              <a:rPr sz="4400" dirty="0" err="1"/>
              <a:t>扁平化圖像向量</a:t>
            </a:r>
            <a:br>
              <a:rPr lang="en-US" sz="4400" dirty="0"/>
            </a:br>
            <a:r>
              <a:rPr lang="en-US" sz="4400" dirty="0"/>
              <a:t>(Flattened Image Vector)</a:t>
            </a:r>
            <a:br>
              <a:rPr sz="4400" dirty="0"/>
            </a:br>
            <a:endParaRPr sz="4400" dirty="0"/>
          </a:p>
        </p:txBody>
      </p:sp>
      <p:sp>
        <p:nvSpPr>
          <p:cNvPr id="31" name="Google Shape;219;p33">
            <a:extLst>
              <a:ext uri="{FF2B5EF4-FFF2-40B4-BE49-F238E27FC236}">
                <a16:creationId xmlns:a16="http://schemas.microsoft.com/office/drawing/2014/main" id="{51FBFDF4-21D9-40E4-7F7A-AB498FE184E3}"/>
              </a:ext>
            </a:extLst>
          </p:cNvPr>
          <p:cNvSpPr/>
          <p:nvPr/>
        </p:nvSpPr>
        <p:spPr>
          <a:xfrm>
            <a:off x="26905047" y="5537317"/>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2" name="Google Shape;219;p33">
            <a:extLst>
              <a:ext uri="{FF2B5EF4-FFF2-40B4-BE49-F238E27FC236}">
                <a16:creationId xmlns:a16="http://schemas.microsoft.com/office/drawing/2014/main" id="{9D6CC441-0E6B-C233-DF3E-9281BD6CF499}"/>
              </a:ext>
            </a:extLst>
          </p:cNvPr>
          <p:cNvSpPr/>
          <p:nvPr/>
        </p:nvSpPr>
        <p:spPr>
          <a:xfrm>
            <a:off x="26896034" y="1344143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33" name="Google Shape;219;p33">
            <a:extLst>
              <a:ext uri="{FF2B5EF4-FFF2-40B4-BE49-F238E27FC236}">
                <a16:creationId xmlns:a16="http://schemas.microsoft.com/office/drawing/2014/main" id="{68E9ADCF-D1D2-7386-6C31-DFAF83AB335D}"/>
              </a:ext>
            </a:extLst>
          </p:cNvPr>
          <p:cNvSpPr/>
          <p:nvPr/>
        </p:nvSpPr>
        <p:spPr>
          <a:xfrm>
            <a:off x="26896034" y="1419070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34" name="Google Shape;219;p33">
            <a:extLst>
              <a:ext uri="{FF2B5EF4-FFF2-40B4-BE49-F238E27FC236}">
                <a16:creationId xmlns:a16="http://schemas.microsoft.com/office/drawing/2014/main" id="{ABFD322F-A023-CA7F-8603-C6E0CDA4F9DB}"/>
              </a:ext>
            </a:extLst>
          </p:cNvPr>
          <p:cNvSpPr/>
          <p:nvPr/>
        </p:nvSpPr>
        <p:spPr>
          <a:xfrm>
            <a:off x="29046587" y="5537317"/>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35" name="Google Shape;219;p33">
            <a:extLst>
              <a:ext uri="{FF2B5EF4-FFF2-40B4-BE49-F238E27FC236}">
                <a16:creationId xmlns:a16="http://schemas.microsoft.com/office/drawing/2014/main" id="{BB8B592A-646C-47FF-A7CD-D0F415F0D9CC}"/>
              </a:ext>
            </a:extLst>
          </p:cNvPr>
          <p:cNvSpPr/>
          <p:nvPr/>
        </p:nvSpPr>
        <p:spPr>
          <a:xfrm>
            <a:off x="29037577" y="1344143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36" name="Google Shape;219;p33">
            <a:extLst>
              <a:ext uri="{FF2B5EF4-FFF2-40B4-BE49-F238E27FC236}">
                <a16:creationId xmlns:a16="http://schemas.microsoft.com/office/drawing/2014/main" id="{5F1C5A2C-9892-D526-E4DF-1A0E5EC367A4}"/>
              </a:ext>
            </a:extLst>
          </p:cNvPr>
          <p:cNvSpPr/>
          <p:nvPr/>
        </p:nvSpPr>
        <p:spPr>
          <a:xfrm>
            <a:off x="29037577" y="1419070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37" name="Google Shape;219;p33">
            <a:extLst>
              <a:ext uri="{FF2B5EF4-FFF2-40B4-BE49-F238E27FC236}">
                <a16:creationId xmlns:a16="http://schemas.microsoft.com/office/drawing/2014/main" id="{CEE0A7B3-0811-89F6-369A-99D931B53A53}"/>
              </a:ext>
            </a:extLst>
          </p:cNvPr>
          <p:cNvSpPr/>
          <p:nvPr/>
        </p:nvSpPr>
        <p:spPr>
          <a:xfrm>
            <a:off x="31724120" y="15108887"/>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grpSp>
        <p:nvGrpSpPr>
          <p:cNvPr id="38" name="Group 37">
            <a:extLst>
              <a:ext uri="{FF2B5EF4-FFF2-40B4-BE49-F238E27FC236}">
                <a16:creationId xmlns:a16="http://schemas.microsoft.com/office/drawing/2014/main" id="{56237D11-4CAA-87D0-AF3F-9AFACD86A56A}"/>
              </a:ext>
            </a:extLst>
          </p:cNvPr>
          <p:cNvGrpSpPr/>
          <p:nvPr/>
        </p:nvGrpSpPr>
        <p:grpSpPr>
          <a:xfrm>
            <a:off x="27542883" y="5847778"/>
            <a:ext cx="1503707" cy="8653390"/>
            <a:chOff x="8430069" y="1754333"/>
            <a:chExt cx="283908" cy="2596017"/>
          </a:xfrm>
        </p:grpSpPr>
        <p:cxnSp>
          <p:nvCxnSpPr>
            <p:cNvPr id="39" name="Straight Connector 38">
              <a:extLst>
                <a:ext uri="{FF2B5EF4-FFF2-40B4-BE49-F238E27FC236}">
                  <a16:creationId xmlns:a16="http://schemas.microsoft.com/office/drawing/2014/main" id="{204FDF5F-1907-2E6B-0647-220526B5CA3A}"/>
                </a:ext>
              </a:extLst>
            </p:cNvPr>
            <p:cNvCxnSpPr>
              <a:cxnSpLocks/>
              <a:endCxn id="34" idx="2"/>
            </p:cNvCxnSpPr>
            <p:nvPr/>
          </p:nvCxnSpPr>
          <p:spPr>
            <a:xfrm rot="16200000">
              <a:off x="7274015" y="2910388"/>
              <a:ext cx="2596016" cy="28390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7900744-581D-49ED-D55D-FD927C1160A0}"/>
                </a:ext>
              </a:extLst>
            </p:cNvPr>
            <p:cNvCxnSpPr>
              <a:cxnSpLocks/>
              <a:endCxn id="35" idx="2"/>
            </p:cNvCxnSpPr>
            <p:nvPr/>
          </p:nvCxnSpPr>
          <p:spPr>
            <a:xfrm rot="16200000">
              <a:off x="8458280" y="4097357"/>
              <a:ext cx="224781"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15B3BC5-80AE-A007-87B1-59DD6B697D94}"/>
                </a:ext>
              </a:extLst>
            </p:cNvPr>
            <p:cNvCxnSpPr>
              <a:cxnSpLocks/>
              <a:endCxn id="36" idx="2"/>
            </p:cNvCxnSpPr>
            <p:nvPr/>
          </p:nvCxnSpPr>
          <p:spPr>
            <a:xfrm rot="16200000">
              <a:off x="8570671" y="4209748"/>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BE48B0B-DD11-EEFD-AE9D-A6A043BFCCCA}"/>
                </a:ext>
              </a:extLst>
            </p:cNvPr>
            <p:cNvCxnSpPr>
              <a:cxnSpLocks/>
              <a:endCxn id="34" idx="2"/>
            </p:cNvCxnSpPr>
            <p:nvPr/>
          </p:nvCxnSpPr>
          <p:spPr>
            <a:xfrm rot="16200000">
              <a:off x="8573375" y="1613732"/>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B104AED-7E7F-2D91-1C3D-9789FBCB2F44}"/>
                </a:ext>
              </a:extLst>
            </p:cNvPr>
            <p:cNvCxnSpPr>
              <a:cxnSpLocks/>
              <a:endCxn id="35" idx="2"/>
            </p:cNvCxnSpPr>
            <p:nvPr/>
          </p:nvCxnSpPr>
          <p:spPr>
            <a:xfrm rot="16200000" flipH="1">
              <a:off x="7386405" y="2800701"/>
              <a:ext cx="2371235" cy="2785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038DEDA-6F3D-29C0-AF3A-11E4C7B8C0E1}"/>
                </a:ext>
              </a:extLst>
            </p:cNvPr>
            <p:cNvCxnSpPr>
              <a:cxnSpLocks/>
              <a:endCxn id="36" idx="2"/>
            </p:cNvCxnSpPr>
            <p:nvPr/>
          </p:nvCxnSpPr>
          <p:spPr>
            <a:xfrm rot="16200000" flipH="1">
              <a:off x="7274015" y="2913092"/>
              <a:ext cx="2596016" cy="27850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7B1AEBB-D550-6FD7-082F-5512121C3C6F}"/>
                </a:ext>
              </a:extLst>
            </p:cNvPr>
            <p:cNvCxnSpPr>
              <a:cxnSpLocks/>
              <a:endCxn id="34" idx="2"/>
            </p:cNvCxnSpPr>
            <p:nvPr/>
          </p:nvCxnSpPr>
          <p:spPr>
            <a:xfrm rot="16200000">
              <a:off x="7386405" y="2797997"/>
              <a:ext cx="2371235" cy="283908"/>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5BF65EA-A294-60E7-0AEB-53E9BDC1E49F}"/>
                </a:ext>
              </a:extLst>
            </p:cNvPr>
            <p:cNvCxnSpPr>
              <a:cxnSpLocks/>
              <a:endCxn id="35" idx="2"/>
            </p:cNvCxnSpPr>
            <p:nvPr/>
          </p:nvCxnSpPr>
          <p:spPr>
            <a:xfrm rot="16200000">
              <a:off x="8570671" y="3984967"/>
              <a:ext cx="0"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F509A90-C2C0-5B7F-CE1C-EA561A4CA51E}"/>
                </a:ext>
              </a:extLst>
            </p:cNvPr>
            <p:cNvCxnSpPr>
              <a:cxnSpLocks/>
              <a:endCxn id="36" idx="2"/>
            </p:cNvCxnSpPr>
            <p:nvPr/>
          </p:nvCxnSpPr>
          <p:spPr>
            <a:xfrm rot="16200000" flipH="1">
              <a:off x="8458280" y="4097357"/>
              <a:ext cx="224781" cy="281204"/>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8" name="Google Shape;219;p33">
            <a:extLst>
              <a:ext uri="{FF2B5EF4-FFF2-40B4-BE49-F238E27FC236}">
                <a16:creationId xmlns:a16="http://schemas.microsoft.com/office/drawing/2014/main" id="{9A2E79D0-481D-BAF3-3C20-BEA33E48B391}"/>
              </a:ext>
            </a:extLst>
          </p:cNvPr>
          <p:cNvSpPr/>
          <p:nvPr/>
        </p:nvSpPr>
        <p:spPr>
          <a:xfrm>
            <a:off x="31715254" y="1391484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49" name="Google Shape;219;p33">
            <a:extLst>
              <a:ext uri="{FF2B5EF4-FFF2-40B4-BE49-F238E27FC236}">
                <a16:creationId xmlns:a16="http://schemas.microsoft.com/office/drawing/2014/main" id="{37B0E104-02D5-BBE1-75B8-528D21DD6A7B}"/>
              </a:ext>
            </a:extLst>
          </p:cNvPr>
          <p:cNvSpPr/>
          <p:nvPr/>
        </p:nvSpPr>
        <p:spPr>
          <a:xfrm>
            <a:off x="31724120" y="1271638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13800" kern="0" baseline="30000">
              <a:solidFill>
                <a:srgbClr val="000000"/>
              </a:solidFill>
              <a:latin typeface="Arial"/>
              <a:ea typeface="Arial"/>
              <a:cs typeface="Arial"/>
              <a:sym typeface="Arial"/>
            </a:endParaRPr>
          </a:p>
        </p:txBody>
      </p:sp>
      <p:sp>
        <p:nvSpPr>
          <p:cNvPr id="51" name="Google Shape;219;p33">
            <a:extLst>
              <a:ext uri="{FF2B5EF4-FFF2-40B4-BE49-F238E27FC236}">
                <a16:creationId xmlns:a16="http://schemas.microsoft.com/office/drawing/2014/main" id="{5C895EEF-520A-E628-CF71-37D0F17C6158}"/>
              </a:ext>
            </a:extLst>
          </p:cNvPr>
          <p:cNvSpPr/>
          <p:nvPr/>
        </p:nvSpPr>
        <p:spPr>
          <a:xfrm>
            <a:off x="31715254" y="11522340"/>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2" name="Google Shape;219;p33">
            <a:extLst>
              <a:ext uri="{FF2B5EF4-FFF2-40B4-BE49-F238E27FC236}">
                <a16:creationId xmlns:a16="http://schemas.microsoft.com/office/drawing/2014/main" id="{72D5B767-655D-838C-921F-431D771CF0C9}"/>
              </a:ext>
            </a:extLst>
          </p:cNvPr>
          <p:cNvSpPr/>
          <p:nvPr/>
        </p:nvSpPr>
        <p:spPr>
          <a:xfrm>
            <a:off x="31724120" y="10274140"/>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3" name="Google Shape;219;p33">
            <a:extLst>
              <a:ext uri="{FF2B5EF4-FFF2-40B4-BE49-F238E27FC236}">
                <a16:creationId xmlns:a16="http://schemas.microsoft.com/office/drawing/2014/main" id="{551BFAE3-3D6A-0DA2-20A1-64901060537A}"/>
              </a:ext>
            </a:extLst>
          </p:cNvPr>
          <p:cNvSpPr/>
          <p:nvPr/>
        </p:nvSpPr>
        <p:spPr>
          <a:xfrm>
            <a:off x="31715254" y="9080097"/>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4" name="Google Shape;219;p33">
            <a:extLst>
              <a:ext uri="{FF2B5EF4-FFF2-40B4-BE49-F238E27FC236}">
                <a16:creationId xmlns:a16="http://schemas.microsoft.com/office/drawing/2014/main" id="{17013AFB-68A1-C1F1-03C2-6700172C42B6}"/>
              </a:ext>
            </a:extLst>
          </p:cNvPr>
          <p:cNvSpPr/>
          <p:nvPr/>
        </p:nvSpPr>
        <p:spPr>
          <a:xfrm>
            <a:off x="31740430" y="788799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5" name="Google Shape;219;p33">
            <a:extLst>
              <a:ext uri="{FF2B5EF4-FFF2-40B4-BE49-F238E27FC236}">
                <a16:creationId xmlns:a16="http://schemas.microsoft.com/office/drawing/2014/main" id="{C81CDC47-E7F9-D4EA-43AA-2F979EBC150D}"/>
              </a:ext>
            </a:extLst>
          </p:cNvPr>
          <p:cNvSpPr/>
          <p:nvPr/>
        </p:nvSpPr>
        <p:spPr>
          <a:xfrm>
            <a:off x="31731564" y="6693947"/>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6" name="Google Shape;219;p33">
            <a:extLst>
              <a:ext uri="{FF2B5EF4-FFF2-40B4-BE49-F238E27FC236}">
                <a16:creationId xmlns:a16="http://schemas.microsoft.com/office/drawing/2014/main" id="{B0C154AE-EFA4-0258-AB1A-9268C7BE9E7E}"/>
              </a:ext>
            </a:extLst>
          </p:cNvPr>
          <p:cNvSpPr/>
          <p:nvPr/>
        </p:nvSpPr>
        <p:spPr>
          <a:xfrm>
            <a:off x="31724120" y="5501843"/>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sp>
        <p:nvSpPr>
          <p:cNvPr id="57" name="Google Shape;219;p33">
            <a:extLst>
              <a:ext uri="{FF2B5EF4-FFF2-40B4-BE49-F238E27FC236}">
                <a16:creationId xmlns:a16="http://schemas.microsoft.com/office/drawing/2014/main" id="{A6559AD9-C1C2-0EA2-5359-58E7997A0D85}"/>
              </a:ext>
            </a:extLst>
          </p:cNvPr>
          <p:cNvSpPr/>
          <p:nvPr/>
        </p:nvSpPr>
        <p:spPr>
          <a:xfrm>
            <a:off x="31715254" y="4307800"/>
            <a:ext cx="624733" cy="620927"/>
          </a:xfrm>
          <a:prstGeom prst="ellipse">
            <a:avLst/>
          </a:prstGeom>
          <a:solidFill>
            <a:schemeClr val="tx2">
              <a:lumMod val="20000"/>
              <a:lumOff val="80000"/>
            </a:schemeClr>
          </a:solidFill>
          <a:ln w="38100" cap="flat" cmpd="sng">
            <a:solidFill>
              <a:srgbClr val="83BA24"/>
            </a:solidFill>
            <a:prstDash val="solid"/>
            <a:round/>
            <a:headEnd type="none" w="sm" len="sm"/>
            <a:tailEnd type="none" w="sm" len="sm"/>
          </a:ln>
          <a:effectLst>
            <a:outerShdw blurRad="39999" dist="23000" dir="5400000" rotWithShape="0">
              <a:srgbClr val="000000">
                <a:alpha val="34120"/>
              </a:srgbClr>
            </a:outerShdw>
          </a:effectLst>
        </p:spPr>
        <p:txBody>
          <a:bodyPr spcFirstLastPara="1" wrap="square" lIns="126917" tIns="63333" rIns="126917" bIns="63333" anchor="ctr" anchorCtr="0">
            <a:noAutofit/>
          </a:bodyPr>
          <a:lstStyle/>
          <a:p>
            <a:pPr algn="ctr" defTabSz="3047970">
              <a:buClr>
                <a:srgbClr val="000000"/>
              </a:buClr>
              <a:buSzPts val="1800"/>
              <a:defRPr/>
            </a:pPr>
            <a:endParaRPr sz="6000" kern="0" baseline="30000">
              <a:solidFill>
                <a:srgbClr val="000000"/>
              </a:solidFill>
              <a:latin typeface="Arial"/>
              <a:ea typeface="Arial"/>
              <a:cs typeface="Arial"/>
              <a:sym typeface="Arial"/>
            </a:endParaRPr>
          </a:p>
        </p:txBody>
      </p:sp>
      <p:grpSp>
        <p:nvGrpSpPr>
          <p:cNvPr id="58" name="Group 57">
            <a:extLst>
              <a:ext uri="{FF2B5EF4-FFF2-40B4-BE49-F238E27FC236}">
                <a16:creationId xmlns:a16="http://schemas.microsoft.com/office/drawing/2014/main" id="{CC0D6E18-2F8C-4365-3828-B32E384F749B}"/>
              </a:ext>
            </a:extLst>
          </p:cNvPr>
          <p:cNvGrpSpPr/>
          <p:nvPr/>
        </p:nvGrpSpPr>
        <p:grpSpPr>
          <a:xfrm>
            <a:off x="29661163" y="4618262"/>
            <a:ext cx="2079267" cy="10801090"/>
            <a:chOff x="9127523" y="1385478"/>
            <a:chExt cx="394606" cy="3240327"/>
          </a:xfrm>
        </p:grpSpPr>
        <p:cxnSp>
          <p:nvCxnSpPr>
            <p:cNvPr id="59" name="Straight Connector 58">
              <a:extLst>
                <a:ext uri="{FF2B5EF4-FFF2-40B4-BE49-F238E27FC236}">
                  <a16:creationId xmlns:a16="http://schemas.microsoft.com/office/drawing/2014/main" id="{BB16712A-1FD6-5F00-815D-F34365A303EC}"/>
                </a:ext>
              </a:extLst>
            </p:cNvPr>
            <p:cNvCxnSpPr>
              <a:cxnSpLocks/>
              <a:endCxn id="37" idx="2"/>
            </p:cNvCxnSpPr>
            <p:nvPr/>
          </p:nvCxnSpPr>
          <p:spPr>
            <a:xfrm rot="16200000" flipH="1">
              <a:off x="7893772" y="3002340"/>
              <a:ext cx="2859920"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A0B6941-9923-2933-1259-1B89EBC70523}"/>
                </a:ext>
              </a:extLst>
            </p:cNvPr>
            <p:cNvCxnSpPr>
              <a:cxnSpLocks/>
              <a:endCxn id="37" idx="2"/>
            </p:cNvCxnSpPr>
            <p:nvPr/>
          </p:nvCxnSpPr>
          <p:spPr>
            <a:xfrm rot="16200000" flipH="1">
              <a:off x="9078037" y="4186606"/>
              <a:ext cx="488685"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BB4D50F-51E2-A618-2F15-783F1FFFA5BC}"/>
                </a:ext>
              </a:extLst>
            </p:cNvPr>
            <p:cNvCxnSpPr>
              <a:cxnSpLocks/>
              <a:endCxn id="37" idx="2"/>
            </p:cNvCxnSpPr>
            <p:nvPr/>
          </p:nvCxnSpPr>
          <p:spPr>
            <a:xfrm rot="16200000" flipH="1">
              <a:off x="9190428" y="4298996"/>
              <a:ext cx="263904"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3F4B427-3DE9-E3B1-C2B6-C89109350277}"/>
                </a:ext>
              </a:extLst>
            </p:cNvPr>
            <p:cNvCxnSpPr>
              <a:cxnSpLocks/>
              <a:endCxn id="48" idx="2"/>
            </p:cNvCxnSpPr>
            <p:nvPr/>
          </p:nvCxnSpPr>
          <p:spPr>
            <a:xfrm rot="16200000">
              <a:off x="9273895" y="4121219"/>
              <a:ext cx="94309"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21E9F73-E181-CD42-AD0D-13F086D53B5B}"/>
                </a:ext>
              </a:extLst>
            </p:cNvPr>
            <p:cNvCxnSpPr>
              <a:cxnSpLocks/>
              <a:endCxn id="48" idx="2"/>
            </p:cNvCxnSpPr>
            <p:nvPr/>
          </p:nvCxnSpPr>
          <p:spPr>
            <a:xfrm rot="16200000" flipH="1">
              <a:off x="9255814" y="4008829"/>
              <a:ext cx="13047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4A741B8-ED52-5750-C95E-DAFFD40DA7EC}"/>
                </a:ext>
              </a:extLst>
            </p:cNvPr>
            <p:cNvCxnSpPr>
              <a:cxnSpLocks/>
              <a:endCxn id="48" idx="2"/>
            </p:cNvCxnSpPr>
            <p:nvPr/>
          </p:nvCxnSpPr>
          <p:spPr>
            <a:xfrm rot="16200000" flipH="1">
              <a:off x="8071549" y="2824563"/>
              <a:ext cx="2501706"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3FDDB6A-4870-5898-2674-E0699F633D53}"/>
                </a:ext>
              </a:extLst>
            </p:cNvPr>
            <p:cNvCxnSpPr>
              <a:cxnSpLocks/>
              <a:endCxn id="49" idx="2"/>
            </p:cNvCxnSpPr>
            <p:nvPr/>
          </p:nvCxnSpPr>
          <p:spPr>
            <a:xfrm rot="16200000">
              <a:off x="9207847" y="3827730"/>
              <a:ext cx="229066"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DA00C83-5695-7B03-C3BD-30F57840D94E}"/>
                </a:ext>
              </a:extLst>
            </p:cNvPr>
            <p:cNvCxnSpPr>
              <a:cxnSpLocks/>
              <a:endCxn id="49" idx="2"/>
            </p:cNvCxnSpPr>
            <p:nvPr/>
          </p:nvCxnSpPr>
          <p:spPr>
            <a:xfrm rot="16200000">
              <a:off x="9095456" y="3940121"/>
              <a:ext cx="453847"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8B9B98C-5813-C7BA-31AA-6A167D3E7C31}"/>
                </a:ext>
              </a:extLst>
            </p:cNvPr>
            <p:cNvCxnSpPr>
              <a:cxnSpLocks/>
              <a:endCxn id="49" idx="2"/>
            </p:cNvCxnSpPr>
            <p:nvPr/>
          </p:nvCxnSpPr>
          <p:spPr>
            <a:xfrm rot="16200000" flipH="1">
              <a:off x="8252647" y="2643465"/>
              <a:ext cx="2142169"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2EAF1A4-45C3-ADEB-BFE7-89734A851BD6}"/>
                </a:ext>
              </a:extLst>
            </p:cNvPr>
            <p:cNvCxnSpPr>
              <a:cxnSpLocks/>
              <a:endCxn id="51" idx="2"/>
            </p:cNvCxnSpPr>
            <p:nvPr/>
          </p:nvCxnSpPr>
          <p:spPr>
            <a:xfrm rot="16200000">
              <a:off x="8915020" y="3762344"/>
              <a:ext cx="812060"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5FAB6F69-B4BD-4CEE-4BFB-B7660440B741}"/>
                </a:ext>
              </a:extLst>
            </p:cNvPr>
            <p:cNvCxnSpPr>
              <a:cxnSpLocks/>
              <a:endCxn id="51" idx="2"/>
            </p:cNvCxnSpPr>
            <p:nvPr/>
          </p:nvCxnSpPr>
          <p:spPr>
            <a:xfrm rot="16200000">
              <a:off x="9027410" y="3649953"/>
              <a:ext cx="587279"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954166AE-4FEE-8053-4AB9-68CBC8F530A8}"/>
                </a:ext>
              </a:extLst>
            </p:cNvPr>
            <p:cNvCxnSpPr>
              <a:cxnSpLocks/>
              <a:endCxn id="51" idx="2"/>
            </p:cNvCxnSpPr>
            <p:nvPr/>
          </p:nvCxnSpPr>
          <p:spPr>
            <a:xfrm rot="16200000" flipH="1">
              <a:off x="8430424" y="2465688"/>
              <a:ext cx="1783955"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4D99BB58-14C6-6499-9C7F-6FEBFF6CECDF}"/>
                </a:ext>
              </a:extLst>
            </p:cNvPr>
            <p:cNvCxnSpPr>
              <a:cxnSpLocks/>
              <a:endCxn id="52" idx="2"/>
            </p:cNvCxnSpPr>
            <p:nvPr/>
          </p:nvCxnSpPr>
          <p:spPr>
            <a:xfrm rot="16200000">
              <a:off x="8729120" y="3573784"/>
              <a:ext cx="118651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259DAF8-B988-0829-467D-C560AA79DFD5}"/>
                </a:ext>
              </a:extLst>
            </p:cNvPr>
            <p:cNvCxnSpPr>
              <a:cxnSpLocks/>
              <a:endCxn id="52" idx="2"/>
            </p:cNvCxnSpPr>
            <p:nvPr/>
          </p:nvCxnSpPr>
          <p:spPr>
            <a:xfrm rot="16200000">
              <a:off x="8841510" y="3461394"/>
              <a:ext cx="96173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150E7F5-B7E5-B507-303C-564A902B9550}"/>
                </a:ext>
              </a:extLst>
            </p:cNvPr>
            <p:cNvCxnSpPr>
              <a:cxnSpLocks/>
              <a:endCxn id="52" idx="2"/>
            </p:cNvCxnSpPr>
            <p:nvPr/>
          </p:nvCxnSpPr>
          <p:spPr>
            <a:xfrm rot="16200000" flipH="1">
              <a:off x="8618984" y="2277129"/>
              <a:ext cx="1409496"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589E439-B978-C2DB-A6A6-C94A1B0CAF2C}"/>
                </a:ext>
              </a:extLst>
            </p:cNvPr>
            <p:cNvCxnSpPr>
              <a:cxnSpLocks/>
              <a:endCxn id="53" idx="2"/>
            </p:cNvCxnSpPr>
            <p:nvPr/>
          </p:nvCxnSpPr>
          <p:spPr>
            <a:xfrm rot="16200000">
              <a:off x="8661074" y="3283617"/>
              <a:ext cx="131995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0CE9E35-B8AE-A1C5-535C-FD9F2D7AF868}"/>
                </a:ext>
              </a:extLst>
            </p:cNvPr>
            <p:cNvCxnSpPr>
              <a:cxnSpLocks/>
              <a:endCxn id="53" idx="2"/>
            </p:cNvCxnSpPr>
            <p:nvPr/>
          </p:nvCxnSpPr>
          <p:spPr>
            <a:xfrm rot="16200000">
              <a:off x="8548684" y="3396007"/>
              <a:ext cx="1544733"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C482530-8093-1950-E44B-94F72CB99AE4}"/>
                </a:ext>
              </a:extLst>
            </p:cNvPr>
            <p:cNvCxnSpPr>
              <a:cxnSpLocks/>
              <a:endCxn id="53" idx="2"/>
            </p:cNvCxnSpPr>
            <p:nvPr/>
          </p:nvCxnSpPr>
          <p:spPr>
            <a:xfrm rot="16200000" flipH="1">
              <a:off x="8796760" y="2099352"/>
              <a:ext cx="1051283"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8DBDA28-B8D4-A4CF-79AA-EFA345D19EEA}"/>
                </a:ext>
              </a:extLst>
            </p:cNvPr>
            <p:cNvCxnSpPr>
              <a:cxnSpLocks/>
              <a:endCxn id="54" idx="2"/>
            </p:cNvCxnSpPr>
            <p:nvPr/>
          </p:nvCxnSpPr>
          <p:spPr>
            <a:xfrm rot="16200000">
              <a:off x="8373644" y="3213416"/>
              <a:ext cx="1902364" cy="39460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F0D7205-6ECA-85CC-ABF8-79EC0BD51791}"/>
                </a:ext>
              </a:extLst>
            </p:cNvPr>
            <p:cNvCxnSpPr>
              <a:cxnSpLocks/>
              <a:endCxn id="54" idx="2"/>
            </p:cNvCxnSpPr>
            <p:nvPr/>
          </p:nvCxnSpPr>
          <p:spPr>
            <a:xfrm rot="16200000">
              <a:off x="8486034" y="3101025"/>
              <a:ext cx="1677583" cy="394605"/>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E86AEA9-1237-B389-9D42-6C2ABD75BCA8}"/>
                </a:ext>
              </a:extLst>
            </p:cNvPr>
            <p:cNvCxnSpPr>
              <a:cxnSpLocks/>
              <a:endCxn id="54" idx="2"/>
            </p:cNvCxnSpPr>
            <p:nvPr/>
          </p:nvCxnSpPr>
          <p:spPr>
            <a:xfrm rot="16200000" flipH="1">
              <a:off x="8979352" y="1916760"/>
              <a:ext cx="693651" cy="39190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0F55120-1FD0-ADDE-C87D-BE4CC4D751FC}"/>
                </a:ext>
              </a:extLst>
            </p:cNvPr>
            <p:cNvCxnSpPr>
              <a:cxnSpLocks/>
              <a:endCxn id="55" idx="2"/>
            </p:cNvCxnSpPr>
            <p:nvPr/>
          </p:nvCxnSpPr>
          <p:spPr>
            <a:xfrm rot="16200000">
              <a:off x="8193208" y="3035639"/>
              <a:ext cx="2260577" cy="39194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BA2FFF9-89F7-BB1F-E9A9-80B92F1712E8}"/>
                </a:ext>
              </a:extLst>
            </p:cNvPr>
            <p:cNvCxnSpPr>
              <a:cxnSpLocks/>
              <a:endCxn id="55" idx="2"/>
            </p:cNvCxnSpPr>
            <p:nvPr/>
          </p:nvCxnSpPr>
          <p:spPr>
            <a:xfrm rot="16200000">
              <a:off x="8305598" y="2923248"/>
              <a:ext cx="2035797" cy="391946"/>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F04AEBE-1ACB-7C96-7CDF-59A4E378A37B}"/>
                </a:ext>
              </a:extLst>
            </p:cNvPr>
            <p:cNvCxnSpPr>
              <a:cxnSpLocks/>
              <a:endCxn id="55" idx="2"/>
            </p:cNvCxnSpPr>
            <p:nvPr/>
          </p:nvCxnSpPr>
          <p:spPr>
            <a:xfrm rot="16200000" flipH="1">
              <a:off x="9157129" y="1738983"/>
              <a:ext cx="335438" cy="389242"/>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5926591-C743-0500-CA5F-6455DD26B29C}"/>
                </a:ext>
              </a:extLst>
            </p:cNvPr>
            <p:cNvCxnSpPr>
              <a:cxnSpLocks/>
              <a:endCxn id="56" idx="2"/>
            </p:cNvCxnSpPr>
            <p:nvPr/>
          </p:nvCxnSpPr>
          <p:spPr>
            <a:xfrm rot="16200000">
              <a:off x="8013275" y="2857940"/>
              <a:ext cx="2618209"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D82C565-2088-947A-9AE7-DE919DB3BDBB}"/>
                </a:ext>
              </a:extLst>
            </p:cNvPr>
            <p:cNvCxnSpPr>
              <a:cxnSpLocks/>
              <a:endCxn id="56" idx="2"/>
            </p:cNvCxnSpPr>
            <p:nvPr/>
          </p:nvCxnSpPr>
          <p:spPr>
            <a:xfrm rot="16200000">
              <a:off x="8125666" y="2745549"/>
              <a:ext cx="2393428" cy="38971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78DDBF4-AC5A-FBBD-3399-3CB1856D9721}"/>
                </a:ext>
              </a:extLst>
            </p:cNvPr>
            <p:cNvCxnSpPr>
              <a:cxnSpLocks/>
              <a:endCxn id="56" idx="2"/>
            </p:cNvCxnSpPr>
            <p:nvPr/>
          </p:nvCxnSpPr>
          <p:spPr>
            <a:xfrm rot="16200000">
              <a:off x="9312635" y="1561284"/>
              <a:ext cx="22193" cy="38700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E938CFB-151E-AA22-7109-134DFE8B280B}"/>
                </a:ext>
              </a:extLst>
            </p:cNvPr>
            <p:cNvCxnSpPr>
              <a:cxnSpLocks/>
              <a:endCxn id="57" idx="2"/>
            </p:cNvCxnSpPr>
            <p:nvPr/>
          </p:nvCxnSpPr>
          <p:spPr>
            <a:xfrm rot="16200000">
              <a:off x="7832839" y="2680163"/>
              <a:ext cx="2976422"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0681B9C-B26F-04F7-E900-DB658C35D5A0}"/>
                </a:ext>
              </a:extLst>
            </p:cNvPr>
            <p:cNvCxnSpPr>
              <a:cxnSpLocks/>
              <a:endCxn id="57" idx="2"/>
            </p:cNvCxnSpPr>
            <p:nvPr/>
          </p:nvCxnSpPr>
          <p:spPr>
            <a:xfrm rot="16200000">
              <a:off x="7945229" y="2567772"/>
              <a:ext cx="2751641" cy="38705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B65CD0F5-AD9A-4073-B928-2D0B39D36437}"/>
                </a:ext>
              </a:extLst>
            </p:cNvPr>
            <p:cNvCxnSpPr>
              <a:cxnSpLocks/>
              <a:endCxn id="57" idx="2"/>
            </p:cNvCxnSpPr>
            <p:nvPr/>
          </p:nvCxnSpPr>
          <p:spPr>
            <a:xfrm rot="16200000">
              <a:off x="9132199" y="1383507"/>
              <a:ext cx="380407" cy="384349"/>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90" name="Straight Connector 89">
            <a:extLst>
              <a:ext uri="{FF2B5EF4-FFF2-40B4-BE49-F238E27FC236}">
                <a16:creationId xmlns:a16="http://schemas.microsoft.com/office/drawing/2014/main" id="{0E40B757-E203-7436-7FAB-3D4DD122FCE8}"/>
              </a:ext>
            </a:extLst>
          </p:cNvPr>
          <p:cNvCxnSpPr>
            <a:cxnSpLocks/>
            <a:endCxn id="33" idx="2"/>
          </p:cNvCxnSpPr>
          <p:nvPr/>
        </p:nvCxnSpPr>
        <p:spPr>
          <a:xfrm rot="16200000" flipH="1">
            <a:off x="24281892" y="11887023"/>
            <a:ext cx="3644603" cy="15836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BD748FD-C649-0D64-C886-E9191EF21B9C}"/>
              </a:ext>
            </a:extLst>
          </p:cNvPr>
          <p:cNvCxnSpPr>
            <a:cxnSpLocks/>
            <a:endCxn id="32" idx="2"/>
          </p:cNvCxnSpPr>
          <p:nvPr/>
        </p:nvCxnSpPr>
        <p:spPr>
          <a:xfrm rot="16200000" flipH="1">
            <a:off x="24656525" y="11512387"/>
            <a:ext cx="2895337" cy="1583680"/>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D7EEF1BC-56BC-9490-D3BC-7CAD930FF936}"/>
              </a:ext>
            </a:extLst>
          </p:cNvPr>
          <p:cNvCxnSpPr>
            <a:cxnSpLocks/>
            <a:endCxn id="31" idx="2"/>
          </p:cNvCxnSpPr>
          <p:nvPr/>
        </p:nvCxnSpPr>
        <p:spPr>
          <a:xfrm rot="16200000">
            <a:off x="23604309" y="7555824"/>
            <a:ext cx="5008783" cy="159269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814C40CE-1544-E00C-2F83-672A1EA7257B}"/>
              </a:ext>
            </a:extLst>
          </p:cNvPr>
          <p:cNvSpPr txBox="1"/>
          <p:nvPr/>
        </p:nvSpPr>
        <p:spPr>
          <a:xfrm rot="16200000">
            <a:off x="25618740" y="9245874"/>
            <a:ext cx="7316807"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t>…                 …… …</a:t>
            </a:r>
            <a:br/>
            <a:endParaRPr/>
          </a:p>
        </p:txBody>
      </p:sp>
      <p:sp>
        <p:nvSpPr>
          <p:cNvPr id="94" name="TextBox 93">
            <a:extLst>
              <a:ext uri="{FF2B5EF4-FFF2-40B4-BE49-F238E27FC236}">
                <a16:creationId xmlns:a16="http://schemas.microsoft.com/office/drawing/2014/main" id="{AC0E2D70-AC1E-CB53-D7DD-B7191F82ED85}"/>
              </a:ext>
            </a:extLst>
          </p:cNvPr>
          <p:cNvSpPr txBox="1"/>
          <p:nvPr/>
        </p:nvSpPr>
        <p:spPr>
          <a:xfrm rot="16200000">
            <a:off x="23421770" y="9245874"/>
            <a:ext cx="7316807" cy="11079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t>…                 …… …</a:t>
            </a:r>
            <a:br/>
            <a:endParaRPr/>
          </a:p>
        </p:txBody>
      </p:sp>
      <p:cxnSp>
        <p:nvCxnSpPr>
          <p:cNvPr id="95" name="Straight Connector 94">
            <a:extLst>
              <a:ext uri="{FF2B5EF4-FFF2-40B4-BE49-F238E27FC236}">
                <a16:creationId xmlns:a16="http://schemas.microsoft.com/office/drawing/2014/main" id="{DCAABA19-9FDA-A496-9BF7-C3F76C1E32A1}"/>
              </a:ext>
            </a:extLst>
          </p:cNvPr>
          <p:cNvCxnSpPr>
            <a:cxnSpLocks/>
            <a:endCxn id="33" idx="2"/>
          </p:cNvCxnSpPr>
          <p:nvPr/>
        </p:nvCxnSpPr>
        <p:spPr>
          <a:xfrm rot="16200000" flipH="1">
            <a:off x="23987489" y="11592617"/>
            <a:ext cx="4248723" cy="156837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F69CF0D-7128-2497-AD73-27DB1D668C6B}"/>
              </a:ext>
            </a:extLst>
          </p:cNvPr>
          <p:cNvCxnSpPr>
            <a:cxnSpLocks/>
            <a:endCxn id="32" idx="2"/>
          </p:cNvCxnSpPr>
          <p:nvPr/>
        </p:nvCxnSpPr>
        <p:spPr>
          <a:xfrm rot="16200000" flipH="1">
            <a:off x="24353717" y="11209580"/>
            <a:ext cx="3516260" cy="156837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40A94BDA-8F64-6699-FFF6-61ABD46B9C41}"/>
              </a:ext>
            </a:extLst>
          </p:cNvPr>
          <p:cNvCxnSpPr>
            <a:cxnSpLocks/>
            <a:endCxn id="31" idx="2"/>
          </p:cNvCxnSpPr>
          <p:nvPr/>
        </p:nvCxnSpPr>
        <p:spPr>
          <a:xfrm rot="16200000">
            <a:off x="23914022" y="7261417"/>
            <a:ext cx="4404663" cy="157738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49F2E3C-6CD3-22E3-1E48-DB7497D5DF1D}"/>
              </a:ext>
            </a:extLst>
          </p:cNvPr>
          <p:cNvCxnSpPr>
            <a:cxnSpLocks/>
            <a:endCxn id="33" idx="2"/>
          </p:cNvCxnSpPr>
          <p:nvPr/>
        </p:nvCxnSpPr>
        <p:spPr>
          <a:xfrm rot="16200000" flipH="1">
            <a:off x="23256409" y="10861537"/>
            <a:ext cx="5710883" cy="156837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BE8145E6-51A5-295D-68B1-D4888E76B698}"/>
              </a:ext>
            </a:extLst>
          </p:cNvPr>
          <p:cNvCxnSpPr>
            <a:cxnSpLocks/>
            <a:endCxn id="32" idx="2"/>
          </p:cNvCxnSpPr>
          <p:nvPr/>
        </p:nvCxnSpPr>
        <p:spPr>
          <a:xfrm rot="16200000" flipH="1">
            <a:off x="23631040" y="10486900"/>
            <a:ext cx="4961613" cy="1568373"/>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EC7CB52-9C9A-058B-4B3B-3B3F5B7BDE4E}"/>
              </a:ext>
            </a:extLst>
          </p:cNvPr>
          <p:cNvCxnSpPr>
            <a:cxnSpLocks/>
            <a:endCxn id="31" idx="2"/>
          </p:cNvCxnSpPr>
          <p:nvPr/>
        </p:nvCxnSpPr>
        <p:spPr>
          <a:xfrm rot="16200000">
            <a:off x="24645102" y="6530337"/>
            <a:ext cx="2942503" cy="1577387"/>
          </a:xfrm>
          <a:prstGeom prst="line">
            <a:avLst/>
          </a:prstGeom>
          <a:ln w="28575">
            <a:solidFill>
              <a:schemeClr val="tx1">
                <a:lumMod val="50000"/>
              </a:schemeClr>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BCF327AC-C382-38E9-6C0A-F5EFF2613A40}"/>
              </a:ext>
            </a:extLst>
          </p:cNvPr>
          <p:cNvSpPr txBox="1"/>
          <p:nvPr/>
        </p:nvSpPr>
        <p:spPr>
          <a:xfrm>
            <a:off x="30831950" y="16587256"/>
            <a:ext cx="2441694" cy="192052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(10)</a:t>
            </a:r>
          </a:p>
          <a:p>
            <a:pPr algn="ctr" defTabSz="1523985" fontAlgn="base">
              <a:lnSpc>
                <a:spcPct val="90000"/>
              </a:lnSpc>
              <a:spcBef>
                <a:spcPct val="0"/>
              </a:spcBef>
              <a:spcAft>
                <a:spcPct val="0"/>
              </a:spcAft>
              <a:defRPr/>
            </a:pPr>
            <a:r>
              <a:rPr sz="4400" dirty="0" err="1"/>
              <a:t>輸出預測</a:t>
            </a:r>
            <a:br>
              <a:rPr sz="4400" dirty="0"/>
            </a:br>
            <a:endParaRPr sz="4400" dirty="0"/>
          </a:p>
        </p:txBody>
      </p:sp>
      <p:sp>
        <p:nvSpPr>
          <p:cNvPr id="102" name="TextBox 101">
            <a:extLst>
              <a:ext uri="{FF2B5EF4-FFF2-40B4-BE49-F238E27FC236}">
                <a16:creationId xmlns:a16="http://schemas.microsoft.com/office/drawing/2014/main" id="{D2E4EC68-6276-CEB1-ABC2-D0C24CF56C07}"/>
              </a:ext>
            </a:extLst>
          </p:cNvPr>
          <p:cNvSpPr txBox="1"/>
          <p:nvPr/>
        </p:nvSpPr>
        <p:spPr>
          <a:xfrm>
            <a:off x="25965715" y="14871898"/>
            <a:ext cx="2154757" cy="252992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(512)</a:t>
            </a:r>
          </a:p>
          <a:p>
            <a:pPr algn="ctr" defTabSz="1523985" fontAlgn="base">
              <a:lnSpc>
                <a:spcPct val="90000"/>
              </a:lnSpc>
              <a:spcBef>
                <a:spcPct val="0"/>
              </a:spcBef>
              <a:spcAft>
                <a:spcPct val="0"/>
              </a:spcAft>
              <a:defRPr/>
            </a:pPr>
            <a:r>
              <a:rPr sz="4400" dirty="0" err="1"/>
              <a:t>線性</a:t>
            </a:r>
            <a:br>
              <a:rPr lang="en-US" sz="4400" dirty="0"/>
            </a:br>
            <a:r>
              <a:rPr sz="4400" dirty="0"/>
              <a:t>(Linear)</a:t>
            </a:r>
            <a:br>
              <a:rPr sz="4400" dirty="0"/>
            </a:br>
            <a:endParaRPr sz="4400" dirty="0"/>
          </a:p>
        </p:txBody>
      </p:sp>
      <p:sp>
        <p:nvSpPr>
          <p:cNvPr id="103" name="TextBox 102">
            <a:extLst>
              <a:ext uri="{FF2B5EF4-FFF2-40B4-BE49-F238E27FC236}">
                <a16:creationId xmlns:a16="http://schemas.microsoft.com/office/drawing/2014/main" id="{68F89CEF-2066-1B89-F84C-4B1D58CB262B}"/>
              </a:ext>
            </a:extLst>
          </p:cNvPr>
          <p:cNvSpPr txBox="1"/>
          <p:nvPr/>
        </p:nvSpPr>
        <p:spPr>
          <a:xfrm>
            <a:off x="28344663" y="14911679"/>
            <a:ext cx="2154757" cy="3139321"/>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4400" dirty="0"/>
              <a:t>(512)</a:t>
            </a:r>
          </a:p>
          <a:p>
            <a:pPr algn="ctr" defTabSz="1523985" fontAlgn="base">
              <a:lnSpc>
                <a:spcPct val="90000"/>
              </a:lnSpc>
              <a:spcBef>
                <a:spcPct val="0"/>
              </a:spcBef>
              <a:spcAft>
                <a:spcPct val="0"/>
              </a:spcAft>
              <a:defRPr/>
            </a:pPr>
            <a:r>
              <a:rPr sz="4400" dirty="0" err="1"/>
              <a:t>線性</a:t>
            </a:r>
            <a:br>
              <a:rPr lang="en-US" sz="4400" dirty="0"/>
            </a:br>
            <a:r>
              <a:rPr sz="4400" dirty="0"/>
              <a:t>(Linear)</a:t>
            </a:r>
            <a:br>
              <a:rPr sz="4400" dirty="0"/>
            </a:br>
            <a:endParaRPr lang="en-US" sz="8800" dirty="0">
              <a:solidFill>
                <a:srgbClr val="000000"/>
              </a:solidFill>
              <a:latin typeface="Trebuchet MS"/>
            </a:endParaRPr>
          </a:p>
        </p:txBody>
      </p:sp>
      <p:sp>
        <p:nvSpPr>
          <p:cNvPr id="104" name="Rectangle 103">
            <a:extLst>
              <a:ext uri="{FF2B5EF4-FFF2-40B4-BE49-F238E27FC236}">
                <a16:creationId xmlns:a16="http://schemas.microsoft.com/office/drawing/2014/main" id="{D6D7DA62-7E5C-1685-D27A-3D4F5F07E111}"/>
              </a:ext>
            </a:extLst>
          </p:cNvPr>
          <p:cNvSpPr/>
          <p:nvPr/>
        </p:nvSpPr>
        <p:spPr>
          <a:xfrm>
            <a:off x="3184352" y="8018422"/>
            <a:ext cx="1354263" cy="970470"/>
          </a:xfrm>
          <a:prstGeom prst="rect">
            <a:avLst/>
          </a:prstGeom>
          <a:noFill/>
          <a:ln>
            <a:solidFill>
              <a:schemeClr val="tx2">
                <a:lumMod val="50000"/>
              </a:schemeClr>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cxnSp>
        <p:nvCxnSpPr>
          <p:cNvPr id="105" name="Straight Connector 104">
            <a:extLst>
              <a:ext uri="{FF2B5EF4-FFF2-40B4-BE49-F238E27FC236}">
                <a16:creationId xmlns:a16="http://schemas.microsoft.com/office/drawing/2014/main" id="{7917A6F3-D5FB-485D-021E-6505D035A8AB}"/>
              </a:ext>
            </a:extLst>
          </p:cNvPr>
          <p:cNvCxnSpPr/>
          <p:nvPr/>
        </p:nvCxnSpPr>
        <p:spPr>
          <a:xfrm flipV="1">
            <a:off x="3861480" y="7319030"/>
            <a:ext cx="5414273" cy="115138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06" name="Picture 105">
            <a:extLst>
              <a:ext uri="{FF2B5EF4-FFF2-40B4-BE49-F238E27FC236}">
                <a16:creationId xmlns:a16="http://schemas.microsoft.com/office/drawing/2014/main" id="{6FFE11FE-BB11-B318-9111-1FF98558C5B4}"/>
              </a:ext>
            </a:extLst>
          </p:cNvPr>
          <p:cNvPicPr>
            <a:picLocks noChangeAspect="1"/>
          </p:cNvPicPr>
          <p:nvPr/>
        </p:nvPicPr>
        <p:blipFill rotWithShape="1">
          <a:blip r:embed="rId4"/>
          <a:srcRect l="48018" t="46330" r="44192" b="39913"/>
          <a:stretch/>
        </p:blipFill>
        <p:spPr>
          <a:xfrm>
            <a:off x="7723438" y="5865180"/>
            <a:ext cx="2849430" cy="2830533"/>
          </a:xfrm>
          <a:prstGeom prst="rect">
            <a:avLst/>
          </a:prstGeom>
          <a:scene3d>
            <a:camera prst="isometricRightUp"/>
            <a:lightRig rig="threePt" dir="t"/>
          </a:scene3d>
        </p:spPr>
      </p:pic>
      <p:cxnSp>
        <p:nvCxnSpPr>
          <p:cNvPr id="107" name="Straight Connector 106">
            <a:extLst>
              <a:ext uri="{FF2B5EF4-FFF2-40B4-BE49-F238E27FC236}">
                <a16:creationId xmlns:a16="http://schemas.microsoft.com/office/drawing/2014/main" id="{645B0556-4462-3CE9-EAB1-B974A518E577}"/>
              </a:ext>
            </a:extLst>
          </p:cNvPr>
          <p:cNvCxnSpPr>
            <a:cxnSpLocks/>
          </p:cNvCxnSpPr>
          <p:nvPr/>
        </p:nvCxnSpPr>
        <p:spPr>
          <a:xfrm>
            <a:off x="3896230" y="8483133"/>
            <a:ext cx="5309887" cy="226346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08" name="Picture 107">
            <a:extLst>
              <a:ext uri="{FF2B5EF4-FFF2-40B4-BE49-F238E27FC236}">
                <a16:creationId xmlns:a16="http://schemas.microsoft.com/office/drawing/2014/main" id="{01C0E10B-95E4-6204-154A-7505103D6B39}"/>
              </a:ext>
            </a:extLst>
          </p:cNvPr>
          <p:cNvPicPr>
            <a:picLocks noChangeAspect="1"/>
          </p:cNvPicPr>
          <p:nvPr/>
        </p:nvPicPr>
        <p:blipFill rotWithShape="1">
          <a:blip r:embed="rId4"/>
          <a:srcRect l="33839" t="46366" r="58553" b="39877"/>
          <a:stretch/>
        </p:blipFill>
        <p:spPr>
          <a:xfrm>
            <a:off x="7884468" y="9139434"/>
            <a:ext cx="2782577" cy="2830533"/>
          </a:xfrm>
          <a:prstGeom prst="rect">
            <a:avLst/>
          </a:prstGeom>
          <a:scene3d>
            <a:camera prst="isometricRightUp"/>
            <a:lightRig rig="threePt" dir="t"/>
          </a:scene3d>
        </p:spPr>
      </p:pic>
      <p:cxnSp>
        <p:nvCxnSpPr>
          <p:cNvPr id="109" name="Straight Connector 108">
            <a:extLst>
              <a:ext uri="{FF2B5EF4-FFF2-40B4-BE49-F238E27FC236}">
                <a16:creationId xmlns:a16="http://schemas.microsoft.com/office/drawing/2014/main" id="{1A71F988-06F5-4CE6-C174-3AF0C1F6508D}"/>
              </a:ext>
            </a:extLst>
          </p:cNvPr>
          <p:cNvCxnSpPr>
            <a:cxnSpLocks/>
          </p:cNvCxnSpPr>
          <p:nvPr/>
        </p:nvCxnSpPr>
        <p:spPr>
          <a:xfrm>
            <a:off x="9205600" y="7284258"/>
            <a:ext cx="3727153" cy="138139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10" name="Picture 109">
            <a:extLst>
              <a:ext uri="{FF2B5EF4-FFF2-40B4-BE49-F238E27FC236}">
                <a16:creationId xmlns:a16="http://schemas.microsoft.com/office/drawing/2014/main" id="{DBEFB81B-905F-32BA-CA24-0ABC3E01B051}"/>
              </a:ext>
            </a:extLst>
          </p:cNvPr>
          <p:cNvPicPr>
            <a:picLocks noChangeAspect="1"/>
          </p:cNvPicPr>
          <p:nvPr/>
        </p:nvPicPr>
        <p:blipFill rotWithShape="1">
          <a:blip r:embed="rId5"/>
          <a:srcRect l="34328" t="39232" r="58064" b="47010"/>
          <a:stretch/>
        </p:blipFill>
        <p:spPr>
          <a:xfrm>
            <a:off x="10155895" y="6007067"/>
            <a:ext cx="4532843" cy="4610967"/>
          </a:xfrm>
          <a:prstGeom prst="rect">
            <a:avLst/>
          </a:prstGeom>
          <a:scene3d>
            <a:camera prst="isometricRightUp"/>
            <a:lightRig rig="threePt" dir="t"/>
          </a:scene3d>
        </p:spPr>
      </p:pic>
      <p:sp>
        <p:nvSpPr>
          <p:cNvPr id="111" name="Rectangle 110">
            <a:extLst>
              <a:ext uri="{FF2B5EF4-FFF2-40B4-BE49-F238E27FC236}">
                <a16:creationId xmlns:a16="http://schemas.microsoft.com/office/drawing/2014/main" id="{9FAB14D0-47EE-F71B-EE6D-2F22D39BE631}"/>
              </a:ext>
            </a:extLst>
          </p:cNvPr>
          <p:cNvSpPr/>
          <p:nvPr/>
        </p:nvSpPr>
        <p:spPr>
          <a:xfrm>
            <a:off x="10946189" y="7205208"/>
            <a:ext cx="1354263" cy="970470"/>
          </a:xfrm>
          <a:prstGeom prst="rect">
            <a:avLst/>
          </a:prstGeom>
          <a:noFill/>
          <a:ln>
            <a:solidFill>
              <a:schemeClr val="tx2">
                <a:lumMod val="50000"/>
              </a:schemeClr>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cxnSp>
        <p:nvCxnSpPr>
          <p:cNvPr id="112" name="Straight Connector 111">
            <a:extLst>
              <a:ext uri="{FF2B5EF4-FFF2-40B4-BE49-F238E27FC236}">
                <a16:creationId xmlns:a16="http://schemas.microsoft.com/office/drawing/2014/main" id="{414D6654-77BA-C499-3BF2-581AD5A181B7}"/>
              </a:ext>
            </a:extLst>
          </p:cNvPr>
          <p:cNvCxnSpPr>
            <a:cxnSpLocks/>
          </p:cNvCxnSpPr>
          <p:nvPr/>
        </p:nvCxnSpPr>
        <p:spPr>
          <a:xfrm flipV="1">
            <a:off x="9302310" y="9858059"/>
            <a:ext cx="2100887" cy="695823"/>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20B3E36F-5D16-C3D1-B024-C4B3F9917928}"/>
              </a:ext>
            </a:extLst>
          </p:cNvPr>
          <p:cNvGrpSpPr/>
          <p:nvPr/>
        </p:nvGrpSpPr>
        <p:grpSpPr>
          <a:xfrm>
            <a:off x="10711162" y="7009970"/>
            <a:ext cx="4532843" cy="4598887"/>
            <a:chOff x="3213348" y="2102991"/>
            <a:chExt cx="1359853" cy="1379666"/>
          </a:xfrm>
        </p:grpSpPr>
        <p:pic>
          <p:nvPicPr>
            <p:cNvPr id="114" name="Picture 113">
              <a:extLst>
                <a:ext uri="{FF2B5EF4-FFF2-40B4-BE49-F238E27FC236}">
                  <a16:creationId xmlns:a16="http://schemas.microsoft.com/office/drawing/2014/main" id="{62AEDBFA-57A1-1302-264E-1D8CDFE5ECEE}"/>
                </a:ext>
              </a:extLst>
            </p:cNvPr>
            <p:cNvPicPr>
              <a:picLocks noChangeAspect="1"/>
            </p:cNvPicPr>
            <p:nvPr/>
          </p:nvPicPr>
          <p:blipFill rotWithShape="1">
            <a:blip r:embed="rId5"/>
            <a:srcRect l="48611" t="39389" r="43867" b="47044"/>
            <a:stretch/>
          </p:blipFill>
          <p:spPr>
            <a:xfrm>
              <a:off x="3213348" y="2102991"/>
              <a:ext cx="1359853" cy="1379666"/>
            </a:xfrm>
            <a:prstGeom prst="rect">
              <a:avLst/>
            </a:prstGeom>
            <a:scene3d>
              <a:camera prst="isometricRightUp"/>
              <a:lightRig rig="threePt" dir="t"/>
            </a:scene3d>
          </p:spPr>
        </p:pic>
        <p:sp>
          <p:nvSpPr>
            <p:cNvPr id="115" name="Rectangle 114">
              <a:extLst>
                <a:ext uri="{FF2B5EF4-FFF2-40B4-BE49-F238E27FC236}">
                  <a16:creationId xmlns:a16="http://schemas.microsoft.com/office/drawing/2014/main" id="{FBD6CD44-3A06-969F-08D2-2BF9AC2C1C9B}"/>
                </a:ext>
              </a:extLst>
            </p:cNvPr>
            <p:cNvSpPr/>
            <p:nvPr/>
          </p:nvSpPr>
          <p:spPr>
            <a:xfrm>
              <a:off x="3473547" y="2448480"/>
              <a:ext cx="406279" cy="291141"/>
            </a:xfrm>
            <a:prstGeom prst="rect">
              <a:avLst/>
            </a:prstGeom>
            <a:noFill/>
            <a:ln>
              <a:solidFill>
                <a:schemeClr val="tx2">
                  <a:lumMod val="50000"/>
                </a:schemeClr>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23985" fontAlgn="base">
                <a:spcBef>
                  <a:spcPct val="0"/>
                </a:spcBef>
                <a:spcAft>
                  <a:spcPct val="0"/>
                </a:spcAft>
                <a:defRPr/>
              </a:pPr>
              <a:endParaRPr lang="en-US" sz="6000">
                <a:solidFill>
                  <a:srgbClr val="FFFFFF"/>
                </a:solidFill>
                <a:latin typeface="Trebuchet MS"/>
              </a:endParaRPr>
            </a:p>
          </p:txBody>
        </p:sp>
      </p:grpSp>
      <p:cxnSp>
        <p:nvCxnSpPr>
          <p:cNvPr id="116" name="Straight Connector 115">
            <a:extLst>
              <a:ext uri="{FF2B5EF4-FFF2-40B4-BE49-F238E27FC236}">
                <a16:creationId xmlns:a16="http://schemas.microsoft.com/office/drawing/2014/main" id="{A8C4F9FF-A0CB-96E7-0504-0CEAC3C20EB0}"/>
              </a:ext>
            </a:extLst>
          </p:cNvPr>
          <p:cNvCxnSpPr>
            <a:cxnSpLocks/>
          </p:cNvCxnSpPr>
          <p:nvPr/>
        </p:nvCxnSpPr>
        <p:spPr>
          <a:xfrm flipV="1">
            <a:off x="11585172" y="6604067"/>
            <a:ext cx="5071203" cy="112374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17" name="Picture 116">
            <a:extLst>
              <a:ext uri="{FF2B5EF4-FFF2-40B4-BE49-F238E27FC236}">
                <a16:creationId xmlns:a16="http://schemas.microsoft.com/office/drawing/2014/main" id="{623CE5BF-1E28-C5CB-1076-06019C997223}"/>
              </a:ext>
            </a:extLst>
          </p:cNvPr>
          <p:cNvPicPr>
            <a:picLocks noChangeAspect="1"/>
          </p:cNvPicPr>
          <p:nvPr/>
        </p:nvPicPr>
        <p:blipFill rotWithShape="1">
          <a:blip r:embed="rId6"/>
          <a:srcRect l="33839" t="48989" r="58501" b="37066"/>
          <a:stretch/>
        </p:blipFill>
        <p:spPr>
          <a:xfrm>
            <a:off x="15135858" y="5327590"/>
            <a:ext cx="2801357" cy="2868900"/>
          </a:xfrm>
          <a:prstGeom prst="rect">
            <a:avLst/>
          </a:prstGeom>
          <a:scene3d>
            <a:camera prst="isometricRightUp"/>
            <a:lightRig rig="threePt" dir="t"/>
          </a:scene3d>
        </p:spPr>
      </p:pic>
      <p:cxnSp>
        <p:nvCxnSpPr>
          <p:cNvPr id="118" name="Straight Connector 117">
            <a:extLst>
              <a:ext uri="{FF2B5EF4-FFF2-40B4-BE49-F238E27FC236}">
                <a16:creationId xmlns:a16="http://schemas.microsoft.com/office/drawing/2014/main" id="{CF1F13C9-BD66-56B0-A09D-9FF831715F24}"/>
              </a:ext>
            </a:extLst>
          </p:cNvPr>
          <p:cNvCxnSpPr>
            <a:cxnSpLocks/>
          </p:cNvCxnSpPr>
          <p:nvPr/>
        </p:nvCxnSpPr>
        <p:spPr>
          <a:xfrm>
            <a:off x="11604838" y="7690442"/>
            <a:ext cx="5051537" cy="231089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19" name="Picture 118">
            <a:extLst>
              <a:ext uri="{FF2B5EF4-FFF2-40B4-BE49-F238E27FC236}">
                <a16:creationId xmlns:a16="http://schemas.microsoft.com/office/drawing/2014/main" id="{8A085CA4-F2F6-C12B-25D6-0C165DD8FD26}"/>
              </a:ext>
            </a:extLst>
          </p:cNvPr>
          <p:cNvPicPr>
            <a:picLocks noChangeAspect="1"/>
          </p:cNvPicPr>
          <p:nvPr/>
        </p:nvPicPr>
        <p:blipFill rotWithShape="1">
          <a:blip r:embed="rId6"/>
          <a:srcRect l="48095" t="65776" r="44259" b="20771"/>
          <a:stretch/>
        </p:blipFill>
        <p:spPr>
          <a:xfrm>
            <a:off x="15067085" y="8910920"/>
            <a:ext cx="2796357" cy="2767713"/>
          </a:xfrm>
          <a:prstGeom prst="rect">
            <a:avLst/>
          </a:prstGeom>
          <a:ln w="3175">
            <a:solidFill>
              <a:srgbClr val="B3B3B3">
                <a:alpha val="56078"/>
              </a:srgbClr>
            </a:solidFill>
          </a:ln>
          <a:scene3d>
            <a:camera prst="isometricRightUp"/>
            <a:lightRig rig="threePt" dir="t"/>
          </a:scene3d>
        </p:spPr>
      </p:pic>
      <p:cxnSp>
        <p:nvCxnSpPr>
          <p:cNvPr id="120" name="Straight Connector 119">
            <a:extLst>
              <a:ext uri="{FF2B5EF4-FFF2-40B4-BE49-F238E27FC236}">
                <a16:creationId xmlns:a16="http://schemas.microsoft.com/office/drawing/2014/main" id="{B2901484-84FE-4C55-098B-1ACECC3845B6}"/>
              </a:ext>
            </a:extLst>
          </p:cNvPr>
          <p:cNvCxnSpPr>
            <a:cxnSpLocks/>
          </p:cNvCxnSpPr>
          <p:nvPr/>
        </p:nvCxnSpPr>
        <p:spPr>
          <a:xfrm>
            <a:off x="12300450" y="8667650"/>
            <a:ext cx="4357440" cy="1916953"/>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21" name="Picture 120">
            <a:extLst>
              <a:ext uri="{FF2B5EF4-FFF2-40B4-BE49-F238E27FC236}">
                <a16:creationId xmlns:a16="http://schemas.microsoft.com/office/drawing/2014/main" id="{5FE31284-9E77-2AFB-A3B4-84A7FECB4F9C}"/>
              </a:ext>
            </a:extLst>
          </p:cNvPr>
          <p:cNvPicPr>
            <a:picLocks noChangeAspect="1"/>
          </p:cNvPicPr>
          <p:nvPr/>
        </p:nvPicPr>
        <p:blipFill rotWithShape="1">
          <a:blip r:embed="rId6"/>
          <a:srcRect l="48103" t="65700" r="44252" b="20664"/>
          <a:stretch/>
        </p:blipFill>
        <p:spPr>
          <a:xfrm>
            <a:off x="15340198" y="9151120"/>
            <a:ext cx="2796357" cy="2805513"/>
          </a:xfrm>
          <a:prstGeom prst="rect">
            <a:avLst/>
          </a:prstGeom>
          <a:scene3d>
            <a:camera prst="isometricRightUp"/>
            <a:lightRig rig="threePt" dir="t"/>
          </a:scene3d>
        </p:spPr>
      </p:pic>
      <p:cxnSp>
        <p:nvCxnSpPr>
          <p:cNvPr id="122" name="Straight Connector 121">
            <a:extLst>
              <a:ext uri="{FF2B5EF4-FFF2-40B4-BE49-F238E27FC236}">
                <a16:creationId xmlns:a16="http://schemas.microsoft.com/office/drawing/2014/main" id="{6057ED30-74B3-1C4A-67C8-D4EC56CA4379}"/>
              </a:ext>
            </a:extLst>
          </p:cNvPr>
          <p:cNvCxnSpPr>
            <a:cxnSpLocks/>
          </p:cNvCxnSpPr>
          <p:nvPr/>
        </p:nvCxnSpPr>
        <p:spPr>
          <a:xfrm flipV="1">
            <a:off x="12255622" y="7053464"/>
            <a:ext cx="4623570" cy="1614813"/>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23" name="Picture 122">
            <a:extLst>
              <a:ext uri="{FF2B5EF4-FFF2-40B4-BE49-F238E27FC236}">
                <a16:creationId xmlns:a16="http://schemas.microsoft.com/office/drawing/2014/main" id="{21C81ECE-0C42-BBC7-DF7F-CC1E98C41AF5}"/>
              </a:ext>
            </a:extLst>
          </p:cNvPr>
          <p:cNvPicPr>
            <a:picLocks noChangeAspect="1"/>
          </p:cNvPicPr>
          <p:nvPr/>
        </p:nvPicPr>
        <p:blipFill rotWithShape="1">
          <a:blip r:embed="rId6"/>
          <a:srcRect l="48024" t="49170" r="44231" b="37094"/>
          <a:stretch/>
        </p:blipFill>
        <p:spPr>
          <a:xfrm>
            <a:off x="15425280" y="5623200"/>
            <a:ext cx="2867593" cy="2860527"/>
          </a:xfrm>
          <a:prstGeom prst="rect">
            <a:avLst/>
          </a:prstGeom>
          <a:scene3d>
            <a:camera prst="isometricRightUp"/>
            <a:lightRig rig="threePt" dir="t"/>
          </a:scene3d>
        </p:spPr>
      </p:pic>
      <p:cxnSp>
        <p:nvCxnSpPr>
          <p:cNvPr id="124" name="Straight Connector 123">
            <a:extLst>
              <a:ext uri="{FF2B5EF4-FFF2-40B4-BE49-F238E27FC236}">
                <a16:creationId xmlns:a16="http://schemas.microsoft.com/office/drawing/2014/main" id="{345D8D8A-422C-7968-4DED-D31531FFF7B8}"/>
              </a:ext>
            </a:extLst>
          </p:cNvPr>
          <p:cNvCxnSpPr>
            <a:cxnSpLocks/>
          </p:cNvCxnSpPr>
          <p:nvPr/>
        </p:nvCxnSpPr>
        <p:spPr>
          <a:xfrm>
            <a:off x="16920117" y="7080835"/>
            <a:ext cx="3727153" cy="1381397"/>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25" name="Picture 124">
            <a:extLst>
              <a:ext uri="{FF2B5EF4-FFF2-40B4-BE49-F238E27FC236}">
                <a16:creationId xmlns:a16="http://schemas.microsoft.com/office/drawing/2014/main" id="{E22FC08A-3267-77FB-E530-CECE9AD171F5}"/>
              </a:ext>
            </a:extLst>
          </p:cNvPr>
          <p:cNvPicPr>
            <a:picLocks noChangeAspect="1"/>
          </p:cNvPicPr>
          <p:nvPr/>
        </p:nvPicPr>
        <p:blipFill rotWithShape="1">
          <a:blip r:embed="rId5"/>
          <a:srcRect l="34394" t="55920" r="58015" b="30443"/>
          <a:stretch/>
        </p:blipFill>
        <p:spPr>
          <a:xfrm>
            <a:off x="17996158" y="5846139"/>
            <a:ext cx="4551357" cy="4598883"/>
          </a:xfrm>
          <a:prstGeom prst="rect">
            <a:avLst/>
          </a:prstGeom>
          <a:scene3d>
            <a:camera prst="isometricRightUp"/>
            <a:lightRig rig="threePt" dir="t"/>
          </a:scene3d>
        </p:spPr>
      </p:pic>
      <p:cxnSp>
        <p:nvCxnSpPr>
          <p:cNvPr id="126" name="Straight Connector 125">
            <a:extLst>
              <a:ext uri="{FF2B5EF4-FFF2-40B4-BE49-F238E27FC236}">
                <a16:creationId xmlns:a16="http://schemas.microsoft.com/office/drawing/2014/main" id="{ACCAD76F-5659-920F-A01C-19A8AB60FF22}"/>
              </a:ext>
            </a:extLst>
          </p:cNvPr>
          <p:cNvCxnSpPr>
            <a:cxnSpLocks/>
          </p:cNvCxnSpPr>
          <p:nvPr/>
        </p:nvCxnSpPr>
        <p:spPr>
          <a:xfrm flipV="1">
            <a:off x="16794525" y="9799834"/>
            <a:ext cx="2643823" cy="784773"/>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pic>
        <p:nvPicPr>
          <p:cNvPr id="127" name="Picture 126">
            <a:extLst>
              <a:ext uri="{FF2B5EF4-FFF2-40B4-BE49-F238E27FC236}">
                <a16:creationId xmlns:a16="http://schemas.microsoft.com/office/drawing/2014/main" id="{DABB13EE-87AA-6437-1EF2-86E9233327D3}"/>
              </a:ext>
            </a:extLst>
          </p:cNvPr>
          <p:cNvPicPr>
            <a:picLocks noChangeAspect="1"/>
          </p:cNvPicPr>
          <p:nvPr/>
        </p:nvPicPr>
        <p:blipFill rotWithShape="1">
          <a:blip r:embed="rId5"/>
          <a:srcRect l="48680" t="55835" r="43764" b="30529"/>
          <a:stretch/>
        </p:blipFill>
        <p:spPr>
          <a:xfrm>
            <a:off x="18514174" y="6639383"/>
            <a:ext cx="4476093" cy="4544567"/>
          </a:xfrm>
          <a:prstGeom prst="rect">
            <a:avLst/>
          </a:prstGeom>
          <a:scene3d>
            <a:camera prst="isometricRightUp"/>
            <a:lightRig rig="threePt" dir="t"/>
          </a:scene3d>
        </p:spPr>
      </p:pic>
      <p:cxnSp>
        <p:nvCxnSpPr>
          <p:cNvPr id="128" name="Straight Connector 127">
            <a:extLst>
              <a:ext uri="{FF2B5EF4-FFF2-40B4-BE49-F238E27FC236}">
                <a16:creationId xmlns:a16="http://schemas.microsoft.com/office/drawing/2014/main" id="{21953A49-6B56-754F-DDD3-7E7771944EBF}"/>
              </a:ext>
            </a:extLst>
          </p:cNvPr>
          <p:cNvCxnSpPr>
            <a:cxnSpLocks/>
          </p:cNvCxnSpPr>
          <p:nvPr/>
        </p:nvCxnSpPr>
        <p:spPr>
          <a:xfrm flipV="1">
            <a:off x="21919617" y="5252273"/>
            <a:ext cx="2102613" cy="134260"/>
          </a:xfrm>
          <a:prstGeom prst="line">
            <a:avLst/>
          </a:prstGeom>
          <a:ln w="2857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4D37BEE8-C59B-69CB-FCF0-A3AE8F3EAF8F}"/>
              </a:ext>
            </a:extLst>
          </p:cNvPr>
          <p:cNvCxnSpPr/>
          <p:nvPr/>
        </p:nvCxnSpPr>
        <p:spPr>
          <a:xfrm>
            <a:off x="23214370" y="4101275"/>
            <a:ext cx="0" cy="12058183"/>
          </a:xfrm>
          <a:prstGeom prst="line">
            <a:avLst/>
          </a:prstGeom>
          <a:ln w="762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 name="Arrow: Up 2">
            <a:extLst>
              <a:ext uri="{FF2B5EF4-FFF2-40B4-BE49-F238E27FC236}">
                <a16:creationId xmlns:a16="http://schemas.microsoft.com/office/drawing/2014/main" id="{E27DA5FA-8FAD-4365-83CD-0950D6A5FE82}"/>
              </a:ext>
            </a:extLst>
          </p:cNvPr>
          <p:cNvSpPr/>
          <p:nvPr/>
        </p:nvSpPr>
        <p:spPr>
          <a:xfrm rot="16200000">
            <a:off x="6889737" y="15826524"/>
            <a:ext cx="1874217" cy="3048000"/>
          </a:xfrm>
          <a:prstGeom prst="upArrow">
            <a:avLst/>
          </a:prstGeom>
          <a:solidFill>
            <a:schemeClr val="tx2"/>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800"/>
          </a:p>
        </p:txBody>
      </p:sp>
    </p:spTree>
    <p:extLst>
      <p:ext uri="{BB962C8B-B14F-4D97-AF65-F5344CB8AC3E}">
        <p14:creationId xmlns:p14="http://schemas.microsoft.com/office/powerpoint/2010/main" val="2832991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fontScale="90000"/>
          </a:bodyPr>
          <a:lstStyle/>
          <a:p>
            <a:r>
              <a:rPr dirty="0" err="1"/>
              <a:t>模型部署</a:t>
            </a:r>
            <a:r>
              <a:rPr dirty="0"/>
              <a:t>(Model Deployment)</a:t>
            </a:r>
            <a:br>
              <a:rPr dirty="0"/>
            </a:br>
            <a:endParaRPr dirty="0"/>
          </a:p>
        </p:txBody>
      </p:sp>
      <p:pic>
        <p:nvPicPr>
          <p:cNvPr id="8" name="Picture 7" descr="A picture containing table, indoor, sitting, small&#10;&#10;Description automatically generated">
            <a:extLst>
              <a:ext uri="{FF2B5EF4-FFF2-40B4-BE49-F238E27FC236}">
                <a16:creationId xmlns:a16="http://schemas.microsoft.com/office/drawing/2014/main" id="{27651AAD-0655-45EB-841F-E208657A3DF8}"/>
              </a:ext>
            </a:extLst>
          </p:cNvPr>
          <p:cNvPicPr>
            <a:picLocks noChangeAspect="1"/>
          </p:cNvPicPr>
          <p:nvPr/>
        </p:nvPicPr>
        <p:blipFill rotWithShape="1">
          <a:blip r:embed="rId3"/>
          <a:srcRect l="35983" t="12337" r="30160" b="45056"/>
          <a:stretch/>
        </p:blipFill>
        <p:spPr>
          <a:xfrm>
            <a:off x="13512015" y="6627305"/>
            <a:ext cx="4018303" cy="3813550"/>
          </a:xfrm>
          <a:prstGeom prst="rect">
            <a:avLst/>
          </a:prstGeom>
          <a:effectLst/>
        </p:spPr>
      </p:pic>
      <p:pic>
        <p:nvPicPr>
          <p:cNvPr id="10" name="Picture 9" descr="A picture containing table, indoor, sitting, small&#10;&#10;Description automatically generated">
            <a:extLst>
              <a:ext uri="{FF2B5EF4-FFF2-40B4-BE49-F238E27FC236}">
                <a16:creationId xmlns:a16="http://schemas.microsoft.com/office/drawing/2014/main" id="{B4F27FE6-39FF-48F4-BFB9-8FB8B264CDFA}"/>
              </a:ext>
            </a:extLst>
          </p:cNvPr>
          <p:cNvPicPr>
            <a:picLocks noChangeAspect="1"/>
          </p:cNvPicPr>
          <p:nvPr/>
        </p:nvPicPr>
        <p:blipFill rotWithShape="1">
          <a:blip r:embed="rId3"/>
          <a:srcRect l="45493" t="12337" r="20650" b="45056"/>
          <a:stretch/>
        </p:blipFill>
        <p:spPr>
          <a:xfrm>
            <a:off x="30262225" y="6627305"/>
            <a:ext cx="4018303" cy="3813550"/>
          </a:xfrm>
          <a:prstGeom prst="rect">
            <a:avLst/>
          </a:prstGeom>
          <a:effectLst/>
        </p:spPr>
      </p:pic>
      <p:pic>
        <p:nvPicPr>
          <p:cNvPr id="12" name="Picture 11" descr="A picture containing table, indoor, sitting, small&#10;&#10;Description automatically generated">
            <a:extLst>
              <a:ext uri="{FF2B5EF4-FFF2-40B4-BE49-F238E27FC236}">
                <a16:creationId xmlns:a16="http://schemas.microsoft.com/office/drawing/2014/main" id="{DE6026ED-08BB-4144-9F17-452CF5AD3A20}"/>
              </a:ext>
            </a:extLst>
          </p:cNvPr>
          <p:cNvPicPr>
            <a:picLocks noChangeAspect="1"/>
          </p:cNvPicPr>
          <p:nvPr/>
        </p:nvPicPr>
        <p:blipFill rotWithShape="1">
          <a:blip r:embed="rId3"/>
          <a:srcRect l="26861" t="12337" r="39283" b="45056"/>
          <a:stretch/>
        </p:blipFill>
        <p:spPr>
          <a:xfrm>
            <a:off x="19095419" y="6627305"/>
            <a:ext cx="4018303" cy="3813550"/>
          </a:xfrm>
          <a:prstGeom prst="rect">
            <a:avLst/>
          </a:prstGeom>
          <a:effectLst/>
        </p:spPr>
      </p:pic>
      <p:pic>
        <p:nvPicPr>
          <p:cNvPr id="14" name="Picture 13" descr="A picture containing table, indoor, sitting, small&#10;&#10;Description automatically generated">
            <a:extLst>
              <a:ext uri="{FF2B5EF4-FFF2-40B4-BE49-F238E27FC236}">
                <a16:creationId xmlns:a16="http://schemas.microsoft.com/office/drawing/2014/main" id="{31B33650-280B-4A56-B659-6DEAAE979B04}"/>
              </a:ext>
            </a:extLst>
          </p:cNvPr>
          <p:cNvPicPr>
            <a:picLocks noChangeAspect="1"/>
          </p:cNvPicPr>
          <p:nvPr/>
        </p:nvPicPr>
        <p:blipFill rotWithShape="1">
          <a:blip r:embed="rId3"/>
          <a:srcRect l="35983" t="1245" r="30160" b="56148"/>
          <a:stretch/>
        </p:blipFill>
        <p:spPr>
          <a:xfrm>
            <a:off x="24678822" y="6627305"/>
            <a:ext cx="4018303" cy="3813550"/>
          </a:xfrm>
          <a:prstGeom prst="rect">
            <a:avLst/>
          </a:prstGeom>
          <a:effectLst/>
        </p:spPr>
      </p:pic>
      <p:pic>
        <p:nvPicPr>
          <p:cNvPr id="16" name="Picture 15" descr="A picture containing table, indoor, sitting, small&#10;&#10;Description automatically generated">
            <a:extLst>
              <a:ext uri="{FF2B5EF4-FFF2-40B4-BE49-F238E27FC236}">
                <a16:creationId xmlns:a16="http://schemas.microsoft.com/office/drawing/2014/main" id="{F0099E70-4EB0-40A2-9A7F-ADF017EDF068}"/>
              </a:ext>
            </a:extLst>
          </p:cNvPr>
          <p:cNvPicPr>
            <a:picLocks noChangeAspect="1"/>
          </p:cNvPicPr>
          <p:nvPr/>
        </p:nvPicPr>
        <p:blipFill rotWithShape="1">
          <a:blip r:embed="rId3"/>
          <a:srcRect l="35983" t="23206" r="30160" b="34187"/>
          <a:stretch/>
        </p:blipFill>
        <p:spPr>
          <a:xfrm>
            <a:off x="7928612" y="6627305"/>
            <a:ext cx="4018303" cy="3813550"/>
          </a:xfrm>
          <a:prstGeom prst="rect">
            <a:avLst/>
          </a:prstGeom>
          <a:effectLst/>
        </p:spPr>
      </p:pic>
      <p:sp>
        <p:nvSpPr>
          <p:cNvPr id="17" name="Left Brace 16">
            <a:extLst>
              <a:ext uri="{FF2B5EF4-FFF2-40B4-BE49-F238E27FC236}">
                <a16:creationId xmlns:a16="http://schemas.microsoft.com/office/drawing/2014/main" id="{51738BE6-E505-45E1-8A4D-826B97105CDC}"/>
              </a:ext>
            </a:extLst>
          </p:cNvPr>
          <p:cNvSpPr/>
          <p:nvPr/>
        </p:nvSpPr>
        <p:spPr>
          <a:xfrm rot="16200000">
            <a:off x="21088733" y="-456992"/>
            <a:ext cx="1291487" cy="24174277"/>
          </a:xfrm>
          <a:prstGeom prst="leftBrace">
            <a:avLst/>
          </a:prstGeom>
          <a:ln w="381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21" name="Rectangle: Rounded Corners 20">
            <a:extLst>
              <a:ext uri="{FF2B5EF4-FFF2-40B4-BE49-F238E27FC236}">
                <a16:creationId xmlns:a16="http://schemas.microsoft.com/office/drawing/2014/main" id="{38CFD880-7C9D-4B1B-B8C7-1E04FABAA653}"/>
              </a:ext>
            </a:extLst>
          </p:cNvPr>
          <p:cNvSpPr/>
          <p:nvPr/>
        </p:nvSpPr>
        <p:spPr>
          <a:xfrm>
            <a:off x="709700" y="6978767"/>
            <a:ext cx="6482080" cy="3110620"/>
          </a:xfrm>
          <a:prstGeom prst="roundRect">
            <a:avLst/>
          </a:prstGeom>
          <a:solidFill>
            <a:schemeClr val="tx1"/>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4800" dirty="0" err="1">
                <a:solidFill>
                  <a:schemeClr val="bg1"/>
                </a:solidFill>
              </a:rPr>
              <a:t>批次</a:t>
            </a:r>
            <a:r>
              <a:rPr lang="zh-TW" altLang="en-US" sz="4800" dirty="0">
                <a:solidFill>
                  <a:schemeClr val="bg1"/>
                </a:solidFill>
              </a:rPr>
              <a:t>訓練</a:t>
            </a:r>
            <a:r>
              <a:rPr sz="4800" dirty="0" err="1">
                <a:solidFill>
                  <a:schemeClr val="bg1"/>
                </a:solidFill>
              </a:rPr>
              <a:t>輸入</a:t>
            </a:r>
            <a:br>
              <a:rPr lang="en-US" sz="4800" dirty="0">
                <a:solidFill>
                  <a:schemeClr val="bg1"/>
                </a:solidFill>
              </a:rPr>
            </a:br>
            <a:r>
              <a:rPr lang="en-US" sz="4400" dirty="0">
                <a:solidFill>
                  <a:schemeClr val="bg1"/>
                </a:solidFill>
              </a:rPr>
              <a:t>(Training Batch Input)</a:t>
            </a:r>
            <a:endParaRPr sz="4800" dirty="0">
              <a:solidFill>
                <a:schemeClr val="bg1"/>
              </a:solidFill>
            </a:endParaRPr>
          </a:p>
        </p:txBody>
      </p:sp>
      <p:sp>
        <p:nvSpPr>
          <p:cNvPr id="23" name="Rectangle 22">
            <a:extLst>
              <a:ext uri="{FF2B5EF4-FFF2-40B4-BE49-F238E27FC236}">
                <a16:creationId xmlns:a16="http://schemas.microsoft.com/office/drawing/2014/main" id="{1473FFD4-6C28-4DC4-BC62-C72203DBEF07}"/>
              </a:ext>
            </a:extLst>
          </p:cNvPr>
          <p:cNvSpPr/>
          <p:nvPr/>
        </p:nvSpPr>
        <p:spPr>
          <a:xfrm>
            <a:off x="13512013" y="12574042"/>
            <a:ext cx="16550887" cy="196977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5400" dirty="0" err="1">
                <a:solidFill>
                  <a:schemeClr val="bg1"/>
                </a:solidFill>
              </a:rPr>
              <a:t>卷積</a:t>
            </a:r>
            <a:r>
              <a:rPr sz="5400" dirty="0">
                <a:solidFill>
                  <a:schemeClr val="bg1"/>
                </a:solidFill>
              </a:rPr>
              <a:t>(Convolution)</a:t>
            </a:r>
          </a:p>
        </p:txBody>
      </p:sp>
      <p:sp>
        <p:nvSpPr>
          <p:cNvPr id="25" name="Rectangle 24">
            <a:extLst>
              <a:ext uri="{FF2B5EF4-FFF2-40B4-BE49-F238E27FC236}">
                <a16:creationId xmlns:a16="http://schemas.microsoft.com/office/drawing/2014/main" id="{BD6AF10C-3FA6-4CAF-AE1F-0E446D4FF72E}"/>
              </a:ext>
            </a:extLst>
          </p:cNvPr>
          <p:cNvSpPr/>
          <p:nvPr/>
        </p:nvSpPr>
        <p:spPr>
          <a:xfrm>
            <a:off x="13512020" y="17528102"/>
            <a:ext cx="16550873" cy="19697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5400" dirty="0">
                <a:solidFill>
                  <a:schemeClr val="bg1"/>
                </a:solidFill>
              </a:rPr>
              <a:t>……</a:t>
            </a:r>
          </a:p>
        </p:txBody>
      </p:sp>
      <p:sp>
        <p:nvSpPr>
          <p:cNvPr id="27" name="Rectangle 26">
            <a:extLst>
              <a:ext uri="{FF2B5EF4-FFF2-40B4-BE49-F238E27FC236}">
                <a16:creationId xmlns:a16="http://schemas.microsoft.com/office/drawing/2014/main" id="{B26C9407-1D1C-4C93-A3CC-27AE1AC13398}"/>
              </a:ext>
            </a:extLst>
          </p:cNvPr>
          <p:cNvSpPr/>
          <p:nvPr/>
        </p:nvSpPr>
        <p:spPr>
          <a:xfrm>
            <a:off x="13512020" y="15051072"/>
            <a:ext cx="16550873" cy="1969770"/>
          </a:xfrm>
          <a:prstGeom prst="rect">
            <a:avLst/>
          </a:prstGeom>
          <a:solidFill>
            <a:schemeClr val="tx2">
              <a:lumMod val="40000"/>
              <a:lumOff val="6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5400" dirty="0" err="1">
                <a:solidFill>
                  <a:schemeClr val="bg1"/>
                </a:solidFill>
              </a:rPr>
              <a:t>最大池化</a:t>
            </a:r>
            <a:r>
              <a:rPr sz="5400" dirty="0">
                <a:solidFill>
                  <a:schemeClr val="bg1"/>
                </a:solidFill>
              </a:rPr>
              <a:t>(Max Pooling)</a:t>
            </a:r>
          </a:p>
        </p:txBody>
      </p:sp>
    </p:spTree>
    <p:extLst>
      <p:ext uri="{BB962C8B-B14F-4D97-AF65-F5344CB8AC3E}">
        <p14:creationId xmlns:p14="http://schemas.microsoft.com/office/powerpoint/2010/main" val="4273255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976D3B83-BE77-4A6A-9994-A574418CC7C3}"/>
              </a:ext>
            </a:extLst>
          </p:cNvPr>
          <p:cNvSpPr/>
          <p:nvPr/>
        </p:nvSpPr>
        <p:spPr>
          <a:xfrm>
            <a:off x="10767055" y="17266685"/>
            <a:ext cx="5023910" cy="1951123"/>
          </a:xfrm>
          <a:prstGeom prst="roundRect">
            <a:avLst/>
          </a:prstGeom>
          <a:solidFill>
            <a:schemeClr val="tx2">
              <a:lumMod val="20000"/>
              <a:lumOff val="80000"/>
            </a:schemeClr>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5400" dirty="0" err="1">
                <a:solidFill>
                  <a:schemeClr val="bg1"/>
                </a:solidFill>
              </a:rPr>
              <a:t>調整大小</a:t>
            </a:r>
            <a:br>
              <a:rPr sz="5400" dirty="0">
                <a:solidFill>
                  <a:schemeClr val="bg1"/>
                </a:solidFill>
              </a:rPr>
            </a:br>
            <a:r>
              <a:rPr lang="en-US" sz="5400" dirty="0">
                <a:solidFill>
                  <a:schemeClr val="bg1"/>
                </a:solidFill>
              </a:rPr>
              <a:t>(Resize)</a:t>
            </a:r>
            <a:endParaRPr sz="5400" dirty="0">
              <a:solidFill>
                <a:schemeClr val="bg1"/>
              </a:solidFill>
            </a:endParaRPr>
          </a:p>
        </p:txBody>
      </p:sp>
      <p:sp>
        <p:nvSpPr>
          <p:cNvPr id="2" name="Title 1">
            <a:extLst>
              <a:ext uri="{FF2B5EF4-FFF2-40B4-BE49-F238E27FC236}">
                <a16:creationId xmlns:a16="http://schemas.microsoft.com/office/drawing/2014/main" id="{13DDE902-0C6D-8D45-962E-302ABDE4FDA4}"/>
              </a:ext>
            </a:extLst>
          </p:cNvPr>
          <p:cNvSpPr>
            <a:spLocks noGrp="1"/>
          </p:cNvSpPr>
          <p:nvPr>
            <p:ph type="title"/>
          </p:nvPr>
        </p:nvSpPr>
        <p:spPr/>
        <p:txBody>
          <a:bodyPr>
            <a:normAutofit/>
          </a:bodyPr>
          <a:lstStyle/>
          <a:p>
            <a:r>
              <a:rPr dirty="0" err="1"/>
              <a:t>模型部署</a:t>
            </a:r>
            <a:r>
              <a:rPr dirty="0"/>
              <a:t>(Model Deployment)</a:t>
            </a:r>
          </a:p>
        </p:txBody>
      </p:sp>
      <p:grpSp>
        <p:nvGrpSpPr>
          <p:cNvPr id="37" name="Group 36">
            <a:extLst>
              <a:ext uri="{FF2B5EF4-FFF2-40B4-BE49-F238E27FC236}">
                <a16:creationId xmlns:a16="http://schemas.microsoft.com/office/drawing/2014/main" id="{DE8246A7-83DC-4009-9E47-8EA72956082E}"/>
              </a:ext>
            </a:extLst>
          </p:cNvPr>
          <p:cNvGrpSpPr/>
          <p:nvPr/>
        </p:nvGrpSpPr>
        <p:grpSpPr>
          <a:xfrm>
            <a:off x="28575845" y="7169093"/>
            <a:ext cx="5149910" cy="7997507"/>
            <a:chOff x="8094580" y="2181137"/>
            <a:chExt cx="1544973" cy="2399252"/>
          </a:xfrm>
        </p:grpSpPr>
        <p:pic>
          <p:nvPicPr>
            <p:cNvPr id="9" name="Picture 8" descr="A picture containing table, indoor, sitting, small&#10;&#10;Description automatically generated">
              <a:extLst>
                <a:ext uri="{FF2B5EF4-FFF2-40B4-BE49-F238E27FC236}">
                  <a16:creationId xmlns:a16="http://schemas.microsoft.com/office/drawing/2014/main" id="{0B4C64D2-9981-452C-A7C4-C82174CDAE9B}"/>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8421751" y="2346822"/>
              <a:ext cx="951549" cy="2007064"/>
            </a:xfrm>
            <a:prstGeom prst="rect">
              <a:avLst/>
            </a:prstGeom>
            <a:effectLst/>
          </p:spPr>
        </p:pic>
        <p:sp>
          <p:nvSpPr>
            <p:cNvPr id="26" name="Left Bracket 25">
              <a:extLst>
                <a:ext uri="{FF2B5EF4-FFF2-40B4-BE49-F238E27FC236}">
                  <a16:creationId xmlns:a16="http://schemas.microsoft.com/office/drawing/2014/main" id="{E2FE6AFE-3E7A-42B0-9CB4-C543CACFE351}"/>
                </a:ext>
              </a:extLst>
            </p:cNvPr>
            <p:cNvSpPr/>
            <p:nvPr/>
          </p:nvSpPr>
          <p:spPr>
            <a:xfrm>
              <a:off x="8094580" y="2181138"/>
              <a:ext cx="369116" cy="2399251"/>
            </a:xfrm>
            <a:prstGeom prst="leftBracket">
              <a:avLst/>
            </a:prstGeom>
            <a:ln w="762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sp>
          <p:nvSpPr>
            <p:cNvPr id="29" name="Left Bracket 28">
              <a:extLst>
                <a:ext uri="{FF2B5EF4-FFF2-40B4-BE49-F238E27FC236}">
                  <a16:creationId xmlns:a16="http://schemas.microsoft.com/office/drawing/2014/main" id="{62AFEEC7-A29F-44BC-ABD9-93DC5C0D58FB}"/>
                </a:ext>
              </a:extLst>
            </p:cNvPr>
            <p:cNvSpPr/>
            <p:nvPr/>
          </p:nvSpPr>
          <p:spPr>
            <a:xfrm flipH="1">
              <a:off x="9270437" y="2181137"/>
              <a:ext cx="369116" cy="2399251"/>
            </a:xfrm>
            <a:prstGeom prst="leftBracket">
              <a:avLst/>
            </a:prstGeom>
            <a:ln w="762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6000"/>
            </a:p>
          </p:txBody>
        </p:sp>
      </p:grpSp>
      <p:pic>
        <p:nvPicPr>
          <p:cNvPr id="3" name="Picture 2" descr="A picture containing table, indoor, sitting, small&#10;&#10;Description automatically generated">
            <a:extLst>
              <a:ext uri="{FF2B5EF4-FFF2-40B4-BE49-F238E27FC236}">
                <a16:creationId xmlns:a16="http://schemas.microsoft.com/office/drawing/2014/main" id="{D11496AD-4BCC-4471-822D-9C901E7C94BD}"/>
              </a:ext>
            </a:extLst>
          </p:cNvPr>
          <p:cNvPicPr>
            <a:picLocks noChangeAspect="1"/>
          </p:cNvPicPr>
          <p:nvPr/>
        </p:nvPicPr>
        <p:blipFill>
          <a:blip r:embed="rId5"/>
          <a:stretch>
            <a:fillRect/>
          </a:stretch>
        </p:blipFill>
        <p:spPr>
          <a:xfrm>
            <a:off x="1661162" y="6788102"/>
            <a:ext cx="11617850" cy="8759497"/>
          </a:xfrm>
          <a:prstGeom prst="rect">
            <a:avLst/>
          </a:prstGeom>
          <a:effectLst/>
        </p:spPr>
      </p:pic>
      <p:pic>
        <p:nvPicPr>
          <p:cNvPr id="6" name="Picture 5" descr="A picture containing table, indoor, sitting, small&#10;&#10;Description automatically generated">
            <a:extLst>
              <a:ext uri="{FF2B5EF4-FFF2-40B4-BE49-F238E27FC236}">
                <a16:creationId xmlns:a16="http://schemas.microsoft.com/office/drawing/2014/main" id="{F3DF5FB8-6638-41D2-871F-A3EFE235126B}"/>
              </a:ext>
            </a:extLst>
          </p:cNvPr>
          <p:cNvPicPr>
            <a:picLocks noChangeAspect="1"/>
          </p:cNvPicPr>
          <p:nvPr/>
        </p:nvPicPr>
        <p:blipFill>
          <a:blip r:embed="rId5"/>
          <a:stretch>
            <a:fillRect/>
          </a:stretch>
        </p:blipFill>
        <p:spPr>
          <a:xfrm>
            <a:off x="16303125" y="7822740"/>
            <a:ext cx="3171830" cy="6690213"/>
          </a:xfrm>
          <a:prstGeom prst="rect">
            <a:avLst/>
          </a:prstGeom>
          <a:effectLst/>
        </p:spPr>
      </p:pic>
      <p:sp>
        <p:nvSpPr>
          <p:cNvPr id="32" name="Arrow: Right 31">
            <a:extLst>
              <a:ext uri="{FF2B5EF4-FFF2-40B4-BE49-F238E27FC236}">
                <a16:creationId xmlns:a16="http://schemas.microsoft.com/office/drawing/2014/main" id="{78195C33-E6F4-42FC-9B23-176D7BF2B622}"/>
              </a:ext>
            </a:extLst>
          </p:cNvPr>
          <p:cNvSpPr/>
          <p:nvPr/>
        </p:nvSpPr>
        <p:spPr>
          <a:xfrm>
            <a:off x="19167357" y="10356584"/>
            <a:ext cx="1873540" cy="2460773"/>
          </a:xfrm>
          <a:prstGeom prst="rightArrow">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pic>
        <p:nvPicPr>
          <p:cNvPr id="7" name="Picture 6" descr="A picture containing table, indoor, sitting, small&#10;&#10;Description automatically generated">
            <a:extLst>
              <a:ext uri="{FF2B5EF4-FFF2-40B4-BE49-F238E27FC236}">
                <a16:creationId xmlns:a16="http://schemas.microsoft.com/office/drawing/2014/main" id="{4D709F9C-1814-4B1B-AFC4-B97A0D3D3EF8}"/>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22499068" y="7822740"/>
            <a:ext cx="3171830" cy="6690213"/>
          </a:xfrm>
          <a:prstGeom prst="rect">
            <a:avLst/>
          </a:prstGeom>
          <a:effectLst/>
        </p:spPr>
      </p:pic>
      <p:sp>
        <p:nvSpPr>
          <p:cNvPr id="36" name="Arrow: Right 35">
            <a:extLst>
              <a:ext uri="{FF2B5EF4-FFF2-40B4-BE49-F238E27FC236}">
                <a16:creationId xmlns:a16="http://schemas.microsoft.com/office/drawing/2014/main" id="{27E21FAB-6CBB-4080-9288-D64E9C41E419}"/>
              </a:ext>
            </a:extLst>
          </p:cNvPr>
          <p:cNvSpPr/>
          <p:nvPr/>
        </p:nvSpPr>
        <p:spPr>
          <a:xfrm>
            <a:off x="25244133" y="10356584"/>
            <a:ext cx="1873540" cy="2460773"/>
          </a:xfrm>
          <a:prstGeom prst="rightArrow">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
        <p:nvSpPr>
          <p:cNvPr id="44" name="Rectangle: Rounded Corners 43">
            <a:extLst>
              <a:ext uri="{FF2B5EF4-FFF2-40B4-BE49-F238E27FC236}">
                <a16:creationId xmlns:a16="http://schemas.microsoft.com/office/drawing/2014/main" id="{80078E1C-D6B0-480F-B4F8-BC9B92344383}"/>
              </a:ext>
            </a:extLst>
          </p:cNvPr>
          <p:cNvSpPr/>
          <p:nvPr/>
        </p:nvSpPr>
        <p:spPr>
          <a:xfrm>
            <a:off x="17450728" y="17300959"/>
            <a:ext cx="5306797" cy="1951123"/>
          </a:xfrm>
          <a:prstGeom prst="roundRect">
            <a:avLst/>
          </a:prstGeom>
          <a:solidFill>
            <a:schemeClr val="tx2">
              <a:lumMod val="20000"/>
              <a:lumOff val="80000"/>
            </a:schemeClr>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5400" dirty="0" err="1">
                <a:solidFill>
                  <a:schemeClr val="bg1"/>
                </a:solidFill>
              </a:rPr>
              <a:t>灰階</a:t>
            </a:r>
            <a:br>
              <a:rPr lang="en-US" sz="5400" dirty="0">
                <a:solidFill>
                  <a:schemeClr val="bg1"/>
                </a:solidFill>
              </a:rPr>
            </a:br>
            <a:r>
              <a:rPr lang="en-US" sz="5400" dirty="0">
                <a:solidFill>
                  <a:schemeClr val="bg1"/>
                </a:solidFill>
              </a:rPr>
              <a:t>(Greyscale)</a:t>
            </a:r>
            <a:endParaRPr sz="5400" dirty="0">
              <a:solidFill>
                <a:schemeClr val="bg1"/>
              </a:solidFill>
            </a:endParaRPr>
          </a:p>
        </p:txBody>
      </p:sp>
      <p:sp>
        <p:nvSpPr>
          <p:cNvPr id="46" name="Rectangle: Rounded Corners 45">
            <a:extLst>
              <a:ext uri="{FF2B5EF4-FFF2-40B4-BE49-F238E27FC236}">
                <a16:creationId xmlns:a16="http://schemas.microsoft.com/office/drawing/2014/main" id="{7D56A902-BAE5-4374-8FCB-9ABC4CBFDC24}"/>
              </a:ext>
            </a:extLst>
          </p:cNvPr>
          <p:cNvSpPr/>
          <p:nvPr/>
        </p:nvSpPr>
        <p:spPr>
          <a:xfrm>
            <a:off x="23869415" y="17266685"/>
            <a:ext cx="4706430" cy="1951123"/>
          </a:xfrm>
          <a:prstGeom prst="roundRect">
            <a:avLst/>
          </a:prstGeom>
          <a:solidFill>
            <a:schemeClr val="tx2">
              <a:lumMod val="20000"/>
              <a:lumOff val="80000"/>
            </a:schemeClr>
          </a:solidFill>
          <a:ln>
            <a:solidFill>
              <a:schemeClr val="tx2"/>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sz="5400" dirty="0">
                <a:solidFill>
                  <a:schemeClr val="bg1"/>
                </a:solidFill>
              </a:rPr>
              <a:t>"</a:t>
            </a:r>
            <a:r>
              <a:rPr sz="5400" dirty="0" err="1">
                <a:solidFill>
                  <a:schemeClr val="bg1"/>
                </a:solidFill>
              </a:rPr>
              <a:t>批次</a:t>
            </a:r>
            <a:r>
              <a:rPr sz="5400" dirty="0">
                <a:solidFill>
                  <a:schemeClr val="bg1"/>
                </a:solidFill>
              </a:rPr>
              <a:t>"</a:t>
            </a:r>
            <a:br>
              <a:rPr sz="5400" dirty="0">
                <a:solidFill>
                  <a:schemeClr val="bg1"/>
                </a:solidFill>
              </a:rPr>
            </a:br>
            <a:r>
              <a:rPr lang="en-US" sz="5400" dirty="0">
                <a:solidFill>
                  <a:schemeClr val="bg1"/>
                </a:solidFill>
              </a:rPr>
              <a:t>(“Batch”)</a:t>
            </a:r>
            <a:endParaRPr sz="5400" dirty="0">
              <a:solidFill>
                <a:schemeClr val="bg1"/>
              </a:solidFill>
            </a:endParaRPr>
          </a:p>
        </p:txBody>
      </p:sp>
      <p:sp>
        <p:nvSpPr>
          <p:cNvPr id="48" name="TextBox 47">
            <a:extLst>
              <a:ext uri="{FF2B5EF4-FFF2-40B4-BE49-F238E27FC236}">
                <a16:creationId xmlns:a16="http://schemas.microsoft.com/office/drawing/2014/main" id="{EF2307DA-CA66-4FBD-BF85-B78056E290C5}"/>
              </a:ext>
            </a:extLst>
          </p:cNvPr>
          <p:cNvSpPr txBox="1"/>
          <p:nvPr/>
        </p:nvSpPr>
        <p:spPr>
          <a:xfrm>
            <a:off x="21679714" y="14646600"/>
            <a:ext cx="4542913" cy="15881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rPr sz="5400" dirty="0">
                <a:solidFill>
                  <a:schemeClr val="bg1"/>
                </a:solidFill>
              </a:rPr>
              <a:t>(1, 220, 155)</a:t>
            </a:r>
            <a:br>
              <a:rPr sz="5400" dirty="0">
                <a:solidFill>
                  <a:schemeClr val="bg1"/>
                </a:solidFill>
              </a:rPr>
            </a:br>
            <a:endParaRPr sz="5400" dirty="0">
              <a:solidFill>
                <a:schemeClr val="bg1"/>
              </a:solidFill>
            </a:endParaRPr>
          </a:p>
        </p:txBody>
      </p:sp>
      <p:sp>
        <p:nvSpPr>
          <p:cNvPr id="50" name="TextBox 49">
            <a:extLst>
              <a:ext uri="{FF2B5EF4-FFF2-40B4-BE49-F238E27FC236}">
                <a16:creationId xmlns:a16="http://schemas.microsoft.com/office/drawing/2014/main" id="{AE08A6AF-58F5-4CEB-9A2B-689BF88483C3}"/>
              </a:ext>
            </a:extLst>
          </p:cNvPr>
          <p:cNvSpPr txBox="1"/>
          <p:nvPr/>
        </p:nvSpPr>
        <p:spPr>
          <a:xfrm>
            <a:off x="5691690" y="16121082"/>
            <a:ext cx="4180953" cy="15881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defTabSz="1523985" fontAlgn="base">
              <a:lnSpc>
                <a:spcPct val="90000"/>
              </a:lnSpc>
              <a:spcBef>
                <a:spcPct val="0"/>
              </a:spcBef>
              <a:spcAft>
                <a:spcPct val="0"/>
              </a:spcAft>
              <a:defRPr/>
            </a:pPr>
            <a:r>
              <a:rPr sz="5400" dirty="0">
                <a:solidFill>
                  <a:schemeClr val="bg1"/>
                </a:solidFill>
              </a:rPr>
              <a:t>(3, 287, 433)</a:t>
            </a:r>
            <a:br>
              <a:rPr sz="5400" dirty="0">
                <a:solidFill>
                  <a:schemeClr val="bg1"/>
                </a:solidFill>
              </a:rPr>
            </a:br>
            <a:endParaRPr sz="5400" dirty="0">
              <a:solidFill>
                <a:schemeClr val="bg1"/>
              </a:solidFill>
            </a:endParaRPr>
          </a:p>
        </p:txBody>
      </p:sp>
      <p:sp>
        <p:nvSpPr>
          <p:cNvPr id="52" name="TextBox 51">
            <a:extLst>
              <a:ext uri="{FF2B5EF4-FFF2-40B4-BE49-F238E27FC236}">
                <a16:creationId xmlns:a16="http://schemas.microsoft.com/office/drawing/2014/main" id="{3055AF60-A3E2-489A-9D35-36DC3A45F1EF}"/>
              </a:ext>
            </a:extLst>
          </p:cNvPr>
          <p:cNvSpPr txBox="1"/>
          <p:nvPr/>
        </p:nvSpPr>
        <p:spPr>
          <a:xfrm>
            <a:off x="15684327" y="14649927"/>
            <a:ext cx="4542913" cy="15881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rPr sz="5400" dirty="0">
                <a:solidFill>
                  <a:schemeClr val="bg1"/>
                </a:solidFill>
              </a:rPr>
              <a:t>(3, 220, 155)</a:t>
            </a:r>
            <a:br>
              <a:rPr sz="5400" dirty="0">
                <a:solidFill>
                  <a:schemeClr val="bg1"/>
                </a:solidFill>
              </a:rPr>
            </a:br>
            <a:endParaRPr sz="5400" dirty="0">
              <a:solidFill>
                <a:schemeClr val="bg1"/>
              </a:solidFill>
            </a:endParaRPr>
          </a:p>
        </p:txBody>
      </p:sp>
      <p:sp>
        <p:nvSpPr>
          <p:cNvPr id="54" name="TextBox 53">
            <a:extLst>
              <a:ext uri="{FF2B5EF4-FFF2-40B4-BE49-F238E27FC236}">
                <a16:creationId xmlns:a16="http://schemas.microsoft.com/office/drawing/2014/main" id="{FF96CC0F-6C2E-49DF-BF59-76AA8D146A72}"/>
              </a:ext>
            </a:extLst>
          </p:cNvPr>
          <p:cNvSpPr txBox="1"/>
          <p:nvPr/>
        </p:nvSpPr>
        <p:spPr>
          <a:xfrm>
            <a:off x="28529245" y="15391447"/>
            <a:ext cx="5415083" cy="15881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defTabSz="1523985" fontAlgn="base">
              <a:lnSpc>
                <a:spcPct val="90000"/>
              </a:lnSpc>
              <a:spcBef>
                <a:spcPct val="0"/>
              </a:spcBef>
              <a:spcAft>
                <a:spcPct val="0"/>
              </a:spcAft>
              <a:defRPr/>
            </a:pPr>
            <a:r>
              <a:rPr sz="5400" dirty="0">
                <a:solidFill>
                  <a:schemeClr val="bg1"/>
                </a:solidFill>
              </a:rPr>
              <a:t>(1, 1, 220, 155)</a:t>
            </a:r>
            <a:br>
              <a:rPr sz="5400" dirty="0">
                <a:solidFill>
                  <a:schemeClr val="bg1"/>
                </a:solidFill>
              </a:rPr>
            </a:br>
            <a:endParaRPr sz="5400" dirty="0">
              <a:solidFill>
                <a:schemeClr val="bg1"/>
              </a:solidFill>
            </a:endParaRPr>
          </a:p>
        </p:txBody>
      </p:sp>
      <p:sp>
        <p:nvSpPr>
          <p:cNvPr id="24" name="Arrow: Right 23">
            <a:extLst>
              <a:ext uri="{FF2B5EF4-FFF2-40B4-BE49-F238E27FC236}">
                <a16:creationId xmlns:a16="http://schemas.microsoft.com/office/drawing/2014/main" id="{0004CF5E-B980-45B4-9C40-0B64C6CD2877}"/>
              </a:ext>
            </a:extLst>
          </p:cNvPr>
          <p:cNvSpPr/>
          <p:nvPr/>
        </p:nvSpPr>
        <p:spPr>
          <a:xfrm>
            <a:off x="11713065" y="10356580"/>
            <a:ext cx="3131890" cy="2460773"/>
          </a:xfrm>
          <a:prstGeom prst="rightArrow">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a:p>
        </p:txBody>
      </p:sp>
    </p:spTree>
    <p:extLst>
      <p:ext uri="{BB962C8B-B14F-4D97-AF65-F5344CB8AC3E}">
        <p14:creationId xmlns:p14="http://schemas.microsoft.com/office/powerpoint/2010/main" val="12484526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092FDD-CC69-01D7-A6EC-F903F2F9EA5C}"/>
              </a:ext>
            </a:extLst>
          </p:cNvPr>
          <p:cNvSpPr>
            <a:spLocks noGrp="1"/>
          </p:cNvSpPr>
          <p:nvPr>
            <p:ph type="body" sz="quarter" idx="13"/>
          </p:nvPr>
        </p:nvSpPr>
        <p:spPr/>
        <p:txBody>
          <a:bodyPr/>
          <a:lstStyle/>
          <a:p>
            <a:r>
              <a:rPr dirty="0" err="1"/>
              <a:t>讓我們試試看</a:t>
            </a:r>
            <a:r>
              <a:rPr lang="zh-TW" altLang="en-US" dirty="0"/>
              <a:t>吧</a:t>
            </a:r>
            <a:r>
              <a:rPr dirty="0"/>
              <a:t>！</a:t>
            </a:r>
            <a:br>
              <a:rPr dirty="0"/>
            </a:br>
            <a:endParaRPr dirty="0"/>
          </a:p>
        </p:txBody>
      </p:sp>
    </p:spTree>
    <p:extLst>
      <p:ext uri="{BB962C8B-B14F-4D97-AF65-F5344CB8AC3E}">
        <p14:creationId xmlns:p14="http://schemas.microsoft.com/office/powerpoint/2010/main" val="18605488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Tree>
    <p:extLst>
      <p:ext uri="{BB962C8B-B14F-4D97-AF65-F5344CB8AC3E}">
        <p14:creationId xmlns:p14="http://schemas.microsoft.com/office/powerpoint/2010/main" val="1927618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2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Title &amp; Bullet">
  <a:themeElements>
    <a:clrScheme name="Custom 1">
      <a:dk1>
        <a:srgbClr val="CDCDCD"/>
      </a:dk1>
      <a:lt1>
        <a:srgbClr val="FFFFFF"/>
      </a:lt1>
      <a:dk2>
        <a:srgbClr val="000000"/>
      </a:dk2>
      <a:lt2>
        <a:srgbClr val="76B900"/>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sz="1400" dirty="0" smtClean="0">
            <a:solidFill>
              <a:schemeClr val="bg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ln w="6350">
          <a:noFill/>
        </a:ln>
      </a:spPr>
      <a:bodyPr wrap="none" rtlCol="0" anchor="ctr">
        <a:spAutoFit/>
      </a:bodyPr>
      <a:lstStyle>
        <a:defPPr algn="ctr">
          <a:lnSpc>
            <a:spcPct val="90000"/>
          </a:lnSpc>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raClrScheme>
      <a:clrScheme name="PPT_Template_Corp_16x9_rev2 1">
        <a:dk1>
          <a:srgbClr val="808080"/>
        </a:dk1>
        <a:lt1>
          <a:srgbClr val="FFFFFF"/>
        </a:lt1>
        <a:dk2>
          <a:srgbClr val="000000"/>
        </a:dk2>
        <a:lt2>
          <a:srgbClr val="B9E700"/>
        </a:lt2>
        <a:accent1>
          <a:srgbClr val="33CCCC"/>
        </a:accent1>
        <a:accent2>
          <a:srgbClr val="FF9933"/>
        </a:accent2>
        <a:accent3>
          <a:srgbClr val="AAAAAA"/>
        </a:accent3>
        <a:accent4>
          <a:srgbClr val="DADADA"/>
        </a:accent4>
        <a:accent5>
          <a:srgbClr val="ADE2E2"/>
        </a:accent5>
        <a:accent6>
          <a:srgbClr val="E78A2D"/>
        </a:accent6>
        <a:hlink>
          <a:srgbClr val="99CCFF"/>
        </a:hlink>
        <a:folHlink>
          <a:srgbClr val="0000FF"/>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ac25ff7-bb51-4c67-b289-9013749df81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4CF33B71089DC448F3A861CCE49DD4C" ma:contentTypeVersion="13" ma:contentTypeDescription="Create a new document." ma:contentTypeScope="" ma:versionID="0cf5159ec680aa7cc1f777e5ce312ee3">
  <xsd:schema xmlns:xsd="http://www.w3.org/2001/XMLSchema" xmlns:xs="http://www.w3.org/2001/XMLSchema" xmlns:p="http://schemas.microsoft.com/office/2006/metadata/properties" xmlns:ns3="33156d47-4ed2-41b4-b82d-0bdc41d51c72" xmlns:ns4="eac25ff7-bb51-4c67-b289-9013749df816" targetNamespace="http://schemas.microsoft.com/office/2006/metadata/properties" ma:root="true" ma:fieldsID="4c9ed958f862375c990245d6dd11fe88" ns3:_="" ns4:_="">
    <xsd:import namespace="33156d47-4ed2-41b4-b82d-0bdc41d51c72"/>
    <xsd:import namespace="eac25ff7-bb51-4c67-b289-9013749df81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GenerationTime" minOccurs="0"/>
                <xsd:element ref="ns4:MediaServiceEventHashCode" minOccurs="0"/>
                <xsd:element ref="ns4:MediaServiceOCR"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156d47-4ed2-41b4-b82d-0bdc41d51c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ac25ff7-bb51-4c67-b289-9013749df8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5AC8C1-8675-4762-89BF-D102E51271A0}">
  <ds:schemaRefs>
    <ds:schemaRef ds:uri="http://schemas.microsoft.com/sharepoint/v3/contenttype/forms"/>
  </ds:schemaRefs>
</ds:datastoreItem>
</file>

<file path=customXml/itemProps2.xml><?xml version="1.0" encoding="utf-8"?>
<ds:datastoreItem xmlns:ds="http://schemas.openxmlformats.org/officeDocument/2006/customXml" ds:itemID="{EA4C7E1E-6C20-440E-941A-535F1A24C014}">
  <ds:schemaRefs>
    <ds:schemaRef ds:uri="33156d47-4ed2-41b4-b82d-0bdc41d51c72"/>
    <ds:schemaRef ds:uri="eac25ff7-bb51-4c67-b289-9013749df8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A703DD-F8CD-47FA-B90D-65B68D854B44}">
  <ds:schemaRefs>
    <ds:schemaRef ds:uri="33156d47-4ed2-41b4-b82d-0bdc41d51c72"/>
    <ds:schemaRef ds:uri="eac25ff7-bb51-4c67-b289-9013749df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GenAI_slides1</Template>
  <TotalTime>3799</TotalTime>
  <Words>1047</Words>
  <Application>Microsoft Office PowerPoint</Application>
  <PresentationFormat>Custom</PresentationFormat>
  <Paragraphs>155</Paragraphs>
  <Slides>19</Slides>
  <Notes>19</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19</vt:i4>
      </vt:variant>
    </vt:vector>
  </HeadingPairs>
  <TitlesOfParts>
    <vt:vector size="32" baseType="lpstr">
      <vt:lpstr>Noto Sans Symbols</vt:lpstr>
      <vt:lpstr>Arial</vt:lpstr>
      <vt:lpstr>NVIDIA Sans</vt:lpstr>
      <vt:lpstr>NVIDIA Sans Light</vt:lpstr>
      <vt:lpstr>NVIDIA Sans Medium</vt:lpstr>
      <vt:lpstr>Questrial</vt:lpstr>
      <vt:lpstr>Roboto Mono</vt:lpstr>
      <vt:lpstr>Trebuchet MS</vt:lpstr>
      <vt:lpstr>Wingdings</vt:lpstr>
      <vt:lpstr>Title Only</vt:lpstr>
      <vt:lpstr>2_Title &amp; Bullet</vt:lpstr>
      <vt:lpstr>3_Title &amp; Bullet</vt:lpstr>
      <vt:lpstr>Title &amp; Bullet</vt:lpstr>
      <vt:lpstr>深度學習基本原理 (Fundamentals of Deep Learning)</vt:lpstr>
      <vt:lpstr>PowerPoint Presentation</vt:lpstr>
      <vt:lpstr>實作練習回顧</vt:lpstr>
      <vt:lpstr>實作練習回顧</vt:lpstr>
      <vt:lpstr>PowerPoint Presentation</vt:lpstr>
      <vt:lpstr>資料增強(Data Augmentation)</vt:lpstr>
      <vt:lpstr>圖像翻轉(Image Flipping)</vt:lpstr>
      <vt:lpstr>旋轉(Rotation)</vt:lpstr>
      <vt:lpstr>縮放(Zooming)</vt:lpstr>
      <vt:lpstr>寬度和高度平移(Shifting)</vt:lpstr>
      <vt:lpstr>平面投影轉換(Homography)</vt:lpstr>
      <vt:lpstr>亮度(Brightness)</vt:lpstr>
      <vt:lpstr>通道位移(Channel Shifting)</vt:lpstr>
      <vt:lpstr>PowerPoint Presentation</vt:lpstr>
      <vt:lpstr>模型部署(Model Deployment) </vt:lpstr>
      <vt:lpstr>模型部署(Model Deployment) </vt:lpstr>
      <vt:lpstr>模型部署(Model Deployment)</vt:lpstr>
      <vt:lpstr>PowerPoint Presentation</vt:lpstr>
      <vt:lpstr>PowerPoint Presentation</vt:lpstr>
    </vt:vector>
  </TitlesOfParts>
  <Company>NVIDIA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Danielle Detering</dc:creator>
  <cp:lastModifiedBy>Herman Wu</cp:lastModifiedBy>
  <cp:revision>15</cp:revision>
  <dcterms:created xsi:type="dcterms:W3CDTF">2023-09-14T23:38:20Z</dcterms:created>
  <dcterms:modified xsi:type="dcterms:W3CDTF">2025-04-06T14:11:18Z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0x01010004CF33B71089DC448F3A861CCE49DD4C</vt:lpwstr>
  </property>
</Properties>
</file>